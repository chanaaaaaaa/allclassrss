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1326" r:id="rId2"/>
    <p:sldId id="535" r:id="rId3"/>
    <p:sldId id="1064" r:id="rId4"/>
    <p:sldId id="1245" r:id="rId5"/>
    <p:sldId id="1246" r:id="rId6"/>
    <p:sldId id="1248" r:id="rId7"/>
    <p:sldId id="1249" r:id="rId8"/>
    <p:sldId id="1290" r:id="rId9"/>
    <p:sldId id="1339" r:id="rId10"/>
    <p:sldId id="1337" r:id="rId11"/>
    <p:sldId id="1344" r:id="rId12"/>
    <p:sldId id="1256" r:id="rId13"/>
    <p:sldId id="1259" r:id="rId14"/>
    <p:sldId id="1346" r:id="rId15"/>
    <p:sldId id="1380" r:id="rId16"/>
    <p:sldId id="1268" r:id="rId17"/>
    <p:sldId id="1366" r:id="rId18"/>
    <p:sldId id="1381" r:id="rId19"/>
    <p:sldId id="1270" r:id="rId20"/>
    <p:sldId id="1349" r:id="rId21"/>
    <p:sldId id="1347" r:id="rId22"/>
    <p:sldId id="1369" r:id="rId23"/>
    <p:sldId id="1370" r:id="rId24"/>
    <p:sldId id="1373" r:id="rId25"/>
    <p:sldId id="1374" r:id="rId26"/>
    <p:sldId id="1382" r:id="rId27"/>
    <p:sldId id="1351" r:id="rId28"/>
    <p:sldId id="138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3E1E1E-8C2C-436C-A3CB-667329649D47}" v="18" dt="2023-03-14T07:19:18.707"/>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淺色樣式 1 - 輔色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87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uw, Marinda" userId="1925e1df-708d-4e9b-949d-dce54b073cdc" providerId="ADAL" clId="{9F3E1E1E-8C2C-436C-A3CB-667329649D47}"/>
    <pc:docChg chg="undo custSel delSld modSld">
      <pc:chgData name="Louw, Marinda" userId="1925e1df-708d-4e9b-949d-dce54b073cdc" providerId="ADAL" clId="{9F3E1E1E-8C2C-436C-A3CB-667329649D47}" dt="2023-03-14T08:00:37.781" v="27" actId="207"/>
      <pc:docMkLst>
        <pc:docMk/>
      </pc:docMkLst>
      <pc:sldChg chg="modSp mod">
        <pc:chgData name="Louw, Marinda" userId="1925e1df-708d-4e9b-949d-dce54b073cdc" providerId="ADAL" clId="{9F3E1E1E-8C2C-436C-A3CB-667329649D47}" dt="2023-03-14T08:00:37.781" v="27" actId="207"/>
        <pc:sldMkLst>
          <pc:docMk/>
          <pc:sldMk cId="1202842091" sldId="256"/>
        </pc:sldMkLst>
        <pc:spChg chg="mod">
          <ac:chgData name="Louw, Marinda" userId="1925e1df-708d-4e9b-949d-dce54b073cdc" providerId="ADAL" clId="{9F3E1E1E-8C2C-436C-A3CB-667329649D47}" dt="2023-03-14T08:00:37.781" v="27" actId="207"/>
          <ac:spMkLst>
            <pc:docMk/>
            <pc:sldMk cId="1202842091" sldId="256"/>
            <ac:spMk id="2" creationId="{8534BFD5-1E66-4E55-A7E9-426951B672B8}"/>
          </ac:spMkLst>
        </pc:spChg>
      </pc:sldChg>
      <pc:sldChg chg="modSp">
        <pc:chgData name="Louw, Marinda" userId="1925e1df-708d-4e9b-949d-dce54b073cdc" providerId="ADAL" clId="{9F3E1E1E-8C2C-436C-A3CB-667329649D47}" dt="2023-03-14T07:17:06.764" v="6" actId="1076"/>
        <pc:sldMkLst>
          <pc:docMk/>
          <pc:sldMk cId="0" sldId="1064"/>
        </pc:sldMkLst>
        <pc:spChg chg="mod">
          <ac:chgData name="Louw, Marinda" userId="1925e1df-708d-4e9b-949d-dce54b073cdc" providerId="ADAL" clId="{9F3E1E1E-8C2C-436C-A3CB-667329649D47}" dt="2023-03-14T07:17:06.764" v="6" actId="1076"/>
          <ac:spMkLst>
            <pc:docMk/>
            <pc:sldMk cId="0" sldId="1064"/>
            <ac:spMk id="6" creationId="{5419A68B-CC7A-D139-4D36-92B71EF78DE2}"/>
          </ac:spMkLst>
        </pc:spChg>
        <pc:spChg chg="mod">
          <ac:chgData name="Louw, Marinda" userId="1925e1df-708d-4e9b-949d-dce54b073cdc" providerId="ADAL" clId="{9F3E1E1E-8C2C-436C-A3CB-667329649D47}" dt="2023-03-14T07:17:06.764" v="6" actId="1076"/>
          <ac:spMkLst>
            <pc:docMk/>
            <pc:sldMk cId="0" sldId="1064"/>
            <ac:spMk id="7" creationId="{1B44538F-3928-AF4C-D10C-1179C89A9B57}"/>
          </ac:spMkLst>
        </pc:spChg>
        <pc:spChg chg="mod">
          <ac:chgData name="Louw, Marinda" userId="1925e1df-708d-4e9b-949d-dce54b073cdc" providerId="ADAL" clId="{9F3E1E1E-8C2C-436C-A3CB-667329649D47}" dt="2023-03-14T07:16:58.472" v="5" actId="1076"/>
          <ac:spMkLst>
            <pc:docMk/>
            <pc:sldMk cId="0" sldId="1064"/>
            <ac:spMk id="10243" creationId="{B099BBC0-06D1-56B4-8EAA-ABE849BD0905}"/>
          </ac:spMkLst>
        </pc:spChg>
      </pc:sldChg>
      <pc:sldChg chg="modSp">
        <pc:chgData name="Louw, Marinda" userId="1925e1df-708d-4e9b-949d-dce54b073cdc" providerId="ADAL" clId="{9F3E1E1E-8C2C-436C-A3CB-667329649D47}" dt="2023-03-14T07:17:54.515" v="14" actId="1076"/>
        <pc:sldMkLst>
          <pc:docMk/>
          <pc:sldMk cId="0" sldId="1170"/>
        </pc:sldMkLst>
        <pc:spChg chg="mod">
          <ac:chgData name="Louw, Marinda" userId="1925e1df-708d-4e9b-949d-dce54b073cdc" providerId="ADAL" clId="{9F3E1E1E-8C2C-436C-A3CB-667329649D47}" dt="2023-03-14T07:17:54.515" v="14" actId="1076"/>
          <ac:spMkLst>
            <pc:docMk/>
            <pc:sldMk cId="0" sldId="1170"/>
            <ac:spMk id="1784835" creationId="{F4754276-8F24-C26A-F643-3B1C425AD84D}"/>
          </ac:spMkLst>
        </pc:spChg>
        <pc:spChg chg="mod">
          <ac:chgData name="Louw, Marinda" userId="1925e1df-708d-4e9b-949d-dce54b073cdc" providerId="ADAL" clId="{9F3E1E1E-8C2C-436C-A3CB-667329649D47}" dt="2023-03-14T07:17:51.444" v="13" actId="1076"/>
          <ac:spMkLst>
            <pc:docMk/>
            <pc:sldMk cId="0" sldId="1170"/>
            <ac:spMk id="1784837" creationId="{D6D61FB4-8487-A922-2081-D357034A9F2B}"/>
          </ac:spMkLst>
        </pc:spChg>
      </pc:sldChg>
      <pc:sldChg chg="modSp">
        <pc:chgData name="Louw, Marinda" userId="1925e1df-708d-4e9b-949d-dce54b073cdc" providerId="ADAL" clId="{9F3E1E1E-8C2C-436C-A3CB-667329649D47}" dt="2023-03-14T07:17:18.290" v="7" actId="1076"/>
        <pc:sldMkLst>
          <pc:docMk/>
          <pc:sldMk cId="0" sldId="1246"/>
        </pc:sldMkLst>
        <pc:spChg chg="mod">
          <ac:chgData name="Louw, Marinda" userId="1925e1df-708d-4e9b-949d-dce54b073cdc" providerId="ADAL" clId="{9F3E1E1E-8C2C-436C-A3CB-667329649D47}" dt="2023-03-14T07:17:18.290" v="7" actId="1076"/>
          <ac:spMkLst>
            <pc:docMk/>
            <pc:sldMk cId="0" sldId="1246"/>
            <ac:spMk id="18435" creationId="{C8EED25B-B98E-20DF-7158-E9ABC35B99D5}"/>
          </ac:spMkLst>
        </pc:spChg>
        <pc:spChg chg="mod">
          <ac:chgData name="Louw, Marinda" userId="1925e1df-708d-4e9b-949d-dce54b073cdc" providerId="ADAL" clId="{9F3E1E1E-8C2C-436C-A3CB-667329649D47}" dt="2023-03-14T07:17:18.290" v="7" actId="1076"/>
          <ac:spMkLst>
            <pc:docMk/>
            <pc:sldMk cId="0" sldId="1246"/>
            <ac:spMk id="18436" creationId="{42CFDA13-A855-1F8F-9CC6-D625E5319DE2}"/>
          </ac:spMkLst>
        </pc:spChg>
      </pc:sldChg>
      <pc:sldChg chg="delSp modSp modAnim">
        <pc:chgData name="Louw, Marinda" userId="1925e1df-708d-4e9b-949d-dce54b073cdc" providerId="ADAL" clId="{9F3E1E1E-8C2C-436C-A3CB-667329649D47}" dt="2023-03-14T07:17:34.348" v="9" actId="478"/>
        <pc:sldMkLst>
          <pc:docMk/>
          <pc:sldMk cId="0" sldId="1248"/>
        </pc:sldMkLst>
        <pc:spChg chg="mod">
          <ac:chgData name="Louw, Marinda" userId="1925e1df-708d-4e9b-949d-dce54b073cdc" providerId="ADAL" clId="{9F3E1E1E-8C2C-436C-A3CB-667329649D47}" dt="2023-03-14T07:17:28.762" v="8" actId="1076"/>
          <ac:spMkLst>
            <pc:docMk/>
            <pc:sldMk cId="0" sldId="1248"/>
            <ac:spMk id="22530" creationId="{40FB3EBE-41D6-065E-CE48-90F1866B7EB6}"/>
          </ac:spMkLst>
        </pc:spChg>
        <pc:spChg chg="del">
          <ac:chgData name="Louw, Marinda" userId="1925e1df-708d-4e9b-949d-dce54b073cdc" providerId="ADAL" clId="{9F3E1E1E-8C2C-436C-A3CB-667329649D47}" dt="2023-03-14T07:17:34.348" v="9" actId="478"/>
          <ac:spMkLst>
            <pc:docMk/>
            <pc:sldMk cId="0" sldId="1248"/>
            <ac:spMk id="22531" creationId="{37517D69-522C-BFD0-C1BB-3330140864CF}"/>
          </ac:spMkLst>
        </pc:spChg>
      </pc:sldChg>
      <pc:sldChg chg="modSp">
        <pc:chgData name="Louw, Marinda" userId="1925e1df-708d-4e9b-949d-dce54b073cdc" providerId="ADAL" clId="{9F3E1E1E-8C2C-436C-A3CB-667329649D47}" dt="2023-03-14T07:17:43.273" v="11" actId="1076"/>
        <pc:sldMkLst>
          <pc:docMk/>
          <pc:sldMk cId="0" sldId="1249"/>
        </pc:sldMkLst>
        <pc:spChg chg="mod">
          <ac:chgData name="Louw, Marinda" userId="1925e1df-708d-4e9b-949d-dce54b073cdc" providerId="ADAL" clId="{9F3E1E1E-8C2C-436C-A3CB-667329649D47}" dt="2023-03-14T07:17:43.273" v="11" actId="1076"/>
          <ac:spMkLst>
            <pc:docMk/>
            <pc:sldMk cId="0" sldId="1249"/>
            <ac:spMk id="24581" creationId="{A2B56088-5BD3-559B-CEF6-C30D3BFFC78A}"/>
          </ac:spMkLst>
        </pc:spChg>
        <pc:spChg chg="mod">
          <ac:chgData name="Louw, Marinda" userId="1925e1df-708d-4e9b-949d-dce54b073cdc" providerId="ADAL" clId="{9F3E1E1E-8C2C-436C-A3CB-667329649D47}" dt="2023-03-14T07:17:39.163" v="10" actId="1076"/>
          <ac:spMkLst>
            <pc:docMk/>
            <pc:sldMk cId="0" sldId="1249"/>
            <ac:spMk id="24582" creationId="{B09F2B98-AC32-C516-9664-B9C8FBCF0FD2}"/>
          </ac:spMkLst>
        </pc:spChg>
      </pc:sldChg>
      <pc:sldChg chg="modSp">
        <pc:chgData name="Louw, Marinda" userId="1925e1df-708d-4e9b-949d-dce54b073cdc" providerId="ADAL" clId="{9F3E1E1E-8C2C-436C-A3CB-667329649D47}" dt="2023-03-14T07:17:46.843" v="12" actId="1076"/>
        <pc:sldMkLst>
          <pc:docMk/>
          <pc:sldMk cId="0" sldId="1289"/>
        </pc:sldMkLst>
        <pc:spChg chg="mod">
          <ac:chgData name="Louw, Marinda" userId="1925e1df-708d-4e9b-949d-dce54b073cdc" providerId="ADAL" clId="{9F3E1E1E-8C2C-436C-A3CB-667329649D47}" dt="2023-03-14T07:17:46.843" v="12" actId="1076"/>
          <ac:spMkLst>
            <pc:docMk/>
            <pc:sldMk cId="0" sldId="1289"/>
            <ac:spMk id="24583" creationId="{DB7F526C-28D6-3C04-F24F-202EE53455C7}"/>
          </ac:spMkLst>
        </pc:spChg>
        <pc:spChg chg="mod">
          <ac:chgData name="Louw, Marinda" userId="1925e1df-708d-4e9b-949d-dce54b073cdc" providerId="ADAL" clId="{9F3E1E1E-8C2C-436C-A3CB-667329649D47}" dt="2023-03-14T07:17:46.843" v="12" actId="1076"/>
          <ac:spMkLst>
            <pc:docMk/>
            <pc:sldMk cId="0" sldId="1289"/>
            <ac:spMk id="24584" creationId="{5878B73F-7D0A-DF7B-D630-CBE0E26EB50A}"/>
          </ac:spMkLst>
        </pc:spChg>
      </pc:sldChg>
      <pc:sldChg chg="modSp mod">
        <pc:chgData name="Louw, Marinda" userId="1925e1df-708d-4e9b-949d-dce54b073cdc" providerId="ADAL" clId="{9F3E1E1E-8C2C-436C-A3CB-667329649D47}" dt="2023-03-14T07:16:46.237" v="4" actId="1076"/>
        <pc:sldMkLst>
          <pc:docMk/>
          <pc:sldMk cId="2850958041" sldId="1326"/>
        </pc:sldMkLst>
        <pc:spChg chg="mod">
          <ac:chgData name="Louw, Marinda" userId="1925e1df-708d-4e9b-949d-dce54b073cdc" providerId="ADAL" clId="{9F3E1E1E-8C2C-436C-A3CB-667329649D47}" dt="2023-03-14T07:16:27.444" v="0" actId="1076"/>
          <ac:spMkLst>
            <pc:docMk/>
            <pc:sldMk cId="2850958041" sldId="1326"/>
            <ac:spMk id="2" creationId="{2C23F8A3-4C6E-46D0-949E-6E5FC4876B4B}"/>
          </ac:spMkLst>
        </pc:spChg>
        <pc:spChg chg="mod">
          <ac:chgData name="Louw, Marinda" userId="1925e1df-708d-4e9b-949d-dce54b073cdc" providerId="ADAL" clId="{9F3E1E1E-8C2C-436C-A3CB-667329649D47}" dt="2023-03-14T07:16:34.585" v="2" actId="14100"/>
          <ac:spMkLst>
            <pc:docMk/>
            <pc:sldMk cId="2850958041" sldId="1326"/>
            <ac:spMk id="3" creationId="{A7BE1884-8AFC-4363-804E-A26BD1DFF8D0}"/>
          </ac:spMkLst>
        </pc:spChg>
        <pc:picChg chg="mod">
          <ac:chgData name="Louw, Marinda" userId="1925e1df-708d-4e9b-949d-dce54b073cdc" providerId="ADAL" clId="{9F3E1E1E-8C2C-436C-A3CB-667329649D47}" dt="2023-03-14T07:16:46.237" v="4" actId="1076"/>
          <ac:picMkLst>
            <pc:docMk/>
            <pc:sldMk cId="2850958041" sldId="1326"/>
            <ac:picMk id="7" creationId="{263B22AE-734C-B627-AFDB-D6F08496BADD}"/>
          </ac:picMkLst>
        </pc:picChg>
      </pc:sldChg>
      <pc:sldChg chg="delSp del modAnim">
        <pc:chgData name="Louw, Marinda" userId="1925e1df-708d-4e9b-949d-dce54b073cdc" providerId="ADAL" clId="{9F3E1E1E-8C2C-436C-A3CB-667329649D47}" dt="2023-03-14T07:18:14.576" v="19" actId="2696"/>
        <pc:sldMkLst>
          <pc:docMk/>
          <pc:sldMk cId="0" sldId="1336"/>
        </pc:sldMkLst>
        <pc:spChg chg="del">
          <ac:chgData name="Louw, Marinda" userId="1925e1df-708d-4e9b-949d-dce54b073cdc" providerId="ADAL" clId="{9F3E1E1E-8C2C-436C-A3CB-667329649D47}" dt="2023-03-14T07:18:02.621" v="15" actId="21"/>
          <ac:spMkLst>
            <pc:docMk/>
            <pc:sldMk cId="0" sldId="1336"/>
            <ac:spMk id="31747" creationId="{6199B093-D43F-DB72-CA43-7E3A50520CE6}"/>
          </ac:spMkLst>
        </pc:spChg>
      </pc:sldChg>
      <pc:sldChg chg="addSp modSp modAnim">
        <pc:chgData name="Louw, Marinda" userId="1925e1df-708d-4e9b-949d-dce54b073cdc" providerId="ADAL" clId="{9F3E1E1E-8C2C-436C-A3CB-667329649D47}" dt="2023-03-14T07:18:09.275" v="18" actId="1076"/>
        <pc:sldMkLst>
          <pc:docMk/>
          <pc:sldMk cId="0" sldId="1339"/>
        </pc:sldMkLst>
        <pc:spChg chg="add mod">
          <ac:chgData name="Louw, Marinda" userId="1925e1df-708d-4e9b-949d-dce54b073cdc" providerId="ADAL" clId="{9F3E1E1E-8C2C-436C-A3CB-667329649D47}" dt="2023-03-14T07:18:07.266" v="17" actId="1076"/>
          <ac:spMkLst>
            <pc:docMk/>
            <pc:sldMk cId="0" sldId="1339"/>
            <ac:spMk id="2" creationId="{1B05759C-DBAF-64F3-0BE7-B3D8104B2360}"/>
          </ac:spMkLst>
        </pc:spChg>
        <pc:spChg chg="mod">
          <ac:chgData name="Louw, Marinda" userId="1925e1df-708d-4e9b-949d-dce54b073cdc" providerId="ADAL" clId="{9F3E1E1E-8C2C-436C-A3CB-667329649D47}" dt="2023-03-14T07:18:09.275" v="18" actId="1076"/>
          <ac:spMkLst>
            <pc:docMk/>
            <pc:sldMk cId="0" sldId="1339"/>
            <ac:spMk id="29702" creationId="{DEB388DC-B795-8D2A-D9D1-3EEED5FEE717}"/>
          </ac:spMkLst>
        </pc:spChg>
      </pc:sldChg>
      <pc:sldChg chg="modSp mod">
        <pc:chgData name="Louw, Marinda" userId="1925e1df-708d-4e9b-949d-dce54b073cdc" providerId="ADAL" clId="{9F3E1E1E-8C2C-436C-A3CB-667329649D47}" dt="2023-03-14T07:18:25.331" v="21" actId="1076"/>
        <pc:sldMkLst>
          <pc:docMk/>
          <pc:sldMk cId="0" sldId="1344"/>
        </pc:sldMkLst>
        <pc:spChg chg="mod">
          <ac:chgData name="Louw, Marinda" userId="1925e1df-708d-4e9b-949d-dce54b073cdc" providerId="ADAL" clId="{9F3E1E1E-8C2C-436C-A3CB-667329649D47}" dt="2023-03-14T07:18:23.772" v="20" actId="1076"/>
          <ac:spMkLst>
            <pc:docMk/>
            <pc:sldMk cId="0" sldId="1344"/>
            <ac:spMk id="40962" creationId="{6DB3959F-C2DB-F00E-DBF2-506F1477BCAC}"/>
          </ac:spMkLst>
        </pc:spChg>
        <pc:picChg chg="mod">
          <ac:chgData name="Louw, Marinda" userId="1925e1df-708d-4e9b-949d-dce54b073cdc" providerId="ADAL" clId="{9F3E1E1E-8C2C-436C-A3CB-667329649D47}" dt="2023-03-14T07:18:25.331" v="21" actId="1076"/>
          <ac:picMkLst>
            <pc:docMk/>
            <pc:sldMk cId="0" sldId="1344"/>
            <ac:picMk id="3" creationId="{9894E42A-B05A-9CE3-D0DF-CC758FA88956}"/>
          </ac:picMkLst>
        </pc:picChg>
      </pc:sldChg>
      <pc:sldChg chg="modSp">
        <pc:chgData name="Louw, Marinda" userId="1925e1df-708d-4e9b-949d-dce54b073cdc" providerId="ADAL" clId="{9F3E1E1E-8C2C-436C-A3CB-667329649D47}" dt="2023-03-14T07:19:04.317" v="25" actId="1076"/>
        <pc:sldMkLst>
          <pc:docMk/>
          <pc:sldMk cId="0" sldId="1346"/>
        </pc:sldMkLst>
        <pc:spChg chg="mod">
          <ac:chgData name="Louw, Marinda" userId="1925e1df-708d-4e9b-949d-dce54b073cdc" providerId="ADAL" clId="{9F3E1E1E-8C2C-436C-A3CB-667329649D47}" dt="2023-03-14T07:19:04.317" v="25" actId="1076"/>
          <ac:spMkLst>
            <pc:docMk/>
            <pc:sldMk cId="0" sldId="1346"/>
            <ac:spMk id="53250" creationId="{AB6AC193-6987-9226-FD02-AAB6CEC62604}"/>
          </ac:spMkLst>
        </pc:spChg>
      </pc:sldChg>
      <pc:sldChg chg="modSp mod">
        <pc:chgData name="Louw, Marinda" userId="1925e1df-708d-4e9b-949d-dce54b073cdc" providerId="ADAL" clId="{9F3E1E1E-8C2C-436C-A3CB-667329649D47}" dt="2023-03-14T07:19:18.706" v="26" actId="1076"/>
        <pc:sldMkLst>
          <pc:docMk/>
          <pc:sldMk cId="2871809377" sldId="1367"/>
        </pc:sldMkLst>
        <pc:spChg chg="mod">
          <ac:chgData name="Louw, Marinda" userId="1925e1df-708d-4e9b-949d-dce54b073cdc" providerId="ADAL" clId="{9F3E1E1E-8C2C-436C-A3CB-667329649D47}" dt="2023-03-14T07:19:18.706" v="26" actId="1076"/>
          <ac:spMkLst>
            <pc:docMk/>
            <pc:sldMk cId="2871809377" sldId="1367"/>
            <ac:spMk id="61443" creationId="{081034CC-F1AD-94F9-6CF2-80B56841B49B}"/>
          </ac:spMkLst>
        </pc:spChg>
        <pc:picChg chg="mod">
          <ac:chgData name="Louw, Marinda" userId="1925e1df-708d-4e9b-949d-dce54b073cdc" providerId="ADAL" clId="{9F3E1E1E-8C2C-436C-A3CB-667329649D47}" dt="2023-03-14T07:19:02.841" v="24" actId="14100"/>
          <ac:picMkLst>
            <pc:docMk/>
            <pc:sldMk cId="2871809377" sldId="1367"/>
            <ac:picMk id="3" creationId="{7EA3E9D7-BF7B-FABE-A455-B8771A141775}"/>
          </ac:picMkLst>
        </pc:picChg>
      </pc:sldChg>
    </pc:docChg>
  </pc:docChgLst>
  <pc:docChgLst>
    <pc:chgData name="Louw, Marinda" userId="1925e1df-708d-4e9b-949d-dce54b073cdc" providerId="ADAL" clId="{5A745C7C-1331-4FE7-AD44-AC9BFD9AF3CB}"/>
    <pc:docChg chg="custSel delSld modMainMaster">
      <pc:chgData name="Louw, Marinda" userId="1925e1df-708d-4e9b-949d-dce54b073cdc" providerId="ADAL" clId="{5A745C7C-1331-4FE7-AD44-AC9BFD9AF3CB}" dt="2023-03-03T14:11:36.071" v="15" actId="2696"/>
      <pc:docMkLst>
        <pc:docMk/>
      </pc:docMkLst>
      <pc:sldChg chg="del">
        <pc:chgData name="Louw, Marinda" userId="1925e1df-708d-4e9b-949d-dce54b073cdc" providerId="ADAL" clId="{5A745C7C-1331-4FE7-AD44-AC9BFD9AF3CB}" dt="2023-03-03T14:11:36.071" v="15" actId="2696"/>
        <pc:sldMkLst>
          <pc:docMk/>
          <pc:sldMk cId="0" sldId="1287"/>
        </pc:sldMkLst>
      </pc:sldChg>
      <pc:sldMasterChg chg="modSldLayout">
        <pc:chgData name="Louw, Marinda" userId="1925e1df-708d-4e9b-949d-dce54b073cdc" providerId="ADAL" clId="{5A745C7C-1331-4FE7-AD44-AC9BFD9AF3CB}" dt="2023-03-03T14:11:28.246" v="14"/>
        <pc:sldMasterMkLst>
          <pc:docMk/>
          <pc:sldMasterMk cId="185144247" sldId="2147483648"/>
        </pc:sldMasterMkLst>
        <pc:sldLayoutChg chg="addSp delSp modSp mod">
          <pc:chgData name="Louw, Marinda" userId="1925e1df-708d-4e9b-949d-dce54b073cdc" providerId="ADAL" clId="{5A745C7C-1331-4FE7-AD44-AC9BFD9AF3CB}" dt="2023-03-03T14:11:24.081" v="12"/>
          <pc:sldLayoutMkLst>
            <pc:docMk/>
            <pc:sldMasterMk cId="185144247" sldId="2147483648"/>
            <pc:sldLayoutMk cId="135120275" sldId="2147483651"/>
          </pc:sldLayoutMkLst>
          <pc:spChg chg="del">
            <ac:chgData name="Louw, Marinda" userId="1925e1df-708d-4e9b-949d-dce54b073cdc" providerId="ADAL" clId="{5A745C7C-1331-4FE7-AD44-AC9BFD9AF3CB}" dt="2023-03-03T14:11:03.881" v="1" actId="478"/>
            <ac:spMkLst>
              <pc:docMk/>
              <pc:sldMasterMk cId="185144247" sldId="2147483648"/>
              <pc:sldLayoutMk cId="135120275" sldId="2147483651"/>
              <ac:spMk id="4" creationId="{C75A7504-F6EA-4EC6-B283-F508BCF213D1}"/>
            </ac:spMkLst>
          </pc:spChg>
          <pc:spChg chg="del">
            <ac:chgData name="Louw, Marinda" userId="1925e1df-708d-4e9b-949d-dce54b073cdc" providerId="ADAL" clId="{5A745C7C-1331-4FE7-AD44-AC9BFD9AF3CB}" dt="2023-03-03T14:11:04.617" v="2" actId="478"/>
            <ac:spMkLst>
              <pc:docMk/>
              <pc:sldMasterMk cId="185144247" sldId="2147483648"/>
              <pc:sldLayoutMk cId="135120275" sldId="2147483651"/>
              <ac:spMk id="5" creationId="{EC7498E3-1822-479D-A14F-DC0C403A78AF}"/>
            </ac:spMkLst>
          </pc:spChg>
          <pc:spChg chg="del">
            <ac:chgData name="Louw, Marinda" userId="1925e1df-708d-4e9b-949d-dce54b073cdc" providerId="ADAL" clId="{5A745C7C-1331-4FE7-AD44-AC9BFD9AF3CB}" dt="2023-03-03T14:11:05.289" v="3" actId="478"/>
            <ac:spMkLst>
              <pc:docMk/>
              <pc:sldMasterMk cId="185144247" sldId="2147483648"/>
              <pc:sldLayoutMk cId="135120275" sldId="2147483651"/>
              <ac:spMk id="6" creationId="{4B0554E8-B5DB-4CB7-AD0A-8806FE9AFE0D}"/>
            </ac:spMkLst>
          </pc:spChg>
          <pc:spChg chg="add mod">
            <ac:chgData name="Louw, Marinda" userId="1925e1df-708d-4e9b-949d-dce54b073cdc" providerId="ADAL" clId="{5A745C7C-1331-4FE7-AD44-AC9BFD9AF3CB}" dt="2023-03-03T14:11:24.081" v="12"/>
            <ac:spMkLst>
              <pc:docMk/>
              <pc:sldMasterMk cId="185144247" sldId="2147483648"/>
              <pc:sldLayoutMk cId="135120275" sldId="2147483651"/>
              <ac:spMk id="8" creationId="{BBF9B41F-315F-D3AE-B1BD-EA8850F361C8}"/>
            </ac:spMkLst>
          </pc:spChg>
          <pc:picChg chg="add mod">
            <ac:chgData name="Louw, Marinda" userId="1925e1df-708d-4e9b-949d-dce54b073cdc" providerId="ADAL" clId="{5A745C7C-1331-4FE7-AD44-AC9BFD9AF3CB}" dt="2023-03-03T14:11:02.189" v="0"/>
            <ac:picMkLst>
              <pc:docMk/>
              <pc:sldMasterMk cId="185144247" sldId="2147483648"/>
              <pc:sldLayoutMk cId="135120275" sldId="2147483651"/>
              <ac:picMk id="7" creationId="{F5BCFCFA-C75C-857B-3F3D-C5945AECA8F5}"/>
            </ac:picMkLst>
          </pc:picChg>
          <pc:picChg chg="add mod">
            <ac:chgData name="Louw, Marinda" userId="1925e1df-708d-4e9b-949d-dce54b073cdc" providerId="ADAL" clId="{5A745C7C-1331-4FE7-AD44-AC9BFD9AF3CB}" dt="2023-03-03T14:11:24.081" v="12"/>
            <ac:picMkLst>
              <pc:docMk/>
              <pc:sldMasterMk cId="185144247" sldId="2147483648"/>
              <pc:sldLayoutMk cId="135120275" sldId="2147483651"/>
              <ac:picMk id="9" creationId="{761705E3-DFCF-5F21-F5AC-2B8AB1F38F89}"/>
            </ac:picMkLst>
          </pc:picChg>
        </pc:sldLayoutChg>
        <pc:sldLayoutChg chg="addSp delSp modSp mod">
          <pc:chgData name="Louw, Marinda" userId="1925e1df-708d-4e9b-949d-dce54b073cdc" providerId="ADAL" clId="{5A745C7C-1331-4FE7-AD44-AC9BFD9AF3CB}" dt="2023-03-03T14:11:26.114" v="13"/>
          <pc:sldLayoutMkLst>
            <pc:docMk/>
            <pc:sldMasterMk cId="185144247" sldId="2147483648"/>
            <pc:sldLayoutMk cId="4026493022" sldId="2147483654"/>
          </pc:sldLayoutMkLst>
          <pc:spChg chg="del">
            <ac:chgData name="Louw, Marinda" userId="1925e1df-708d-4e9b-949d-dce54b073cdc" providerId="ADAL" clId="{5A745C7C-1331-4FE7-AD44-AC9BFD9AF3CB}" dt="2023-03-03T14:11:10.710" v="5" actId="478"/>
            <ac:spMkLst>
              <pc:docMk/>
              <pc:sldMasterMk cId="185144247" sldId="2147483648"/>
              <pc:sldLayoutMk cId="4026493022" sldId="2147483654"/>
              <ac:spMk id="3" creationId="{0F52A65F-80CA-4DB8-ACBF-4A928B01CCD5}"/>
            </ac:spMkLst>
          </pc:spChg>
          <pc:spChg chg="del">
            <ac:chgData name="Louw, Marinda" userId="1925e1df-708d-4e9b-949d-dce54b073cdc" providerId="ADAL" clId="{5A745C7C-1331-4FE7-AD44-AC9BFD9AF3CB}" dt="2023-03-03T14:11:11.304" v="6" actId="478"/>
            <ac:spMkLst>
              <pc:docMk/>
              <pc:sldMasterMk cId="185144247" sldId="2147483648"/>
              <pc:sldLayoutMk cId="4026493022" sldId="2147483654"/>
              <ac:spMk id="4" creationId="{69FB51C7-145F-4D62-8B69-5082324DF5D5}"/>
            </ac:spMkLst>
          </pc:spChg>
          <pc:spChg chg="del">
            <ac:chgData name="Louw, Marinda" userId="1925e1df-708d-4e9b-949d-dce54b073cdc" providerId="ADAL" clId="{5A745C7C-1331-4FE7-AD44-AC9BFD9AF3CB}" dt="2023-03-03T14:11:12.120" v="7" actId="478"/>
            <ac:spMkLst>
              <pc:docMk/>
              <pc:sldMasterMk cId="185144247" sldId="2147483648"/>
              <pc:sldLayoutMk cId="4026493022" sldId="2147483654"/>
              <ac:spMk id="5" creationId="{59EDDE8F-B776-415E-9822-832A7352AE20}"/>
            </ac:spMkLst>
          </pc:spChg>
          <pc:spChg chg="add mod">
            <ac:chgData name="Louw, Marinda" userId="1925e1df-708d-4e9b-949d-dce54b073cdc" providerId="ADAL" clId="{5A745C7C-1331-4FE7-AD44-AC9BFD9AF3CB}" dt="2023-03-03T14:11:26.114" v="13"/>
            <ac:spMkLst>
              <pc:docMk/>
              <pc:sldMasterMk cId="185144247" sldId="2147483648"/>
              <pc:sldLayoutMk cId="4026493022" sldId="2147483654"/>
              <ac:spMk id="7" creationId="{EC516C72-D7B6-4892-43C5-203ABE7D77E2}"/>
            </ac:spMkLst>
          </pc:spChg>
          <pc:picChg chg="add mod">
            <ac:chgData name="Louw, Marinda" userId="1925e1df-708d-4e9b-949d-dce54b073cdc" providerId="ADAL" clId="{5A745C7C-1331-4FE7-AD44-AC9BFD9AF3CB}" dt="2023-03-03T14:11:09.196" v="4"/>
            <ac:picMkLst>
              <pc:docMk/>
              <pc:sldMasterMk cId="185144247" sldId="2147483648"/>
              <pc:sldLayoutMk cId="4026493022" sldId="2147483654"/>
              <ac:picMk id="6" creationId="{F3804E64-A28E-28BD-5D86-C2DDFE91C2E7}"/>
            </ac:picMkLst>
          </pc:picChg>
          <pc:picChg chg="add mod">
            <ac:chgData name="Louw, Marinda" userId="1925e1df-708d-4e9b-949d-dce54b073cdc" providerId="ADAL" clId="{5A745C7C-1331-4FE7-AD44-AC9BFD9AF3CB}" dt="2023-03-03T14:11:26.114" v="13"/>
            <ac:picMkLst>
              <pc:docMk/>
              <pc:sldMasterMk cId="185144247" sldId="2147483648"/>
              <pc:sldLayoutMk cId="4026493022" sldId="2147483654"/>
              <ac:picMk id="8" creationId="{59B28044-82F9-8ED3-D9F6-5B3F458EC336}"/>
            </ac:picMkLst>
          </pc:picChg>
        </pc:sldLayoutChg>
        <pc:sldLayoutChg chg="addSp delSp modSp mod">
          <pc:chgData name="Louw, Marinda" userId="1925e1df-708d-4e9b-949d-dce54b073cdc" providerId="ADAL" clId="{5A745C7C-1331-4FE7-AD44-AC9BFD9AF3CB}" dt="2023-03-03T14:11:28.246" v="14"/>
          <pc:sldLayoutMkLst>
            <pc:docMk/>
            <pc:sldMasterMk cId="185144247" sldId="2147483648"/>
            <pc:sldLayoutMk cId="2839756042" sldId="2147483655"/>
          </pc:sldLayoutMkLst>
          <pc:spChg chg="del">
            <ac:chgData name="Louw, Marinda" userId="1925e1df-708d-4e9b-949d-dce54b073cdc" providerId="ADAL" clId="{5A745C7C-1331-4FE7-AD44-AC9BFD9AF3CB}" dt="2023-03-03T14:11:15.201" v="9" actId="478"/>
            <ac:spMkLst>
              <pc:docMk/>
              <pc:sldMasterMk cId="185144247" sldId="2147483648"/>
              <pc:sldLayoutMk cId="2839756042" sldId="2147483655"/>
              <ac:spMk id="2" creationId="{E7836047-3097-47EE-9B81-A80AE67A98E8}"/>
            </ac:spMkLst>
          </pc:spChg>
          <pc:spChg chg="del">
            <ac:chgData name="Louw, Marinda" userId="1925e1df-708d-4e9b-949d-dce54b073cdc" providerId="ADAL" clId="{5A745C7C-1331-4FE7-AD44-AC9BFD9AF3CB}" dt="2023-03-03T14:11:17.581" v="10" actId="478"/>
            <ac:spMkLst>
              <pc:docMk/>
              <pc:sldMasterMk cId="185144247" sldId="2147483648"/>
              <pc:sldLayoutMk cId="2839756042" sldId="2147483655"/>
              <ac:spMk id="3" creationId="{E1E8E89C-A047-478A-9C4E-6F8534370223}"/>
            </ac:spMkLst>
          </pc:spChg>
          <pc:spChg chg="del">
            <ac:chgData name="Louw, Marinda" userId="1925e1df-708d-4e9b-949d-dce54b073cdc" providerId="ADAL" clId="{5A745C7C-1331-4FE7-AD44-AC9BFD9AF3CB}" dt="2023-03-03T14:11:18.153" v="11" actId="478"/>
            <ac:spMkLst>
              <pc:docMk/>
              <pc:sldMasterMk cId="185144247" sldId="2147483648"/>
              <pc:sldLayoutMk cId="2839756042" sldId="2147483655"/>
              <ac:spMk id="4" creationId="{5D30FC12-D432-4C4D-8D1E-E278D82E2B4C}"/>
            </ac:spMkLst>
          </pc:spChg>
          <pc:spChg chg="add mod">
            <ac:chgData name="Louw, Marinda" userId="1925e1df-708d-4e9b-949d-dce54b073cdc" providerId="ADAL" clId="{5A745C7C-1331-4FE7-AD44-AC9BFD9AF3CB}" dt="2023-03-03T14:11:28.246" v="14"/>
            <ac:spMkLst>
              <pc:docMk/>
              <pc:sldMasterMk cId="185144247" sldId="2147483648"/>
              <pc:sldLayoutMk cId="2839756042" sldId="2147483655"/>
              <ac:spMk id="6" creationId="{934A119D-91BA-FF48-A075-E4EB1AFCB6C7}"/>
            </ac:spMkLst>
          </pc:spChg>
          <pc:picChg chg="add mod">
            <ac:chgData name="Louw, Marinda" userId="1925e1df-708d-4e9b-949d-dce54b073cdc" providerId="ADAL" clId="{5A745C7C-1331-4FE7-AD44-AC9BFD9AF3CB}" dt="2023-03-03T14:11:13.752" v="8"/>
            <ac:picMkLst>
              <pc:docMk/>
              <pc:sldMasterMk cId="185144247" sldId="2147483648"/>
              <pc:sldLayoutMk cId="2839756042" sldId="2147483655"/>
              <ac:picMk id="5" creationId="{9FE1FF94-45CD-3735-E59D-5EE075A2E609}"/>
            </ac:picMkLst>
          </pc:picChg>
          <pc:picChg chg="add mod">
            <ac:chgData name="Louw, Marinda" userId="1925e1df-708d-4e9b-949d-dce54b073cdc" providerId="ADAL" clId="{5A745C7C-1331-4FE7-AD44-AC9BFD9AF3CB}" dt="2023-03-03T14:11:28.246" v="14"/>
            <ac:picMkLst>
              <pc:docMk/>
              <pc:sldMasterMk cId="185144247" sldId="2147483648"/>
              <pc:sldLayoutMk cId="2839756042" sldId="2147483655"/>
              <ac:picMk id="7" creationId="{C8508DA7-119A-7646-D3FA-823B792977B1}"/>
            </ac:picMkLst>
          </pc:picChg>
        </pc:sldLayoutChg>
      </pc:sldMasterChg>
    </pc:docChg>
  </pc:docChgLst>
  <pc:docChgLst>
    <pc:chgData name="Botha, Veronique" userId="1bad49fb-5a10-43b3-b6d4-a88c2c37d64c" providerId="ADAL" clId="{154CAAA5-15D5-4367-9FAE-B265ED9AFCE8}"/>
    <pc:docChg chg="undo custSel modSld">
      <pc:chgData name="Botha, Veronique" userId="1bad49fb-5a10-43b3-b6d4-a88c2c37d64c" providerId="ADAL" clId="{154CAAA5-15D5-4367-9FAE-B265ED9AFCE8}" dt="2022-11-16T15:19:26.984" v="12"/>
      <pc:docMkLst>
        <pc:docMk/>
      </pc:docMkLst>
      <pc:sldChg chg="modSp mod">
        <pc:chgData name="Botha, Veronique" userId="1bad49fb-5a10-43b3-b6d4-a88c2c37d64c" providerId="ADAL" clId="{154CAAA5-15D5-4367-9FAE-B265ED9AFCE8}" dt="2022-11-16T15:19:26.984" v="12"/>
        <pc:sldMkLst>
          <pc:docMk/>
          <pc:sldMk cId="1202842091" sldId="256"/>
        </pc:sldMkLst>
        <pc:spChg chg="mod">
          <ac:chgData name="Botha, Veronique" userId="1bad49fb-5a10-43b3-b6d4-a88c2c37d64c" providerId="ADAL" clId="{154CAAA5-15D5-4367-9FAE-B265ED9AFCE8}" dt="2022-11-16T15:19:16.006" v="9" actId="20577"/>
          <ac:spMkLst>
            <pc:docMk/>
            <pc:sldMk cId="1202842091" sldId="256"/>
            <ac:spMk id="2" creationId="{8534BFD5-1E66-4E55-A7E9-426951B672B8}"/>
          </ac:spMkLst>
        </pc:spChg>
        <pc:spChg chg="mod">
          <ac:chgData name="Botha, Veronique" userId="1bad49fb-5a10-43b3-b6d4-a88c2c37d64c" providerId="ADAL" clId="{154CAAA5-15D5-4367-9FAE-B265ED9AFCE8}" dt="2022-11-16T15:19:26.984" v="12"/>
          <ac:spMkLst>
            <pc:docMk/>
            <pc:sldMk cId="1202842091" sldId="256"/>
            <ac:spMk id="3" creationId="{FA8F09E3-795B-4D34-BBA9-710402A59073}"/>
          </ac:spMkLst>
        </pc:spChg>
      </pc:sldChg>
    </pc:docChg>
  </pc:docChgLst>
  <pc:docChgLst>
    <pc:chgData name="Botha, Veronique" userId="1bad49fb-5a10-43b3-b6d4-a88c2c37d64c" providerId="ADAL" clId="{0F688460-47E3-4884-82B4-92EE6F147617}"/>
    <pc:docChg chg="custSel addSld modMainMaster">
      <pc:chgData name="Botha, Veronique" userId="1bad49fb-5a10-43b3-b6d4-a88c2c37d64c" providerId="ADAL" clId="{0F688460-47E3-4884-82B4-92EE6F147617}" dt="2022-11-16T14:40:15.106" v="151" actId="1076"/>
      <pc:docMkLst>
        <pc:docMk/>
      </pc:docMkLst>
      <pc:sldChg chg="new">
        <pc:chgData name="Botha, Veronique" userId="1bad49fb-5a10-43b3-b6d4-a88c2c37d64c" providerId="ADAL" clId="{0F688460-47E3-4884-82B4-92EE6F147617}" dt="2022-11-16T14:37:33.324" v="141" actId="680"/>
        <pc:sldMkLst>
          <pc:docMk/>
          <pc:sldMk cId="1202842091" sldId="256"/>
        </pc:sldMkLst>
      </pc:sldChg>
      <pc:sldChg chg="new">
        <pc:chgData name="Botha, Veronique" userId="1bad49fb-5a10-43b3-b6d4-a88c2c37d64c" providerId="ADAL" clId="{0F688460-47E3-4884-82B4-92EE6F147617}" dt="2022-11-16T14:37:40.019" v="142" actId="680"/>
        <pc:sldMkLst>
          <pc:docMk/>
          <pc:sldMk cId="3421052916" sldId="257"/>
        </pc:sldMkLst>
      </pc:sldChg>
      <pc:sldChg chg="new">
        <pc:chgData name="Botha, Veronique" userId="1bad49fb-5a10-43b3-b6d4-a88c2c37d64c" providerId="ADAL" clId="{0F688460-47E3-4884-82B4-92EE6F147617}" dt="2022-11-16T14:39:19.440" v="147" actId="680"/>
        <pc:sldMkLst>
          <pc:docMk/>
          <pc:sldMk cId="2183064288" sldId="258"/>
        </pc:sldMkLst>
      </pc:sldChg>
      <pc:sldMasterChg chg="modSldLayout">
        <pc:chgData name="Botha, Veronique" userId="1bad49fb-5a10-43b3-b6d4-a88c2c37d64c" providerId="ADAL" clId="{0F688460-47E3-4884-82B4-92EE6F147617}" dt="2022-11-16T14:40:15.106" v="151" actId="1076"/>
        <pc:sldMasterMkLst>
          <pc:docMk/>
          <pc:sldMasterMk cId="185144247" sldId="2147483648"/>
        </pc:sldMasterMkLst>
        <pc:sldLayoutChg chg="addSp delSp modSp mod">
          <pc:chgData name="Botha, Veronique" userId="1bad49fb-5a10-43b3-b6d4-a88c2c37d64c" providerId="ADAL" clId="{0F688460-47E3-4884-82B4-92EE6F147617}" dt="2022-11-16T14:38:57.525" v="146" actId="207"/>
          <pc:sldLayoutMkLst>
            <pc:docMk/>
            <pc:sldMasterMk cId="185144247" sldId="2147483648"/>
            <pc:sldLayoutMk cId="2687411169" sldId="2147483649"/>
          </pc:sldLayoutMkLst>
          <pc:spChg chg="mod">
            <ac:chgData name="Botha, Veronique" userId="1bad49fb-5a10-43b3-b6d4-a88c2c37d64c" providerId="ADAL" clId="{0F688460-47E3-4884-82B4-92EE6F147617}" dt="2022-11-16T14:38:57.525" v="146" actId="207"/>
            <ac:spMkLst>
              <pc:docMk/>
              <pc:sldMasterMk cId="185144247" sldId="2147483648"/>
              <pc:sldLayoutMk cId="2687411169" sldId="2147483649"/>
              <ac:spMk id="2" creationId="{C3132C8B-B083-44C5-81CC-B514A1AB1719}"/>
            </ac:spMkLst>
          </pc:spChg>
          <pc:spChg chg="mod">
            <ac:chgData name="Botha, Veronique" userId="1bad49fb-5a10-43b3-b6d4-a88c2c37d64c" providerId="ADAL" clId="{0F688460-47E3-4884-82B4-92EE6F147617}" dt="2022-11-16T14:34:49.650" v="120" actId="14100"/>
            <ac:spMkLst>
              <pc:docMk/>
              <pc:sldMasterMk cId="185144247" sldId="2147483648"/>
              <pc:sldLayoutMk cId="2687411169" sldId="2147483649"/>
              <ac:spMk id="3" creationId="{42792273-BD7F-4D39-B2D4-48ABF407B66C}"/>
            </ac:spMkLst>
          </pc:spChg>
          <pc:spChg chg="del">
            <ac:chgData name="Botha, Veronique" userId="1bad49fb-5a10-43b3-b6d4-a88c2c37d64c" providerId="ADAL" clId="{0F688460-47E3-4884-82B4-92EE6F147617}" dt="2022-11-16T14:27:05.311" v="1" actId="478"/>
            <ac:spMkLst>
              <pc:docMk/>
              <pc:sldMasterMk cId="185144247" sldId="2147483648"/>
              <pc:sldLayoutMk cId="2687411169" sldId="2147483649"/>
              <ac:spMk id="4" creationId="{62F4F6CF-BAC6-4B2C-8171-18BFC709EDCB}"/>
            </ac:spMkLst>
          </pc:spChg>
          <pc:spChg chg="del">
            <ac:chgData name="Botha, Veronique" userId="1bad49fb-5a10-43b3-b6d4-a88c2c37d64c" providerId="ADAL" clId="{0F688460-47E3-4884-82B4-92EE6F147617}" dt="2022-11-16T14:27:08.216" v="2" actId="478"/>
            <ac:spMkLst>
              <pc:docMk/>
              <pc:sldMasterMk cId="185144247" sldId="2147483648"/>
              <pc:sldLayoutMk cId="2687411169" sldId="2147483649"/>
              <ac:spMk id="5" creationId="{7254D155-DCD0-4846-88B4-3176697E2644}"/>
            </ac:spMkLst>
          </pc:spChg>
          <pc:spChg chg="del">
            <ac:chgData name="Botha, Veronique" userId="1bad49fb-5a10-43b3-b6d4-a88c2c37d64c" providerId="ADAL" clId="{0F688460-47E3-4884-82B4-92EE6F147617}" dt="2022-11-16T14:27:11.328" v="3" actId="478"/>
            <ac:spMkLst>
              <pc:docMk/>
              <pc:sldMasterMk cId="185144247" sldId="2147483648"/>
              <pc:sldLayoutMk cId="2687411169" sldId="2147483649"/>
              <ac:spMk id="6" creationId="{480F4BC0-BCF6-4453-BA8F-659477ADA995}"/>
            </ac:spMkLst>
          </pc:spChg>
          <pc:spChg chg="add mod">
            <ac:chgData name="Botha, Veronique" userId="1bad49fb-5a10-43b3-b6d4-a88c2c37d64c" providerId="ADAL" clId="{0F688460-47E3-4884-82B4-92EE6F147617}" dt="2022-11-16T14:34:42.330" v="119" actId="207"/>
            <ac:spMkLst>
              <pc:docMk/>
              <pc:sldMasterMk cId="185144247" sldId="2147483648"/>
              <pc:sldLayoutMk cId="2687411169" sldId="2147483649"/>
              <ac:spMk id="7" creationId="{2E3E2F55-7594-48A6-B6F0-8B23DDA51AAA}"/>
            </ac:spMkLst>
          </pc:spChg>
          <pc:picChg chg="add mod">
            <ac:chgData name="Botha, Veronique" userId="1bad49fb-5a10-43b3-b6d4-a88c2c37d64c" providerId="ADAL" clId="{0F688460-47E3-4884-82B4-92EE6F147617}" dt="2022-11-16T14:34:30.233" v="117" actId="1076"/>
            <ac:picMkLst>
              <pc:docMk/>
              <pc:sldMasterMk cId="185144247" sldId="2147483648"/>
              <pc:sldLayoutMk cId="2687411169" sldId="2147483649"/>
              <ac:picMk id="8" creationId="{84451674-DAFF-4A33-8F0C-1476B0F2E20A}"/>
            </ac:picMkLst>
          </pc:picChg>
          <pc:picChg chg="add mod">
            <ac:chgData name="Botha, Veronique" userId="1bad49fb-5a10-43b3-b6d4-a88c2c37d64c" providerId="ADAL" clId="{0F688460-47E3-4884-82B4-92EE6F147617}" dt="2022-11-16T14:34:15.540" v="114" actId="1076"/>
            <ac:picMkLst>
              <pc:docMk/>
              <pc:sldMasterMk cId="185144247" sldId="2147483648"/>
              <pc:sldLayoutMk cId="2687411169" sldId="2147483649"/>
              <ac:picMk id="9" creationId="{30730AB0-2D9F-4AD5-B015-948A783A088B}"/>
            </ac:picMkLst>
          </pc:picChg>
        </pc:sldLayoutChg>
        <pc:sldLayoutChg chg="addSp delSp modSp mod">
          <pc:chgData name="Botha, Veronique" userId="1bad49fb-5a10-43b3-b6d4-a88c2c37d64c" providerId="ADAL" clId="{0F688460-47E3-4884-82B4-92EE6F147617}" dt="2022-11-16T14:40:15.106" v="151" actId="1076"/>
          <pc:sldLayoutMkLst>
            <pc:docMk/>
            <pc:sldMasterMk cId="185144247" sldId="2147483648"/>
            <pc:sldLayoutMk cId="2946613110" sldId="2147483650"/>
          </pc:sldLayoutMkLst>
          <pc:spChg chg="mod">
            <ac:chgData name="Botha, Veronique" userId="1bad49fb-5a10-43b3-b6d4-a88c2c37d64c" providerId="ADAL" clId="{0F688460-47E3-4884-82B4-92EE6F147617}" dt="2022-11-16T14:37:58.701" v="144" actId="14100"/>
            <ac:spMkLst>
              <pc:docMk/>
              <pc:sldMasterMk cId="185144247" sldId="2147483648"/>
              <pc:sldLayoutMk cId="2946613110" sldId="2147483650"/>
              <ac:spMk id="2" creationId="{1755963A-7D81-4CC3-9727-6F61DD48CB2E}"/>
            </ac:spMkLst>
          </pc:spChg>
          <pc:spChg chg="mod">
            <ac:chgData name="Botha, Veronique" userId="1bad49fb-5a10-43b3-b6d4-a88c2c37d64c" providerId="ADAL" clId="{0F688460-47E3-4884-82B4-92EE6F147617}" dt="2022-11-16T14:38:01.979" v="145" actId="14100"/>
            <ac:spMkLst>
              <pc:docMk/>
              <pc:sldMasterMk cId="185144247" sldId="2147483648"/>
              <pc:sldLayoutMk cId="2946613110" sldId="2147483650"/>
              <ac:spMk id="3" creationId="{2EE1CFED-D0D0-4EE1-B8F9-AB8C5707482C}"/>
            </ac:spMkLst>
          </pc:spChg>
          <pc:spChg chg="del">
            <ac:chgData name="Botha, Veronique" userId="1bad49fb-5a10-43b3-b6d4-a88c2c37d64c" providerId="ADAL" clId="{0F688460-47E3-4884-82B4-92EE6F147617}" dt="2022-11-16T14:35:28.264" v="122" actId="478"/>
            <ac:spMkLst>
              <pc:docMk/>
              <pc:sldMasterMk cId="185144247" sldId="2147483648"/>
              <pc:sldLayoutMk cId="2946613110" sldId="2147483650"/>
              <ac:spMk id="4" creationId="{A46032CA-3120-445B-859F-A388A54365E3}"/>
            </ac:spMkLst>
          </pc:spChg>
          <pc:spChg chg="del">
            <ac:chgData name="Botha, Veronique" userId="1bad49fb-5a10-43b3-b6d4-a88c2c37d64c" providerId="ADAL" clId="{0F688460-47E3-4884-82B4-92EE6F147617}" dt="2022-11-16T14:35:30.787" v="123" actId="478"/>
            <ac:spMkLst>
              <pc:docMk/>
              <pc:sldMasterMk cId="185144247" sldId="2147483648"/>
              <pc:sldLayoutMk cId="2946613110" sldId="2147483650"/>
              <ac:spMk id="5" creationId="{95ED0CA8-7BAA-495D-8A1E-60766E2CE665}"/>
            </ac:spMkLst>
          </pc:spChg>
          <pc:spChg chg="del">
            <ac:chgData name="Botha, Veronique" userId="1bad49fb-5a10-43b3-b6d4-a88c2c37d64c" providerId="ADAL" clId="{0F688460-47E3-4884-82B4-92EE6F147617}" dt="2022-11-16T14:35:32.370" v="124" actId="478"/>
            <ac:spMkLst>
              <pc:docMk/>
              <pc:sldMasterMk cId="185144247" sldId="2147483648"/>
              <pc:sldLayoutMk cId="2946613110" sldId="2147483650"/>
              <ac:spMk id="6" creationId="{DF006B34-79E3-4660-8CA5-DBBB53923C3A}"/>
            </ac:spMkLst>
          </pc:spChg>
          <pc:spChg chg="add mod">
            <ac:chgData name="Botha, Veronique" userId="1bad49fb-5a10-43b3-b6d4-a88c2c37d64c" providerId="ADAL" clId="{0F688460-47E3-4884-82B4-92EE6F147617}" dt="2022-11-16T14:40:15.106" v="151" actId="1076"/>
            <ac:spMkLst>
              <pc:docMk/>
              <pc:sldMasterMk cId="185144247" sldId="2147483648"/>
              <pc:sldLayoutMk cId="2946613110" sldId="2147483650"/>
              <ac:spMk id="7" creationId="{ED3F2F31-B13D-46E2-8E70-921D5AE726D3}"/>
            </ac:spMkLst>
          </pc:spChg>
          <pc:picChg chg="add mod">
            <ac:chgData name="Botha, Veronique" userId="1bad49fb-5a10-43b3-b6d4-a88c2c37d64c" providerId="ADAL" clId="{0F688460-47E3-4884-82B4-92EE6F147617}" dt="2022-11-16T14:40:01.354" v="150" actId="1076"/>
            <ac:picMkLst>
              <pc:docMk/>
              <pc:sldMasterMk cId="185144247" sldId="2147483648"/>
              <pc:sldLayoutMk cId="2946613110" sldId="2147483650"/>
              <ac:picMk id="8" creationId="{28937AB9-CB45-4869-9151-F5B690744AE8}"/>
            </ac:picMkLst>
          </pc:picChg>
          <pc:picChg chg="add mod modCrop">
            <ac:chgData name="Botha, Veronique" userId="1bad49fb-5a10-43b3-b6d4-a88c2c37d64c" providerId="ADAL" clId="{0F688460-47E3-4884-82B4-92EE6F147617}" dt="2022-11-16T14:36:56.587" v="136" actId="1076"/>
            <ac:picMkLst>
              <pc:docMk/>
              <pc:sldMasterMk cId="185144247" sldId="2147483648"/>
              <pc:sldLayoutMk cId="2946613110" sldId="2147483650"/>
              <ac:picMk id="9" creationId="{7BEA9479-C39C-4894-8099-90817DA50A2D}"/>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D3FFBD-5C91-4DDC-A49D-A74C73B0425B}" type="datetimeFigureOut">
              <a:rPr lang="en-GB" smtClean="0"/>
              <a:t>28/12/2023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4C93FA-B06F-496B-B79F-696DF1532C35}" type="slidenum">
              <a:rPr lang="en-GB" smtClean="0"/>
              <a:t>‹#›</a:t>
            </a:fld>
            <a:endParaRPr lang="en-GB"/>
          </a:p>
        </p:txBody>
      </p:sp>
    </p:spTree>
    <p:extLst>
      <p:ext uri="{BB962C8B-B14F-4D97-AF65-F5344CB8AC3E}">
        <p14:creationId xmlns:p14="http://schemas.microsoft.com/office/powerpoint/2010/main" val="1975984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479C4A23-1FE8-C632-057B-3B888DE6B8D5}"/>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D1A3877F-8C30-4169-B260-8C55FB80769B}" type="slidenum">
              <a:rPr lang="en-US" altLang="en-US" sz="1200" b="0">
                <a:latin typeface="Calibri" panose="020F0502020204030204" pitchFamily="34" charset="0"/>
              </a:rPr>
              <a:pPr/>
              <a:t>2</a:t>
            </a:fld>
            <a:endParaRPr lang="en-US" altLang="en-US" sz="1200" b="0" dirty="0">
              <a:latin typeface="Calibri" panose="020F0502020204030204" pitchFamily="34" charset="0"/>
            </a:endParaRPr>
          </a:p>
        </p:txBody>
      </p:sp>
      <p:sp>
        <p:nvSpPr>
          <p:cNvPr id="9219" name="Rectangle 2">
            <a:extLst>
              <a:ext uri="{FF2B5EF4-FFF2-40B4-BE49-F238E27FC236}">
                <a16:creationId xmlns:a16="http://schemas.microsoft.com/office/drawing/2014/main" id="{418CF539-6C53-4B9F-44FF-37A557F0E37A}"/>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FC1EC3F6-CA63-7846-9284-231A84B1B6FD}"/>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A960416D-CF13-9C00-C586-38FAA8496972}"/>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ACD009CD-0E87-49F5-88FC-D0FF654591F9}" type="slidenum">
              <a:rPr lang="en-US" altLang="en-US" sz="1200" b="0">
                <a:latin typeface="Calibri" panose="020F0502020204030204" pitchFamily="34" charset="0"/>
              </a:rPr>
              <a:pPr/>
              <a:t>3</a:t>
            </a:fld>
            <a:endParaRPr lang="en-US" altLang="en-US" sz="1200" b="0" dirty="0">
              <a:latin typeface="Calibri" panose="020F0502020204030204" pitchFamily="34" charset="0"/>
            </a:endParaRPr>
          </a:p>
        </p:txBody>
      </p:sp>
      <p:sp>
        <p:nvSpPr>
          <p:cNvPr id="11267" name="Rectangle 2">
            <a:extLst>
              <a:ext uri="{FF2B5EF4-FFF2-40B4-BE49-F238E27FC236}">
                <a16:creationId xmlns:a16="http://schemas.microsoft.com/office/drawing/2014/main" id="{67FB07F9-5FF3-682D-D973-48DC273C29A2}"/>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B976F748-9B2D-E1D6-B252-276AB352DC77}"/>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EA110936-39A6-CFA8-255D-6741D474758A}"/>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C52A03C4-A820-4BC2-A61D-555B8405B352}" type="slidenum">
              <a:rPr lang="en-US" altLang="en-US" sz="1200" b="0">
                <a:latin typeface="Calibri" panose="020F0502020204030204" pitchFamily="34" charset="0"/>
              </a:rPr>
              <a:pPr/>
              <a:t>4</a:t>
            </a:fld>
            <a:endParaRPr lang="en-US" altLang="en-US" sz="1200" b="0" dirty="0">
              <a:latin typeface="Calibri" panose="020F0502020204030204" pitchFamily="34" charset="0"/>
            </a:endParaRPr>
          </a:p>
        </p:txBody>
      </p:sp>
      <p:sp>
        <p:nvSpPr>
          <p:cNvPr id="15363" name="Rectangle 2">
            <a:extLst>
              <a:ext uri="{FF2B5EF4-FFF2-40B4-BE49-F238E27FC236}">
                <a16:creationId xmlns:a16="http://schemas.microsoft.com/office/drawing/2014/main" id="{941EC2AA-DA4A-46E2-371B-A829C7A00193}"/>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42901711-05CA-C43D-46C9-3D9948D4BA23}"/>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E4BC9CCB-558F-692F-69AC-0CD5F61B963F}"/>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370E7991-11E5-44EF-97AB-6241478AE097}" type="slidenum">
              <a:rPr lang="en-US" altLang="en-US" sz="1200" b="0">
                <a:latin typeface="Calibri" panose="020F0502020204030204" pitchFamily="34" charset="0"/>
              </a:rPr>
              <a:pPr/>
              <a:t>5</a:t>
            </a:fld>
            <a:endParaRPr lang="en-US" altLang="en-US" sz="1200" b="0" dirty="0">
              <a:latin typeface="Calibri" panose="020F0502020204030204" pitchFamily="34" charset="0"/>
            </a:endParaRPr>
          </a:p>
        </p:txBody>
      </p:sp>
      <p:sp>
        <p:nvSpPr>
          <p:cNvPr id="17411" name="Rectangle 2">
            <a:extLst>
              <a:ext uri="{FF2B5EF4-FFF2-40B4-BE49-F238E27FC236}">
                <a16:creationId xmlns:a16="http://schemas.microsoft.com/office/drawing/2014/main" id="{F80ED773-A95C-5A88-AEE7-675079AE276D}"/>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C589E365-9A29-9AAB-2444-BDD965B379E5}"/>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F1A53120-5F9A-2C85-7E67-02CD5B7629E6}"/>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7CB311E9-E01E-4D1D-A621-6D3405AB87D3}" type="slidenum">
              <a:rPr lang="en-US" altLang="en-US" sz="1200" b="0">
                <a:latin typeface="Calibri" panose="020F0502020204030204" pitchFamily="34" charset="0"/>
              </a:rPr>
              <a:pPr/>
              <a:t>6</a:t>
            </a:fld>
            <a:endParaRPr lang="en-US" altLang="en-US" sz="1200" b="0" dirty="0">
              <a:latin typeface="Calibri" panose="020F0502020204030204" pitchFamily="34" charset="0"/>
            </a:endParaRPr>
          </a:p>
        </p:txBody>
      </p:sp>
      <p:sp>
        <p:nvSpPr>
          <p:cNvPr id="21507" name="Rectangle 2">
            <a:extLst>
              <a:ext uri="{FF2B5EF4-FFF2-40B4-BE49-F238E27FC236}">
                <a16:creationId xmlns:a16="http://schemas.microsoft.com/office/drawing/2014/main" id="{817C690D-5FBC-ABA4-ADD7-23479CFF2C77}"/>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F955F4CF-379D-5BF4-483F-EE3BE85735E2}"/>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61709B54-DB57-6769-CB65-DBE8FFF70414}"/>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8EA7C6DB-BACE-488A-8565-C53A9B980049}" type="slidenum">
              <a:rPr lang="en-US" altLang="en-US" sz="1200" b="0">
                <a:latin typeface="Calibri" panose="020F0502020204030204" pitchFamily="34" charset="0"/>
              </a:rPr>
              <a:pPr/>
              <a:t>7</a:t>
            </a:fld>
            <a:endParaRPr lang="en-US" altLang="en-US" sz="1200" b="0" dirty="0">
              <a:latin typeface="Calibri" panose="020F0502020204030204" pitchFamily="34" charset="0"/>
            </a:endParaRPr>
          </a:p>
        </p:txBody>
      </p:sp>
      <p:sp>
        <p:nvSpPr>
          <p:cNvPr id="23555" name="Rectangle 2">
            <a:extLst>
              <a:ext uri="{FF2B5EF4-FFF2-40B4-BE49-F238E27FC236}">
                <a16:creationId xmlns:a16="http://schemas.microsoft.com/office/drawing/2014/main" id="{AFE0DED4-0A0E-E438-BDFB-1CC76FC0EA3E}"/>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B3F51811-AA47-F22E-42C6-F9B892CEA8B6}"/>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537FE40C-5B07-E657-E6F6-19978214CB32}"/>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7509B240-093C-4BC4-B894-92B6D46C39D3}" type="slidenum">
              <a:rPr lang="en-US" altLang="en-US" sz="1200" b="0">
                <a:latin typeface="Calibri" panose="020F0502020204030204" pitchFamily="34" charset="0"/>
              </a:rPr>
              <a:pPr/>
              <a:t>9</a:t>
            </a:fld>
            <a:endParaRPr lang="en-US" altLang="en-US" sz="1200" b="0" dirty="0">
              <a:latin typeface="Calibri" panose="020F0502020204030204" pitchFamily="34" charset="0"/>
            </a:endParaRPr>
          </a:p>
        </p:txBody>
      </p:sp>
      <p:sp>
        <p:nvSpPr>
          <p:cNvPr id="30723" name="Rectangle 2">
            <a:extLst>
              <a:ext uri="{FF2B5EF4-FFF2-40B4-BE49-F238E27FC236}">
                <a16:creationId xmlns:a16="http://schemas.microsoft.com/office/drawing/2014/main" id="{071CEFB3-0773-F96F-EC21-6B509E069BDB}"/>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2E5AE636-5899-62AC-E4F4-EDAEEBF99512}"/>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D8A019C5-45D8-BD7C-39DC-73F4F63E987C}"/>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AE12C1CB-931A-4B95-AE43-BACC012DF9AA}" type="slidenum">
              <a:rPr lang="en-US" altLang="en-US" sz="1200" b="0">
                <a:latin typeface="Calibri" panose="020F0502020204030204" pitchFamily="34" charset="0"/>
              </a:rPr>
              <a:pPr/>
              <a:t>12</a:t>
            </a:fld>
            <a:endParaRPr lang="en-US" altLang="en-US" sz="1200" b="0" dirty="0">
              <a:latin typeface="Calibri" panose="020F0502020204030204" pitchFamily="34" charset="0"/>
            </a:endParaRPr>
          </a:p>
        </p:txBody>
      </p:sp>
      <p:sp>
        <p:nvSpPr>
          <p:cNvPr id="50179" name="Rectangle 2">
            <a:extLst>
              <a:ext uri="{FF2B5EF4-FFF2-40B4-BE49-F238E27FC236}">
                <a16:creationId xmlns:a16="http://schemas.microsoft.com/office/drawing/2014/main" id="{0AD99796-429B-3BBC-B995-12D2D9DA280E}"/>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29D504AF-3AC4-5DF4-4497-632C773F1CC4}"/>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3C1A7C79-FD7A-DB64-50A3-56E5B48FE0C9}"/>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D0B9B14C-0AF6-4B64-B168-7962730DC7E8}" type="slidenum">
              <a:rPr lang="en-US" altLang="en-US" sz="1200" b="0">
                <a:latin typeface="Calibri" panose="020F0502020204030204" pitchFamily="34" charset="0"/>
              </a:rPr>
              <a:pPr/>
              <a:t>13</a:t>
            </a:fld>
            <a:endParaRPr lang="en-US" altLang="en-US" sz="1200" b="0" dirty="0">
              <a:latin typeface="Calibri" panose="020F0502020204030204" pitchFamily="34" charset="0"/>
            </a:endParaRPr>
          </a:p>
        </p:txBody>
      </p:sp>
      <p:sp>
        <p:nvSpPr>
          <p:cNvPr id="52227" name="Rectangle 2">
            <a:extLst>
              <a:ext uri="{FF2B5EF4-FFF2-40B4-BE49-F238E27FC236}">
                <a16:creationId xmlns:a16="http://schemas.microsoft.com/office/drawing/2014/main" id="{FA7EEB3F-A22E-3224-0609-11A28A364E57}"/>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BF823079-3763-E4E4-0035-E40340B33CD1}"/>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CF26CB57-4CDA-D458-A8D0-3F730C36C692}"/>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ED2B9FEB-D653-4A82-BA08-E8176637F801}" type="slidenum">
              <a:rPr lang="en-US" altLang="en-US" sz="1200" b="0">
                <a:latin typeface="Calibri" panose="020F0502020204030204" pitchFamily="34" charset="0"/>
              </a:rPr>
              <a:pPr/>
              <a:t>14</a:t>
            </a:fld>
            <a:endParaRPr lang="en-US" altLang="en-US" sz="1200" b="0" dirty="0">
              <a:latin typeface="Calibri" panose="020F0502020204030204" pitchFamily="34" charset="0"/>
            </a:endParaRPr>
          </a:p>
        </p:txBody>
      </p:sp>
      <p:sp>
        <p:nvSpPr>
          <p:cNvPr id="54275" name="Rectangle 2">
            <a:extLst>
              <a:ext uri="{FF2B5EF4-FFF2-40B4-BE49-F238E27FC236}">
                <a16:creationId xmlns:a16="http://schemas.microsoft.com/office/drawing/2014/main" id="{11C7495A-C119-888B-2591-02D3C3504B7E}"/>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937C9773-2E54-0969-DF6A-BC7C6B494A65}"/>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9C42CA9E-4831-B713-0207-CA1201324976}"/>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251FE1BC-85D4-4B20-92D2-89399CBF7579}" type="slidenum">
              <a:rPr lang="en-US" altLang="en-US" sz="1200" b="0">
                <a:latin typeface="Calibri" panose="020F0502020204030204" pitchFamily="34" charset="0"/>
              </a:rPr>
              <a:pPr/>
              <a:t>16</a:t>
            </a:fld>
            <a:endParaRPr lang="en-US" altLang="en-US" sz="1200" b="0" dirty="0">
              <a:latin typeface="Calibri" panose="020F0502020204030204" pitchFamily="34" charset="0"/>
            </a:endParaRPr>
          </a:p>
        </p:txBody>
      </p:sp>
      <p:sp>
        <p:nvSpPr>
          <p:cNvPr id="62467" name="Rectangle 2">
            <a:extLst>
              <a:ext uri="{FF2B5EF4-FFF2-40B4-BE49-F238E27FC236}">
                <a16:creationId xmlns:a16="http://schemas.microsoft.com/office/drawing/2014/main" id="{B8FE974C-0558-B819-7B9F-750B05B38C8E}"/>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DE38D5EC-1E12-D759-635F-48959C7F857C}"/>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9C42CA9E-4831-B713-0207-CA1201324976}"/>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251FE1BC-85D4-4B20-92D2-89399CBF7579}" type="slidenum">
              <a:rPr lang="en-US" altLang="en-US" sz="1200" b="0">
                <a:latin typeface="Calibri" panose="020F0502020204030204" pitchFamily="34" charset="0"/>
              </a:rPr>
              <a:pPr/>
              <a:t>17</a:t>
            </a:fld>
            <a:endParaRPr lang="en-US" altLang="en-US" sz="1200" b="0" dirty="0">
              <a:latin typeface="Calibri" panose="020F0502020204030204" pitchFamily="34" charset="0"/>
            </a:endParaRPr>
          </a:p>
        </p:txBody>
      </p:sp>
      <p:sp>
        <p:nvSpPr>
          <p:cNvPr id="62467" name="Rectangle 2">
            <a:extLst>
              <a:ext uri="{FF2B5EF4-FFF2-40B4-BE49-F238E27FC236}">
                <a16:creationId xmlns:a16="http://schemas.microsoft.com/office/drawing/2014/main" id="{B8FE974C-0558-B819-7B9F-750B05B38C8E}"/>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DE38D5EC-1E12-D759-635F-48959C7F857C}"/>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32047086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9C42CA9E-4831-B713-0207-CA1201324976}"/>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251FE1BC-85D4-4B20-92D2-89399CBF7579}" type="slidenum">
              <a:rPr lang="en-US" altLang="en-US" sz="1200" b="0">
                <a:latin typeface="Calibri" panose="020F0502020204030204" pitchFamily="34" charset="0"/>
              </a:rPr>
              <a:pPr/>
              <a:t>18</a:t>
            </a:fld>
            <a:endParaRPr lang="en-US" altLang="en-US" sz="1200" b="0" dirty="0">
              <a:latin typeface="Calibri" panose="020F0502020204030204" pitchFamily="34" charset="0"/>
            </a:endParaRPr>
          </a:p>
        </p:txBody>
      </p:sp>
      <p:sp>
        <p:nvSpPr>
          <p:cNvPr id="62467" name="Rectangle 2">
            <a:extLst>
              <a:ext uri="{FF2B5EF4-FFF2-40B4-BE49-F238E27FC236}">
                <a16:creationId xmlns:a16="http://schemas.microsoft.com/office/drawing/2014/main" id="{B8FE974C-0558-B819-7B9F-750B05B38C8E}"/>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DE38D5EC-1E12-D759-635F-48959C7F857C}"/>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3653957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EEC98904-8035-676E-28D3-FDF79A54EF65}"/>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94A9F5FA-1D2B-4127-9DD9-009FE87B7FCF}" type="slidenum">
              <a:rPr lang="en-US" altLang="en-US" sz="1200" b="0">
                <a:latin typeface="Calibri" panose="020F0502020204030204" pitchFamily="34" charset="0"/>
              </a:rPr>
              <a:pPr/>
              <a:t>19</a:t>
            </a:fld>
            <a:endParaRPr lang="en-US" altLang="en-US" sz="1200" b="0" dirty="0">
              <a:latin typeface="Calibri" panose="020F0502020204030204" pitchFamily="34" charset="0"/>
            </a:endParaRPr>
          </a:p>
        </p:txBody>
      </p:sp>
      <p:sp>
        <p:nvSpPr>
          <p:cNvPr id="66563" name="Rectangle 2">
            <a:extLst>
              <a:ext uri="{FF2B5EF4-FFF2-40B4-BE49-F238E27FC236}">
                <a16:creationId xmlns:a16="http://schemas.microsoft.com/office/drawing/2014/main" id="{A9D016AF-67BE-96A1-888B-48B46CA350BB}"/>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CF2995F3-3BAD-074E-3B65-B572B6B06E05}"/>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437795FE-43C5-0E18-FB7E-DF3EAB6E6F30}"/>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8159EA81-DD1B-4C8A-9DEA-295AFC24B3B6}" type="slidenum">
              <a:rPr lang="en-US" altLang="en-US" sz="1200" b="0">
                <a:latin typeface="Calibri" panose="020F0502020204030204" pitchFamily="34" charset="0"/>
              </a:rPr>
              <a:pPr/>
              <a:t>20</a:t>
            </a:fld>
            <a:endParaRPr lang="en-US" altLang="en-US" sz="1200" b="0" dirty="0">
              <a:latin typeface="Calibri" panose="020F0502020204030204" pitchFamily="34" charset="0"/>
            </a:endParaRPr>
          </a:p>
        </p:txBody>
      </p:sp>
      <p:sp>
        <p:nvSpPr>
          <p:cNvPr id="70659" name="Rectangle 2">
            <a:extLst>
              <a:ext uri="{FF2B5EF4-FFF2-40B4-BE49-F238E27FC236}">
                <a16:creationId xmlns:a16="http://schemas.microsoft.com/office/drawing/2014/main" id="{9352EFCA-BADA-4976-2A01-0BBA5A0015F1}"/>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1AC0113A-ABDE-779A-46E0-3F28E53643AE}"/>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67A3745D-69D6-60F6-BF45-02DAA7316B5C}"/>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9F7BB0B5-0378-4807-A716-77003526AF5A}" type="slidenum">
              <a:rPr lang="en-US" altLang="en-US" sz="1200" b="0">
                <a:latin typeface="Calibri" panose="020F0502020204030204" pitchFamily="34" charset="0"/>
              </a:rPr>
              <a:pPr/>
              <a:t>21</a:t>
            </a:fld>
            <a:endParaRPr lang="en-US" altLang="en-US" sz="1200" b="0" dirty="0">
              <a:latin typeface="Calibri" panose="020F0502020204030204" pitchFamily="34" charset="0"/>
            </a:endParaRPr>
          </a:p>
        </p:txBody>
      </p:sp>
      <p:sp>
        <p:nvSpPr>
          <p:cNvPr id="68611" name="Rectangle 2">
            <a:extLst>
              <a:ext uri="{FF2B5EF4-FFF2-40B4-BE49-F238E27FC236}">
                <a16:creationId xmlns:a16="http://schemas.microsoft.com/office/drawing/2014/main" id="{10FFAC79-2EAE-C33D-1FC5-87E4CC04567C}"/>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3EA817D7-9F20-52D9-8D7E-77480803CE3B}"/>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80975F75-32E6-2EB8-0641-75F8482C37E4}"/>
              </a:ext>
            </a:extLst>
          </p:cNvPr>
          <p:cNvSpPr>
            <a:spLocks noGrp="1" noChangeArrowheads="1"/>
          </p:cNvSpPr>
          <p:nvPr>
            <p:ph type="sldNum" sz="quarter" idx="5"/>
          </p:nvPr>
        </p:nvSpPr>
        <p:spPr>
          <a:noFill/>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7668D339-62AA-452B-966B-74CA10AE9196}" type="slidenum">
              <a:rPr lang="en-US" altLang="en-US" sz="1200" b="0">
                <a:latin typeface="Calibri" panose="020F0502020204030204" pitchFamily="34" charset="0"/>
              </a:rPr>
              <a:pPr/>
              <a:t>27</a:t>
            </a:fld>
            <a:endParaRPr lang="en-US" altLang="en-US" sz="1200" b="0" dirty="0">
              <a:latin typeface="Calibri" panose="020F0502020204030204" pitchFamily="34" charset="0"/>
            </a:endParaRPr>
          </a:p>
        </p:txBody>
      </p:sp>
      <p:sp>
        <p:nvSpPr>
          <p:cNvPr id="74755" name="Rectangle 2">
            <a:extLst>
              <a:ext uri="{FF2B5EF4-FFF2-40B4-BE49-F238E27FC236}">
                <a16:creationId xmlns:a16="http://schemas.microsoft.com/office/drawing/2014/main" id="{322C9185-DB90-A708-1B66-8F222562E252}"/>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EE7DEEC9-9777-1577-62DF-F86D2B916A29}"/>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32C8B-B083-44C5-81CC-B514A1AB1719}"/>
              </a:ext>
            </a:extLst>
          </p:cNvPr>
          <p:cNvSpPr>
            <a:spLocks noGrp="1"/>
          </p:cNvSpPr>
          <p:nvPr>
            <p:ph type="ctrTitle" hasCustomPrompt="1"/>
          </p:nvPr>
        </p:nvSpPr>
        <p:spPr>
          <a:xfrm>
            <a:off x="5269756" y="1122363"/>
            <a:ext cx="5398244" cy="2387600"/>
          </a:xfrm>
        </p:spPr>
        <p:txBody>
          <a:bodyPr anchor="b"/>
          <a:lstStyle>
            <a:lvl1pPr algn="ctr">
              <a:defRPr sz="6000">
                <a:solidFill>
                  <a:srgbClr val="002060"/>
                </a:solidFill>
                <a:latin typeface="+mn-lt"/>
              </a:defRPr>
            </a:lvl1pPr>
          </a:lstStyle>
          <a:p>
            <a:r>
              <a:rPr lang="en-US" dirty="0"/>
              <a:t>Chapter 1</a:t>
            </a:r>
            <a:endParaRPr lang="en-GB" dirty="0"/>
          </a:p>
        </p:txBody>
      </p:sp>
      <p:sp>
        <p:nvSpPr>
          <p:cNvPr id="3" name="Subtitle 2">
            <a:extLst>
              <a:ext uri="{FF2B5EF4-FFF2-40B4-BE49-F238E27FC236}">
                <a16:creationId xmlns:a16="http://schemas.microsoft.com/office/drawing/2014/main" id="{42792273-BD7F-4D39-B2D4-48ABF407B66C}"/>
              </a:ext>
            </a:extLst>
          </p:cNvPr>
          <p:cNvSpPr>
            <a:spLocks noGrp="1"/>
          </p:cNvSpPr>
          <p:nvPr>
            <p:ph type="subTitle" idx="1" hasCustomPrompt="1"/>
          </p:nvPr>
        </p:nvSpPr>
        <p:spPr>
          <a:xfrm>
            <a:off x="5269756" y="3602038"/>
            <a:ext cx="5398243" cy="1655762"/>
          </a:xfrm>
        </p:spPr>
        <p:txBody>
          <a:bodyPr>
            <a:normAutofit/>
          </a:bodyPr>
          <a:lstStyle>
            <a:lvl1pPr marL="0" indent="0" algn="ctr">
              <a:buNone/>
              <a:defRPr sz="4000">
                <a:solidFill>
                  <a:schemeClr val="tx1">
                    <a:lumMod val="65000"/>
                    <a:lumOff val="3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Introduction</a:t>
            </a:r>
            <a:endParaRPr lang="en-GB" dirty="0"/>
          </a:p>
        </p:txBody>
      </p:sp>
    </p:spTree>
    <p:extLst>
      <p:ext uri="{BB962C8B-B14F-4D97-AF65-F5344CB8AC3E}">
        <p14:creationId xmlns:p14="http://schemas.microsoft.com/office/powerpoint/2010/main" val="26874111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5963A-7D81-4CC3-9727-6F61DD48CB2E}"/>
              </a:ext>
            </a:extLst>
          </p:cNvPr>
          <p:cNvSpPr>
            <a:spLocks noGrp="1"/>
          </p:cNvSpPr>
          <p:nvPr>
            <p:ph type="title"/>
          </p:nvPr>
        </p:nvSpPr>
        <p:spPr>
          <a:xfrm>
            <a:off x="488272" y="365125"/>
            <a:ext cx="11248008" cy="931015"/>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2EE1CFED-D0D0-4EE1-B8F9-AB8C5707482C}"/>
              </a:ext>
            </a:extLst>
          </p:cNvPr>
          <p:cNvSpPr>
            <a:spLocks noGrp="1"/>
          </p:cNvSpPr>
          <p:nvPr>
            <p:ph idx="1"/>
          </p:nvPr>
        </p:nvSpPr>
        <p:spPr>
          <a:xfrm>
            <a:off x="488272" y="1553592"/>
            <a:ext cx="11248008" cy="46430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Slide Number Placeholder 6">
            <a:extLst>
              <a:ext uri="{FF2B5EF4-FFF2-40B4-BE49-F238E27FC236}">
                <a16:creationId xmlns:a16="http://schemas.microsoft.com/office/drawing/2014/main" id="{CAF36B3F-6DF5-6E92-DAA4-7076DAF6700B}"/>
              </a:ext>
            </a:extLst>
          </p:cNvPr>
          <p:cNvSpPr>
            <a:spLocks noGrp="1"/>
          </p:cNvSpPr>
          <p:nvPr>
            <p:ph type="sldNum" sz="quarter" idx="12"/>
          </p:nvPr>
        </p:nvSpPr>
        <p:spPr>
          <a:xfrm>
            <a:off x="8610600" y="6356350"/>
            <a:ext cx="2743200" cy="365125"/>
          </a:xfrm>
        </p:spPr>
        <p:txBody>
          <a:bodyPr/>
          <a:lstStyle/>
          <a:p>
            <a:fld id="{C8DD4527-E66D-4764-91A6-DF278F55978B}" type="slidenum">
              <a:rPr lang="en-GB" smtClean="0"/>
              <a:t>‹#›</a:t>
            </a:fld>
            <a:endParaRPr lang="en-GB"/>
          </a:p>
        </p:txBody>
      </p:sp>
    </p:spTree>
    <p:extLst>
      <p:ext uri="{BB962C8B-B14F-4D97-AF65-F5344CB8AC3E}">
        <p14:creationId xmlns:p14="http://schemas.microsoft.com/office/powerpoint/2010/main" val="29466131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E7450-8FD1-4DC2-A2BE-3272436981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9486637-1564-4D20-A8D1-55D8F1254B7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Slide Number Placeholder 6">
            <a:extLst>
              <a:ext uri="{FF2B5EF4-FFF2-40B4-BE49-F238E27FC236}">
                <a16:creationId xmlns:a16="http://schemas.microsoft.com/office/drawing/2014/main" id="{546082D0-6CB1-F420-DA0C-63EDDB11E934}"/>
              </a:ext>
            </a:extLst>
          </p:cNvPr>
          <p:cNvSpPr>
            <a:spLocks noGrp="1"/>
          </p:cNvSpPr>
          <p:nvPr>
            <p:ph type="sldNum" sz="quarter" idx="12"/>
          </p:nvPr>
        </p:nvSpPr>
        <p:spPr>
          <a:xfrm>
            <a:off x="8610600" y="6356350"/>
            <a:ext cx="2743200" cy="365125"/>
          </a:xfrm>
        </p:spPr>
        <p:txBody>
          <a:bodyPr/>
          <a:lstStyle/>
          <a:p>
            <a:fld id="{C8DD4527-E66D-4764-91A6-DF278F55978B}" type="slidenum">
              <a:rPr lang="en-GB" smtClean="0"/>
              <a:t>‹#›</a:t>
            </a:fld>
            <a:endParaRPr lang="en-GB"/>
          </a:p>
        </p:txBody>
      </p:sp>
    </p:spTree>
    <p:extLst>
      <p:ext uri="{BB962C8B-B14F-4D97-AF65-F5344CB8AC3E}">
        <p14:creationId xmlns:p14="http://schemas.microsoft.com/office/powerpoint/2010/main" val="135120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5E928-E471-4896-884C-348CE1CB3FE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1259498-C908-49B7-BA0E-ABADE25656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D3E2981-AA01-40CD-B86F-804BF978E9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35F9136-33AE-40BF-903F-DCF03D876DF3}"/>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00B45B6E-8B34-4CAF-8367-633910D2AA1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E8F6AF0-4CE2-40C1-823E-5C406C5E3394}"/>
              </a:ext>
            </a:extLst>
          </p:cNvPr>
          <p:cNvSpPr>
            <a:spLocks noGrp="1"/>
          </p:cNvSpPr>
          <p:nvPr>
            <p:ph type="sldNum" sz="quarter" idx="12"/>
          </p:nvPr>
        </p:nvSpPr>
        <p:spPr/>
        <p:txBody>
          <a:bodyPr/>
          <a:lstStyle/>
          <a:p>
            <a:fld id="{C8DD4527-E66D-4764-91A6-DF278F55978B}" type="slidenum">
              <a:rPr lang="en-GB" smtClean="0"/>
              <a:t>‹#›</a:t>
            </a:fld>
            <a:endParaRPr lang="en-GB"/>
          </a:p>
        </p:txBody>
      </p:sp>
    </p:spTree>
    <p:extLst>
      <p:ext uri="{BB962C8B-B14F-4D97-AF65-F5344CB8AC3E}">
        <p14:creationId xmlns:p14="http://schemas.microsoft.com/office/powerpoint/2010/main" val="1972890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45A09-BD60-4E5D-875D-E68B64D465E9}"/>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F5A8116-2FA6-4853-8EF2-D3BDBE1189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897959-DF3C-4680-9465-161EAD9C2C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5D4EFB7-F6CB-4875-B249-FA495C0219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1275CD-73EA-4BE3-956F-985AE1F69E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DE5BF26-6EA9-48D3-92C1-F9A940FFF618}"/>
              </a:ext>
            </a:extLst>
          </p:cNvPr>
          <p:cNvSpPr>
            <a:spLocks noGrp="1"/>
          </p:cNvSpPr>
          <p:nvPr>
            <p:ph type="dt" sz="half" idx="10"/>
          </p:nvPr>
        </p:nvSpPr>
        <p:spPr/>
        <p:txBody>
          <a:bodyPr/>
          <a:lstStyle/>
          <a:p>
            <a:endParaRPr lang="en-GB"/>
          </a:p>
        </p:txBody>
      </p:sp>
      <p:sp>
        <p:nvSpPr>
          <p:cNvPr id="8" name="Footer Placeholder 7">
            <a:extLst>
              <a:ext uri="{FF2B5EF4-FFF2-40B4-BE49-F238E27FC236}">
                <a16:creationId xmlns:a16="http://schemas.microsoft.com/office/drawing/2014/main" id="{E220025A-86E5-4484-890B-7C1A8BFCD8F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838CAA0-5285-4620-ADB7-9C2B31D57457}"/>
              </a:ext>
            </a:extLst>
          </p:cNvPr>
          <p:cNvSpPr>
            <a:spLocks noGrp="1"/>
          </p:cNvSpPr>
          <p:nvPr>
            <p:ph type="sldNum" sz="quarter" idx="12"/>
          </p:nvPr>
        </p:nvSpPr>
        <p:spPr/>
        <p:txBody>
          <a:bodyPr/>
          <a:lstStyle/>
          <a:p>
            <a:fld id="{C8DD4527-E66D-4764-91A6-DF278F55978B}" type="slidenum">
              <a:rPr lang="en-GB" smtClean="0"/>
              <a:t>‹#›</a:t>
            </a:fld>
            <a:endParaRPr lang="en-GB"/>
          </a:p>
        </p:txBody>
      </p:sp>
    </p:spTree>
    <p:extLst>
      <p:ext uri="{BB962C8B-B14F-4D97-AF65-F5344CB8AC3E}">
        <p14:creationId xmlns:p14="http://schemas.microsoft.com/office/powerpoint/2010/main" val="3153533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D2261-A7EF-4D26-B291-F274900E8C0C}"/>
              </a:ext>
            </a:extLst>
          </p:cNvPr>
          <p:cNvSpPr>
            <a:spLocks noGrp="1"/>
          </p:cNvSpPr>
          <p:nvPr>
            <p:ph type="title"/>
          </p:nvPr>
        </p:nvSpPr>
        <p:spPr/>
        <p:txBody>
          <a:bodyPr/>
          <a:lstStyle/>
          <a:p>
            <a:r>
              <a:rPr lang="en-US"/>
              <a:t>Click to edit Master title style</a:t>
            </a:r>
            <a:endParaRPr lang="en-GB"/>
          </a:p>
        </p:txBody>
      </p:sp>
      <p:sp>
        <p:nvSpPr>
          <p:cNvPr id="3" name="Slide Number Placeholder 6">
            <a:extLst>
              <a:ext uri="{FF2B5EF4-FFF2-40B4-BE49-F238E27FC236}">
                <a16:creationId xmlns:a16="http://schemas.microsoft.com/office/drawing/2014/main" id="{3766068F-CE06-D33C-5207-2495180791FC}"/>
              </a:ext>
            </a:extLst>
          </p:cNvPr>
          <p:cNvSpPr>
            <a:spLocks noGrp="1"/>
          </p:cNvSpPr>
          <p:nvPr>
            <p:ph type="sldNum" sz="quarter" idx="12"/>
          </p:nvPr>
        </p:nvSpPr>
        <p:spPr>
          <a:xfrm>
            <a:off x="8610600" y="6356350"/>
            <a:ext cx="2743200" cy="365125"/>
          </a:xfrm>
        </p:spPr>
        <p:txBody>
          <a:bodyPr/>
          <a:lstStyle/>
          <a:p>
            <a:fld id="{C8DD4527-E66D-4764-91A6-DF278F55978B}" type="slidenum">
              <a:rPr lang="en-GB" smtClean="0"/>
              <a:t>‹#›</a:t>
            </a:fld>
            <a:endParaRPr lang="en-GB"/>
          </a:p>
        </p:txBody>
      </p:sp>
    </p:spTree>
    <p:extLst>
      <p:ext uri="{BB962C8B-B14F-4D97-AF65-F5344CB8AC3E}">
        <p14:creationId xmlns:p14="http://schemas.microsoft.com/office/powerpoint/2010/main" val="40264930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9C3A20B8-B099-BF61-8589-859597961FDD}"/>
              </a:ext>
            </a:extLst>
          </p:cNvPr>
          <p:cNvSpPr>
            <a:spLocks noGrp="1"/>
          </p:cNvSpPr>
          <p:nvPr>
            <p:ph type="sldNum" sz="quarter" idx="12"/>
          </p:nvPr>
        </p:nvSpPr>
        <p:spPr>
          <a:xfrm>
            <a:off x="8610600" y="6356350"/>
            <a:ext cx="2743200" cy="365125"/>
          </a:xfrm>
        </p:spPr>
        <p:txBody>
          <a:bodyPr/>
          <a:lstStyle/>
          <a:p>
            <a:fld id="{C8DD4527-E66D-4764-91A6-DF278F55978B}" type="slidenum">
              <a:rPr lang="en-GB" smtClean="0"/>
              <a:t>‹#›</a:t>
            </a:fld>
            <a:endParaRPr lang="en-GB"/>
          </a:p>
        </p:txBody>
      </p:sp>
    </p:spTree>
    <p:extLst>
      <p:ext uri="{BB962C8B-B14F-4D97-AF65-F5344CB8AC3E}">
        <p14:creationId xmlns:p14="http://schemas.microsoft.com/office/powerpoint/2010/main" val="2839756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E320F-B81A-4B02-A03B-8A74A67333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99CA384-5C33-4135-B6F4-D573C3BB78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2B7BC2B-DF51-451A-95A4-2C1F102974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7C3C92-36A7-4456-A749-E0F7A0415328}"/>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0FE84D50-D4FF-4AEF-A518-118898F6611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F4FD749-5A7E-4090-938A-28517D080891}"/>
              </a:ext>
            </a:extLst>
          </p:cNvPr>
          <p:cNvSpPr>
            <a:spLocks noGrp="1"/>
          </p:cNvSpPr>
          <p:nvPr>
            <p:ph type="sldNum" sz="quarter" idx="12"/>
          </p:nvPr>
        </p:nvSpPr>
        <p:spPr/>
        <p:txBody>
          <a:bodyPr/>
          <a:lstStyle/>
          <a:p>
            <a:fld id="{C8DD4527-E66D-4764-91A6-DF278F55978B}" type="slidenum">
              <a:rPr lang="en-GB" smtClean="0"/>
              <a:t>‹#›</a:t>
            </a:fld>
            <a:endParaRPr lang="en-GB"/>
          </a:p>
        </p:txBody>
      </p:sp>
    </p:spTree>
    <p:extLst>
      <p:ext uri="{BB962C8B-B14F-4D97-AF65-F5344CB8AC3E}">
        <p14:creationId xmlns:p14="http://schemas.microsoft.com/office/powerpoint/2010/main" val="4190054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1A50F-3821-4EB0-B1A9-40827134F8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5DCE141-4196-40CF-BB9A-79F7828528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5C199D3-F26D-4427-AFDB-4819AE45C9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B7A260-CD07-42D8-A2E6-13E1616C1456}"/>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FBE1AA3D-C9AA-494A-A042-BECBFA846B3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A80E258-4B1B-4614-8E24-EDAEE6AFA96A}"/>
              </a:ext>
            </a:extLst>
          </p:cNvPr>
          <p:cNvSpPr>
            <a:spLocks noGrp="1"/>
          </p:cNvSpPr>
          <p:nvPr>
            <p:ph type="sldNum" sz="quarter" idx="12"/>
          </p:nvPr>
        </p:nvSpPr>
        <p:spPr/>
        <p:txBody>
          <a:bodyPr/>
          <a:lstStyle/>
          <a:p>
            <a:fld id="{C8DD4527-E66D-4764-91A6-DF278F55978B}" type="slidenum">
              <a:rPr lang="en-GB" smtClean="0"/>
              <a:t>‹#›</a:t>
            </a:fld>
            <a:endParaRPr lang="en-GB"/>
          </a:p>
        </p:txBody>
      </p:sp>
    </p:spTree>
    <p:extLst>
      <p:ext uri="{BB962C8B-B14F-4D97-AF65-F5344CB8AC3E}">
        <p14:creationId xmlns:p14="http://schemas.microsoft.com/office/powerpoint/2010/main" val="2243418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A52DA-5A80-442D-B9FB-94F068394213}"/>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77A972C-1792-4BFE-87A6-AF95C11375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44D57AF-604C-43FA-AB37-3C7CDAFE1937}"/>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127EB43D-A3B6-41BB-AAD0-2CF432BDDA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040FCB3-1BA9-4ADE-8E2B-6296227C49D1}"/>
              </a:ext>
            </a:extLst>
          </p:cNvPr>
          <p:cNvSpPr>
            <a:spLocks noGrp="1"/>
          </p:cNvSpPr>
          <p:nvPr>
            <p:ph type="sldNum" sz="quarter" idx="12"/>
          </p:nvPr>
        </p:nvSpPr>
        <p:spPr/>
        <p:txBody>
          <a:bodyPr/>
          <a:lstStyle/>
          <a:p>
            <a:fld id="{C8DD4527-E66D-4764-91A6-DF278F55978B}" type="slidenum">
              <a:rPr lang="en-GB" smtClean="0"/>
              <a:t>‹#›</a:t>
            </a:fld>
            <a:endParaRPr lang="en-GB"/>
          </a:p>
        </p:txBody>
      </p:sp>
    </p:spTree>
    <p:extLst>
      <p:ext uri="{BB962C8B-B14F-4D97-AF65-F5344CB8AC3E}">
        <p14:creationId xmlns:p14="http://schemas.microsoft.com/office/powerpoint/2010/main" val="2819888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3B8312-4BE5-4CF3-B956-E91314F6300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52259BB-B83D-41F2-976C-446AE6F84B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1AD66C0-8DE7-4377-AFF1-6B342B15408F}"/>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C7118036-A5AD-4A62-99FE-0AC6235387C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D010AB8-494E-425E-B122-EAF1AC09698C}"/>
              </a:ext>
            </a:extLst>
          </p:cNvPr>
          <p:cNvSpPr>
            <a:spLocks noGrp="1"/>
          </p:cNvSpPr>
          <p:nvPr>
            <p:ph type="sldNum" sz="quarter" idx="12"/>
          </p:nvPr>
        </p:nvSpPr>
        <p:spPr/>
        <p:txBody>
          <a:bodyPr/>
          <a:lstStyle/>
          <a:p>
            <a:fld id="{C8DD4527-E66D-4764-91A6-DF278F55978B}" type="slidenum">
              <a:rPr lang="en-GB" smtClean="0"/>
              <a:t>‹#›</a:t>
            </a:fld>
            <a:endParaRPr lang="en-GB"/>
          </a:p>
        </p:txBody>
      </p:sp>
    </p:spTree>
    <p:extLst>
      <p:ext uri="{BB962C8B-B14F-4D97-AF65-F5344CB8AC3E}">
        <p14:creationId xmlns:p14="http://schemas.microsoft.com/office/powerpoint/2010/main" val="2286510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D601D4-CFBE-43A6-8ACA-37494F8C56AA}"/>
              </a:ext>
            </a:extLst>
          </p:cNvPr>
          <p:cNvSpPr>
            <a:spLocks noGrp="1"/>
          </p:cNvSpPr>
          <p:nvPr>
            <p:ph type="title"/>
          </p:nvPr>
        </p:nvSpPr>
        <p:spPr>
          <a:xfrm>
            <a:off x="443883" y="365125"/>
            <a:ext cx="11265764"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24DEF19A-5D53-4E6C-95A1-8D7C3D2BB931}"/>
              </a:ext>
            </a:extLst>
          </p:cNvPr>
          <p:cNvSpPr>
            <a:spLocks noGrp="1"/>
          </p:cNvSpPr>
          <p:nvPr>
            <p:ph type="body" idx="1"/>
          </p:nvPr>
        </p:nvSpPr>
        <p:spPr>
          <a:xfrm>
            <a:off x="443883" y="1825625"/>
            <a:ext cx="11265764"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1F28893-582D-4A6C-B9FB-281DCF4B28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GB"/>
          </a:p>
        </p:txBody>
      </p:sp>
      <p:sp>
        <p:nvSpPr>
          <p:cNvPr id="5" name="Footer Placeholder 4">
            <a:extLst>
              <a:ext uri="{FF2B5EF4-FFF2-40B4-BE49-F238E27FC236}">
                <a16:creationId xmlns:a16="http://schemas.microsoft.com/office/drawing/2014/main" id="{B42F95CB-0E63-4F2E-9754-ACA03BCCA2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32A31B0A-241C-450B-B310-8C8C389B4D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DD4527-E66D-4764-91A6-DF278F55978B}" type="slidenum">
              <a:rPr lang="en-GB" smtClean="0"/>
              <a:t>‹#›</a:t>
            </a:fld>
            <a:endParaRPr lang="en-GB"/>
          </a:p>
        </p:txBody>
      </p:sp>
    </p:spTree>
    <p:extLst>
      <p:ext uri="{BB962C8B-B14F-4D97-AF65-F5344CB8AC3E}">
        <p14:creationId xmlns:p14="http://schemas.microsoft.com/office/powerpoint/2010/main" val="1851442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3F8A3-4C6E-46D0-949E-6E5FC4876B4B}"/>
              </a:ext>
            </a:extLst>
          </p:cNvPr>
          <p:cNvSpPr>
            <a:spLocks noGrp="1"/>
          </p:cNvSpPr>
          <p:nvPr>
            <p:ph type="title"/>
          </p:nvPr>
        </p:nvSpPr>
        <p:spPr>
          <a:xfrm>
            <a:off x="523875" y="224448"/>
            <a:ext cx="11353800" cy="971306"/>
          </a:xfrm>
        </p:spPr>
        <p:txBody>
          <a:bodyPr/>
          <a:lstStyle/>
          <a:p>
            <a:r>
              <a:rPr lang="en-GB" altLang="zh-TW" b="1" dirty="0">
                <a:solidFill>
                  <a:srgbClr val="0070C0"/>
                </a:solidFill>
              </a:rPr>
              <a:t>Chapter 17</a:t>
            </a:r>
            <a:r>
              <a:rPr lang="zh-TW" altLang="en-US" b="1" dirty="0">
                <a:solidFill>
                  <a:srgbClr val="0070C0"/>
                </a:solidFill>
              </a:rPr>
              <a:t> </a:t>
            </a:r>
            <a:r>
              <a:rPr lang="en-US" altLang="zh-TW" b="1" dirty="0">
                <a:solidFill>
                  <a:srgbClr val="0070C0"/>
                </a:solidFill>
              </a:rPr>
              <a:t>Security</a:t>
            </a:r>
            <a:endParaRPr lang="en-GB" b="1" dirty="0">
              <a:solidFill>
                <a:srgbClr val="0070C0"/>
              </a:solidFill>
            </a:endParaRPr>
          </a:p>
        </p:txBody>
      </p:sp>
      <p:sp>
        <p:nvSpPr>
          <p:cNvPr id="3" name="Content Placeholder 2">
            <a:extLst>
              <a:ext uri="{FF2B5EF4-FFF2-40B4-BE49-F238E27FC236}">
                <a16:creationId xmlns:a16="http://schemas.microsoft.com/office/drawing/2014/main" id="{A7BE1884-8AFC-4363-804E-A26BD1DFF8D0}"/>
              </a:ext>
            </a:extLst>
          </p:cNvPr>
          <p:cNvSpPr>
            <a:spLocks noGrp="1"/>
          </p:cNvSpPr>
          <p:nvPr>
            <p:ph idx="1"/>
          </p:nvPr>
        </p:nvSpPr>
        <p:spPr>
          <a:xfrm>
            <a:off x="631787" y="1195754"/>
            <a:ext cx="11036338" cy="5282619"/>
          </a:xfrm>
        </p:spPr>
        <p:txBody>
          <a:bodyPr>
            <a:normAutofit/>
          </a:bodyPr>
          <a:lstStyle/>
          <a:p>
            <a:pPr marL="0" indent="0" algn="just">
              <a:buNone/>
            </a:pPr>
            <a:r>
              <a:rPr lang="en-GB" sz="2000" dirty="0"/>
              <a:t>After studying this chapter, the student should be able to:</a:t>
            </a:r>
          </a:p>
          <a:p>
            <a:pPr algn="just"/>
            <a:endParaRPr lang="en-GB" sz="2000" dirty="0"/>
          </a:p>
          <a:p>
            <a:pPr algn="just"/>
            <a:endParaRPr lang="en-GB" sz="2400" dirty="0"/>
          </a:p>
          <a:p>
            <a:pPr marL="0" indent="0" algn="just">
              <a:buNone/>
            </a:pPr>
            <a:endParaRPr lang="en-GB" dirty="0"/>
          </a:p>
        </p:txBody>
      </p:sp>
      <p:sp>
        <p:nvSpPr>
          <p:cNvPr id="4" name="投影片編號版面配置區 3">
            <a:extLst>
              <a:ext uri="{FF2B5EF4-FFF2-40B4-BE49-F238E27FC236}">
                <a16:creationId xmlns:a16="http://schemas.microsoft.com/office/drawing/2014/main" id="{2F76D1E5-6F37-1849-3E80-2D37F7BC29C8}"/>
              </a:ext>
            </a:extLst>
          </p:cNvPr>
          <p:cNvSpPr>
            <a:spLocks noGrp="1"/>
          </p:cNvSpPr>
          <p:nvPr>
            <p:ph type="sldNum" sz="quarter" idx="12"/>
          </p:nvPr>
        </p:nvSpPr>
        <p:spPr/>
        <p:txBody>
          <a:bodyPr/>
          <a:lstStyle/>
          <a:p>
            <a:fld id="{C8DD4527-E66D-4764-91A6-DF278F55978B}" type="slidenum">
              <a:rPr lang="en-GB" smtClean="0"/>
              <a:t>1</a:t>
            </a:fld>
            <a:endParaRPr lang="en-GB"/>
          </a:p>
        </p:txBody>
      </p:sp>
      <p:sp>
        <p:nvSpPr>
          <p:cNvPr id="5" name="Rectangle 5">
            <a:extLst>
              <a:ext uri="{FF2B5EF4-FFF2-40B4-BE49-F238E27FC236}">
                <a16:creationId xmlns:a16="http://schemas.microsoft.com/office/drawing/2014/main" id="{5F7C76E4-2148-82E2-FFCF-64677F7E18FE}"/>
              </a:ext>
            </a:extLst>
          </p:cNvPr>
          <p:cNvSpPr>
            <a:spLocks noChangeArrowheads="1"/>
          </p:cNvSpPr>
          <p:nvPr/>
        </p:nvSpPr>
        <p:spPr bwMode="auto">
          <a:xfrm>
            <a:off x="587355" y="1584726"/>
            <a:ext cx="1101729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t">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lgn="just">
              <a:buFont typeface="Arial" panose="020B0604020202020204" pitchFamily="34" charset="0"/>
              <a:buChar char="•"/>
            </a:pPr>
            <a:r>
              <a:rPr lang="en-US" altLang="zh-TW" sz="2000" b="0" dirty="0">
                <a:latin typeface="Calibri" panose="020F0502020204030204" pitchFamily="34" charset="0"/>
                <a:cs typeface="Calibri" panose="020F0502020204030204" pitchFamily="34" charset="0"/>
              </a:rPr>
              <a:t>Define three security goals – </a:t>
            </a:r>
            <a:r>
              <a:rPr lang="en-US" altLang="zh-TW" sz="2000" b="0" i="1" dirty="0">
                <a:latin typeface="Calibri" panose="020F0502020204030204" pitchFamily="34" charset="0"/>
                <a:cs typeface="Calibri" panose="020F0502020204030204" pitchFamily="34" charset="0"/>
              </a:rPr>
              <a:t>confidentiality, integrity </a:t>
            </a:r>
            <a:r>
              <a:rPr lang="en-US" altLang="zh-TW" sz="2000" b="0" dirty="0">
                <a:latin typeface="Calibri" panose="020F0502020204030204" pitchFamily="34" charset="0"/>
                <a:cs typeface="Calibri" panose="020F0502020204030204" pitchFamily="34" charset="0"/>
              </a:rPr>
              <a:t>and</a:t>
            </a:r>
            <a:r>
              <a:rPr lang="en-US" altLang="zh-TW" sz="2000" b="0" i="1" dirty="0">
                <a:latin typeface="Calibri" panose="020F0502020204030204" pitchFamily="34" charset="0"/>
                <a:cs typeface="Calibri" panose="020F0502020204030204" pitchFamily="34" charset="0"/>
              </a:rPr>
              <a:t> availability </a:t>
            </a:r>
            <a:r>
              <a:rPr lang="en-US" altLang="zh-TW" sz="2000" b="0" dirty="0">
                <a:latin typeface="Calibri" panose="020F0502020204030204" pitchFamily="34" charset="0"/>
                <a:cs typeface="Calibri" panose="020F0502020204030204" pitchFamily="34" charset="0"/>
              </a:rPr>
              <a:t>– as well as attacks that threatens these security goals.</a:t>
            </a:r>
          </a:p>
          <a:p>
            <a:pPr marL="342900" indent="-342900" algn="just">
              <a:buFont typeface="Arial" panose="020B0604020202020204" pitchFamily="34" charset="0"/>
              <a:buChar char="•"/>
            </a:pPr>
            <a:r>
              <a:rPr lang="en-US" altLang="zh-TW" sz="2000" b="0" dirty="0">
                <a:latin typeface="Calibri" panose="020F0502020204030204" pitchFamily="34" charset="0"/>
                <a:cs typeface="Calibri" panose="020F0502020204030204" pitchFamily="34" charset="0"/>
              </a:rPr>
              <a:t>Define five security services – </a:t>
            </a:r>
            <a:r>
              <a:rPr lang="en-US" altLang="zh-TW" sz="2000" b="0" i="1" dirty="0">
                <a:latin typeface="Calibri" panose="020F0502020204030204" pitchFamily="34" charset="0"/>
                <a:cs typeface="Calibri" panose="020F0502020204030204" pitchFamily="34" charset="0"/>
              </a:rPr>
              <a:t>data confidentiality, data integrity, authentication, nonrepudiation </a:t>
            </a:r>
            <a:r>
              <a:rPr lang="en-US" altLang="zh-TW" sz="2000" b="0" dirty="0">
                <a:latin typeface="Calibri" panose="020F0502020204030204" pitchFamily="34" charset="0"/>
                <a:cs typeface="Calibri" panose="020F0502020204030204" pitchFamily="34" charset="0"/>
              </a:rPr>
              <a:t>and</a:t>
            </a:r>
            <a:r>
              <a:rPr lang="en-US" altLang="zh-TW" sz="2000" b="0" i="1" dirty="0">
                <a:latin typeface="Calibri" panose="020F0502020204030204" pitchFamily="34" charset="0"/>
                <a:cs typeface="Calibri" panose="020F0502020204030204" pitchFamily="34" charset="0"/>
              </a:rPr>
              <a:t> access control </a:t>
            </a:r>
            <a:r>
              <a:rPr lang="en-US" altLang="zh-TW" sz="2000" b="0" dirty="0">
                <a:latin typeface="Calibri" panose="020F0502020204030204" pitchFamily="34" charset="0"/>
                <a:cs typeface="Calibri" panose="020F0502020204030204" pitchFamily="34" charset="0"/>
              </a:rPr>
              <a:t>– to prevent security attacks.</a:t>
            </a:r>
          </a:p>
          <a:p>
            <a:pPr marL="342900" indent="-342900" algn="just">
              <a:buFont typeface="Arial" panose="020B0604020202020204" pitchFamily="34" charset="0"/>
              <a:buChar char="•"/>
            </a:pPr>
            <a:r>
              <a:rPr lang="en-US" altLang="zh-TW" sz="2000" b="0" dirty="0">
                <a:latin typeface="Calibri" panose="020F0502020204030204" pitchFamily="34" charset="0"/>
                <a:cs typeface="Calibri" panose="020F0502020204030204" pitchFamily="34" charset="0"/>
              </a:rPr>
              <a:t>Discuss two techniques for providing security services: </a:t>
            </a:r>
            <a:r>
              <a:rPr lang="en-US" altLang="zh-TW" sz="2000" b="0" i="1" dirty="0">
                <a:latin typeface="Calibri" panose="020F0502020204030204" pitchFamily="34" charset="0"/>
                <a:cs typeface="Calibri" panose="020F0502020204030204" pitchFamily="34" charset="0"/>
              </a:rPr>
              <a:t>cryptography </a:t>
            </a:r>
            <a:r>
              <a:rPr lang="en-US" altLang="zh-TW" sz="2000" b="0" dirty="0">
                <a:latin typeface="Calibri" panose="020F0502020204030204" pitchFamily="34" charset="0"/>
                <a:cs typeface="Calibri" panose="020F0502020204030204" pitchFamily="34" charset="0"/>
              </a:rPr>
              <a:t>and</a:t>
            </a:r>
            <a:r>
              <a:rPr lang="en-US" altLang="zh-TW" sz="2000" b="0" i="1" dirty="0">
                <a:latin typeface="Calibri" panose="020F0502020204030204" pitchFamily="34" charset="0"/>
                <a:cs typeface="Calibri" panose="020F0502020204030204" pitchFamily="34" charset="0"/>
              </a:rPr>
              <a:t> steganography</a:t>
            </a:r>
            <a:r>
              <a:rPr lang="en-US" altLang="zh-TW" sz="2000" b="0" dirty="0">
                <a:latin typeface="Calibri" panose="020F0502020204030204" pitchFamily="34" charset="0"/>
                <a:cs typeface="Calibri" panose="020F0502020204030204" pitchFamily="34" charset="0"/>
              </a:rPr>
              <a:t>.</a:t>
            </a:r>
          </a:p>
          <a:p>
            <a:pPr marL="342900" indent="-342900" algn="just">
              <a:buFont typeface="Arial" panose="020B0604020202020204" pitchFamily="34" charset="0"/>
              <a:buChar char="•"/>
            </a:pPr>
            <a:r>
              <a:rPr lang="en-US" altLang="zh-TW" sz="2000" b="0" dirty="0">
                <a:latin typeface="Calibri" panose="020F0502020204030204" pitchFamily="34" charset="0"/>
                <a:cs typeface="Calibri" panose="020F0502020204030204" pitchFamily="34" charset="0"/>
              </a:rPr>
              <a:t>Distinguish between </a:t>
            </a:r>
            <a:r>
              <a:rPr lang="en-US" altLang="zh-TW" sz="2000" b="0" i="1" dirty="0">
                <a:latin typeface="Calibri" panose="020F0502020204030204" pitchFamily="34" charset="0"/>
                <a:cs typeface="Calibri" panose="020F0502020204030204" pitchFamily="34" charset="0"/>
              </a:rPr>
              <a:t>symmetry-key cryptography </a:t>
            </a:r>
            <a:r>
              <a:rPr lang="en-US" altLang="zh-TW" sz="2000" b="0" dirty="0">
                <a:latin typeface="Calibri" panose="020F0502020204030204" pitchFamily="34" charset="0"/>
                <a:cs typeface="Calibri" panose="020F0502020204030204" pitchFamily="34" charset="0"/>
              </a:rPr>
              <a:t>and </a:t>
            </a:r>
            <a:r>
              <a:rPr lang="en-US" altLang="zh-TW" sz="2000" b="0" i="1" dirty="0">
                <a:latin typeface="Calibri" panose="020F0502020204030204" pitchFamily="34" charset="0"/>
                <a:cs typeface="Calibri" panose="020F0502020204030204" pitchFamily="34" charset="0"/>
              </a:rPr>
              <a:t>asymmetric-key cryptography </a:t>
            </a:r>
            <a:r>
              <a:rPr lang="en-US" altLang="zh-TW" sz="2000" b="0" dirty="0">
                <a:latin typeface="Calibri" panose="020F0502020204030204" pitchFamily="34" charset="0"/>
                <a:cs typeface="Calibri" panose="020F0502020204030204" pitchFamily="34" charset="0"/>
              </a:rPr>
              <a:t>and show how confidentiality can be provided using </a:t>
            </a:r>
            <a:r>
              <a:rPr lang="en-US" altLang="zh-TW" sz="2000" b="0" i="1" dirty="0">
                <a:latin typeface="Calibri" panose="020F0502020204030204" pitchFamily="34" charset="0"/>
                <a:cs typeface="Calibri" panose="020F0502020204030204" pitchFamily="34" charset="0"/>
              </a:rPr>
              <a:t>either symmetric-key </a:t>
            </a:r>
            <a:r>
              <a:rPr lang="en-US" altLang="zh-TW" sz="2000" b="0" dirty="0">
                <a:latin typeface="Calibri" panose="020F0502020204030204" pitchFamily="34" charset="0"/>
                <a:cs typeface="Calibri" panose="020F0502020204030204" pitchFamily="34" charset="0"/>
              </a:rPr>
              <a:t>or </a:t>
            </a:r>
            <a:r>
              <a:rPr lang="en-US" altLang="zh-TW" sz="2000" b="0" i="1" dirty="0">
                <a:latin typeface="Calibri" panose="020F0502020204030204" pitchFamily="34" charset="0"/>
                <a:cs typeface="Calibri" panose="020F0502020204030204" pitchFamily="34" charset="0"/>
              </a:rPr>
              <a:t>asymmetric-key ciphers</a:t>
            </a:r>
            <a:r>
              <a:rPr lang="en-US" altLang="zh-TW" sz="2000" b="0" dirty="0">
                <a:latin typeface="Calibri" panose="020F0502020204030204" pitchFamily="34" charset="0"/>
                <a:cs typeface="Calibri" panose="020F0502020204030204" pitchFamily="34" charset="0"/>
              </a:rPr>
              <a:t>.</a:t>
            </a:r>
          </a:p>
          <a:p>
            <a:pPr marL="342900" indent="-342900" algn="just">
              <a:buFont typeface="Arial" panose="020B0604020202020204" pitchFamily="34" charset="0"/>
              <a:buChar char="•"/>
            </a:pPr>
            <a:r>
              <a:rPr lang="en-US" altLang="zh-TW" sz="2000" b="0" dirty="0">
                <a:latin typeface="Calibri" panose="020F0502020204030204" pitchFamily="34" charset="0"/>
                <a:cs typeface="Calibri" panose="020F0502020204030204" pitchFamily="34" charset="0"/>
              </a:rPr>
              <a:t>Show how integrity can be provided using </a:t>
            </a:r>
            <a:r>
              <a:rPr lang="en-US" altLang="zh-TW" sz="2000" b="0" i="1" dirty="0">
                <a:latin typeface="Calibri" panose="020F0502020204030204" pitchFamily="34" charset="0"/>
                <a:cs typeface="Calibri" panose="020F0502020204030204" pitchFamily="34" charset="0"/>
              </a:rPr>
              <a:t>cryptographic hashing functions</a:t>
            </a:r>
            <a:r>
              <a:rPr lang="en-US" altLang="zh-TW" sz="2000" b="0" dirty="0">
                <a:latin typeface="Calibri" panose="020F0502020204030204" pitchFamily="34" charset="0"/>
                <a:cs typeface="Calibri" panose="020F0502020204030204" pitchFamily="34" charset="0"/>
              </a:rPr>
              <a:t>.</a:t>
            </a:r>
          </a:p>
          <a:p>
            <a:pPr marL="342900" indent="-342900" algn="just">
              <a:buFont typeface="Arial" panose="020B0604020202020204" pitchFamily="34" charset="0"/>
              <a:buChar char="•"/>
            </a:pPr>
            <a:r>
              <a:rPr lang="en-US" altLang="zh-TW" sz="2000" b="0" dirty="0">
                <a:latin typeface="Calibri" panose="020F0502020204030204" pitchFamily="34" charset="0"/>
                <a:cs typeface="Calibri" panose="020F0502020204030204" pitchFamily="34" charset="0"/>
              </a:rPr>
              <a:t>Discuss the idea of </a:t>
            </a:r>
            <a:r>
              <a:rPr lang="en-US" altLang="zh-TW" sz="2000" b="0" i="1" dirty="0">
                <a:latin typeface="Calibri" panose="020F0502020204030204" pitchFamily="34" charset="0"/>
                <a:cs typeface="Calibri" panose="020F0502020204030204" pitchFamily="34" charset="0"/>
              </a:rPr>
              <a:t>digital signatures </a:t>
            </a:r>
            <a:r>
              <a:rPr lang="en-US" altLang="zh-TW" sz="2000" b="0" dirty="0">
                <a:latin typeface="Calibri" panose="020F0502020204030204" pitchFamily="34" charset="0"/>
                <a:cs typeface="Calibri" panose="020F0502020204030204" pitchFamily="34" charset="0"/>
              </a:rPr>
              <a:t>and how they can be provided message integrity, message authentication and nonrepudiation.</a:t>
            </a:r>
          </a:p>
          <a:p>
            <a:pPr marL="342900" indent="-342900" algn="just">
              <a:buFont typeface="Arial" panose="020B0604020202020204" pitchFamily="34" charset="0"/>
              <a:buChar char="•"/>
            </a:pPr>
            <a:r>
              <a:rPr lang="en-US" altLang="zh-TW" sz="2000" b="0" dirty="0">
                <a:latin typeface="Calibri" panose="020F0502020204030204" pitchFamily="34" charset="0"/>
                <a:cs typeface="Calibri" panose="020F0502020204030204" pitchFamily="34" charset="0"/>
              </a:rPr>
              <a:t>Brief discuss entity authentication and categories of witnesses: something known, something possessed and something inherent.</a:t>
            </a:r>
          </a:p>
          <a:p>
            <a:pPr marL="342900" indent="-342900" algn="just">
              <a:buFont typeface="Arial" panose="020B0604020202020204" pitchFamily="34" charset="0"/>
              <a:buChar char="•"/>
            </a:pPr>
            <a:r>
              <a:rPr lang="en-US" altLang="zh-TW" sz="2000" b="0" dirty="0">
                <a:latin typeface="Calibri" panose="020F0502020204030204" pitchFamily="34" charset="0"/>
                <a:cs typeface="Calibri" panose="020F0502020204030204" pitchFamily="34" charset="0"/>
              </a:rPr>
              <a:t>Discuss four techniques used for entity authentication: </a:t>
            </a:r>
            <a:r>
              <a:rPr lang="en-US" altLang="zh-TW" sz="2000" b="0" i="1" dirty="0">
                <a:latin typeface="Calibri" panose="020F0502020204030204" pitchFamily="34" charset="0"/>
                <a:cs typeface="Calibri" panose="020F0502020204030204" pitchFamily="34" charset="0"/>
              </a:rPr>
              <a:t>password-based, challenge-response, zero knowledge </a:t>
            </a:r>
            <a:r>
              <a:rPr lang="en-US" altLang="zh-TW" sz="2000" b="0" dirty="0">
                <a:latin typeface="Calibri" panose="020F0502020204030204" pitchFamily="34" charset="0"/>
                <a:cs typeface="Calibri" panose="020F0502020204030204" pitchFamily="34" charset="0"/>
              </a:rPr>
              <a:t>and</a:t>
            </a:r>
            <a:r>
              <a:rPr lang="en-US" altLang="zh-TW" sz="2000" b="0" i="1" dirty="0">
                <a:latin typeface="Calibri" panose="020F0502020204030204" pitchFamily="34" charset="0"/>
                <a:cs typeface="Calibri" panose="020F0502020204030204" pitchFamily="34" charset="0"/>
              </a:rPr>
              <a:t> biometrics</a:t>
            </a:r>
            <a:r>
              <a:rPr lang="en-US" altLang="zh-TW" sz="2000" b="0" dirty="0">
                <a:latin typeface="Calibri" panose="020F0502020204030204" pitchFamily="34" charset="0"/>
                <a:cs typeface="Calibri" panose="020F0502020204030204" pitchFamily="34" charset="0"/>
              </a:rPr>
              <a:t>.</a:t>
            </a:r>
          </a:p>
          <a:p>
            <a:pPr marL="342900" indent="-342900" algn="just">
              <a:buFont typeface="Arial" panose="020B0604020202020204" pitchFamily="34" charset="0"/>
              <a:buChar char="•"/>
            </a:pPr>
            <a:r>
              <a:rPr lang="en-US" altLang="zh-TW" sz="2000" b="0" dirty="0">
                <a:latin typeface="Calibri" panose="020F0502020204030204" pitchFamily="34" charset="0"/>
                <a:cs typeface="Calibri" panose="020F0502020204030204" pitchFamily="34" charset="0"/>
              </a:rPr>
              <a:t>Discuss key management in symmetric-key and asymmetric-key cryptography.</a:t>
            </a:r>
          </a:p>
        </p:txBody>
      </p:sp>
    </p:spTree>
    <p:extLst>
      <p:ext uri="{BB962C8B-B14F-4D97-AF65-F5344CB8AC3E}">
        <p14:creationId xmlns:p14="http://schemas.microsoft.com/office/powerpoint/2010/main" val="28509580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1" name="Text Box 3">
            <a:extLst>
              <a:ext uri="{FF2B5EF4-FFF2-40B4-BE49-F238E27FC236}">
                <a16:creationId xmlns:a16="http://schemas.microsoft.com/office/drawing/2014/main" id="{3F614511-49B9-29F3-C8C8-BD6A8281FCD7}"/>
              </a:ext>
            </a:extLst>
          </p:cNvPr>
          <p:cNvSpPr txBox="1">
            <a:spLocks noChangeArrowheads="1"/>
          </p:cNvSpPr>
          <p:nvPr/>
        </p:nvSpPr>
        <p:spPr bwMode="auto">
          <a:xfrm>
            <a:off x="581026" y="228601"/>
            <a:ext cx="4938018"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4400" dirty="0">
                <a:solidFill>
                  <a:schemeClr val="accent6"/>
                </a:solidFill>
                <a:latin typeface="Calibri" panose="020F0502020204030204" pitchFamily="34" charset="0"/>
              </a:rPr>
              <a:t>17.1 INTRODUCTION</a:t>
            </a:r>
          </a:p>
        </p:txBody>
      </p:sp>
      <p:sp>
        <p:nvSpPr>
          <p:cNvPr id="8195" name="Text Box 4">
            <a:extLst>
              <a:ext uri="{FF2B5EF4-FFF2-40B4-BE49-F238E27FC236}">
                <a16:creationId xmlns:a16="http://schemas.microsoft.com/office/drawing/2014/main" id="{48758741-DA82-79E1-AFD0-C7EB4992276C}"/>
              </a:ext>
            </a:extLst>
          </p:cNvPr>
          <p:cNvSpPr txBox="1">
            <a:spLocks noChangeArrowheads="1"/>
          </p:cNvSpPr>
          <p:nvPr/>
        </p:nvSpPr>
        <p:spPr bwMode="auto">
          <a:xfrm>
            <a:off x="8886825" y="66294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en-US" altLang="en-US" sz="1800" dirty="0">
              <a:latin typeface="Calibri" panose="020F0502020204030204" pitchFamily="34" charset="0"/>
            </a:endParaRPr>
          </a:p>
        </p:txBody>
      </p:sp>
      <p:sp>
        <p:nvSpPr>
          <p:cNvPr id="565253" name="Rectangle 5">
            <a:extLst>
              <a:ext uri="{FF2B5EF4-FFF2-40B4-BE49-F238E27FC236}">
                <a16:creationId xmlns:a16="http://schemas.microsoft.com/office/drawing/2014/main" id="{1FBA6691-C6F5-70AA-56AD-F96976116E85}"/>
              </a:ext>
            </a:extLst>
          </p:cNvPr>
          <p:cNvSpPr>
            <a:spLocks noChangeArrowheads="1"/>
          </p:cNvSpPr>
          <p:nvPr/>
        </p:nvSpPr>
        <p:spPr bwMode="auto">
          <a:xfrm>
            <a:off x="771524" y="1034059"/>
            <a:ext cx="10953749" cy="4970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lgn="just">
              <a:buFont typeface="Arial" panose="020B0604020202020204" pitchFamily="34" charset="0"/>
              <a:buChar char="•"/>
            </a:pPr>
            <a:r>
              <a:rPr lang="en-US" altLang="en-US" sz="2400" b="0" dirty="0">
                <a:latin typeface="Calibri" panose="020F0502020204030204" pitchFamily="34" charset="0"/>
                <a:cs typeface="Calibri" panose="020F0502020204030204" pitchFamily="34" charset="0"/>
              </a:rPr>
              <a:t>We are living in the information age. We need to keep information about every aspect of our lives. In other words, information is an asset that has a value like any other asset. As an asset, information needs to be secured from attacks. To be secured, information needs to be hidden from unauthorized access (</a:t>
            </a:r>
            <a:r>
              <a:rPr lang="en-US" altLang="en-US" sz="2400" i="1" dirty="0">
                <a:latin typeface="Calibri" panose="020F0502020204030204" pitchFamily="34" charset="0"/>
                <a:cs typeface="Calibri" panose="020F0502020204030204" pitchFamily="34" charset="0"/>
              </a:rPr>
              <a:t>confidentiality</a:t>
            </a:r>
            <a:r>
              <a:rPr lang="en-US" altLang="en-US" sz="2400" b="0" dirty="0">
                <a:latin typeface="Calibri" panose="020F0502020204030204" pitchFamily="34" charset="0"/>
                <a:cs typeface="Calibri" panose="020F0502020204030204" pitchFamily="34" charset="0"/>
              </a:rPr>
              <a:t>), protected from unauthorized change (</a:t>
            </a:r>
            <a:r>
              <a:rPr lang="en-US" altLang="en-US" sz="2400" i="1" dirty="0">
                <a:latin typeface="Calibri" panose="020F0502020204030204" pitchFamily="34" charset="0"/>
                <a:cs typeface="Calibri" panose="020F0502020204030204" pitchFamily="34" charset="0"/>
              </a:rPr>
              <a:t>integrity</a:t>
            </a:r>
            <a:r>
              <a:rPr lang="en-US" altLang="en-US" sz="2400" b="0" dirty="0">
                <a:latin typeface="Calibri" panose="020F0502020204030204" pitchFamily="34" charset="0"/>
                <a:cs typeface="Calibri" panose="020F0502020204030204" pitchFamily="34" charset="0"/>
              </a:rPr>
              <a:t>), and available to an authorized entity when it is needed (</a:t>
            </a:r>
            <a:r>
              <a:rPr lang="en-US" altLang="en-US" sz="2400" i="1" dirty="0">
                <a:latin typeface="Calibri" panose="020F0502020204030204" pitchFamily="34" charset="0"/>
                <a:cs typeface="Calibri" panose="020F0502020204030204" pitchFamily="34" charset="0"/>
              </a:rPr>
              <a:t>availability</a:t>
            </a:r>
            <a:r>
              <a:rPr lang="en-US" altLang="en-US" sz="2400" b="0" dirty="0">
                <a:latin typeface="Calibri" panose="020F0502020204030204" pitchFamily="34" charset="0"/>
                <a:cs typeface="Calibri" panose="020F0502020204030204" pitchFamily="34" charset="0"/>
              </a:rPr>
              <a:t>). </a:t>
            </a:r>
          </a:p>
          <a:p>
            <a:pPr marL="342900" indent="-342900" algn="just">
              <a:spcBef>
                <a:spcPts val="600"/>
              </a:spcBef>
              <a:buFont typeface="Arial" panose="020B0604020202020204" pitchFamily="34" charset="0"/>
              <a:buChar char="•"/>
            </a:pPr>
            <a:r>
              <a:rPr lang="en-US" altLang="zh-TW" sz="2400" b="0" dirty="0">
                <a:latin typeface="Calibri" panose="020F0502020204030204" pitchFamily="34" charset="0"/>
                <a:cs typeface="Calibri" panose="020F0502020204030204" pitchFamily="34" charset="0"/>
              </a:rPr>
              <a:t>During the last three decades, computer networks have created a revolution in the use of information. Information is now distributed. Authorized people can send and retrieve information from a distance using computer networks. Although the three above-mentioned requirements changed, they now have some new dimensions. Not only should information be confidential when it is stored; there should also be a way to maintain its confidentiality when it is transmitted from one computer to another.</a:t>
            </a:r>
            <a:endParaRPr lang="en-US" altLang="en-US" sz="2400" b="0" dirty="0">
              <a:latin typeface="Calibri" panose="020F0502020204030204" pitchFamily="34" charset="0"/>
              <a:cs typeface="Calibri" panose="020F0502020204030204" pitchFamily="34" charset="0"/>
            </a:endParaRPr>
          </a:p>
        </p:txBody>
      </p:sp>
      <p:sp>
        <p:nvSpPr>
          <p:cNvPr id="2" name="投影片編號版面配置區 1">
            <a:extLst>
              <a:ext uri="{FF2B5EF4-FFF2-40B4-BE49-F238E27FC236}">
                <a16:creationId xmlns:a16="http://schemas.microsoft.com/office/drawing/2014/main" id="{88A92FE4-BF84-7CBB-5434-1F2FAD6F8C50}"/>
              </a:ext>
            </a:extLst>
          </p:cNvPr>
          <p:cNvSpPr>
            <a:spLocks noGrp="1"/>
          </p:cNvSpPr>
          <p:nvPr>
            <p:ph type="sldNum" sz="quarter" idx="12"/>
          </p:nvPr>
        </p:nvSpPr>
        <p:spPr/>
        <p:txBody>
          <a:bodyPr/>
          <a:lstStyle/>
          <a:p>
            <a:fld id="{C8DD4527-E66D-4764-91A6-DF278F55978B}" type="slidenum">
              <a:rPr lang="en-GB" smtClean="0"/>
              <a:t>2</a:t>
            </a:fld>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a:extLst>
              <a:ext uri="{FF2B5EF4-FFF2-40B4-BE49-F238E27FC236}">
                <a16:creationId xmlns:a16="http://schemas.microsoft.com/office/drawing/2014/main" id="{D7B3414E-E50D-D45B-855B-77167712F419}"/>
              </a:ext>
            </a:extLst>
          </p:cNvPr>
          <p:cNvSpPr txBox="1">
            <a:spLocks noChangeArrowheads="1"/>
          </p:cNvSpPr>
          <p:nvPr/>
        </p:nvSpPr>
        <p:spPr bwMode="auto">
          <a:xfrm>
            <a:off x="533401" y="28574"/>
            <a:ext cx="361547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b="0" dirty="0">
                <a:solidFill>
                  <a:schemeClr val="accent6"/>
                </a:solidFill>
                <a:latin typeface="Calibri" panose="020F0502020204030204" pitchFamily="34" charset="0"/>
              </a:rPr>
              <a:t>17.1.1 Security goals</a:t>
            </a:r>
          </a:p>
        </p:txBody>
      </p:sp>
      <p:sp>
        <p:nvSpPr>
          <p:cNvPr id="10243" name="Rectangle 3">
            <a:extLst>
              <a:ext uri="{FF2B5EF4-FFF2-40B4-BE49-F238E27FC236}">
                <a16:creationId xmlns:a16="http://schemas.microsoft.com/office/drawing/2014/main" id="{B099BBC0-06D1-56B4-8EAA-ABE849BD0905}"/>
              </a:ext>
            </a:extLst>
          </p:cNvPr>
          <p:cNvSpPr>
            <a:spLocks noChangeArrowheads="1"/>
          </p:cNvSpPr>
          <p:nvPr/>
        </p:nvSpPr>
        <p:spPr bwMode="auto">
          <a:xfrm>
            <a:off x="533401" y="613349"/>
            <a:ext cx="11344275" cy="578619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sz="2400" b="0" dirty="0">
                <a:latin typeface="Calibri" panose="020F0502020204030204" pitchFamily="34" charset="0"/>
              </a:rPr>
              <a:t>We will first discuss three security goals: </a:t>
            </a:r>
          </a:p>
          <a:p>
            <a:pPr algn="just"/>
            <a:r>
              <a:rPr lang="en-US" altLang="en-US" sz="2400" i="1" dirty="0">
                <a:latin typeface="Calibri" panose="020F0502020204030204" pitchFamily="34" charset="0"/>
              </a:rPr>
              <a:t>confidentiality</a:t>
            </a:r>
            <a:r>
              <a:rPr lang="en-US" altLang="en-US" sz="2400" b="0" dirty="0">
                <a:latin typeface="Calibri" panose="020F0502020204030204" pitchFamily="34" charset="0"/>
              </a:rPr>
              <a:t>, </a:t>
            </a:r>
            <a:r>
              <a:rPr lang="en-US" altLang="en-US" sz="2400" i="1" dirty="0">
                <a:latin typeface="Calibri" panose="020F0502020204030204" pitchFamily="34" charset="0"/>
              </a:rPr>
              <a:t>integrity</a:t>
            </a:r>
            <a:r>
              <a:rPr lang="en-US" altLang="en-US" sz="2400" b="0" dirty="0">
                <a:latin typeface="Calibri" panose="020F0502020204030204" pitchFamily="34" charset="0"/>
              </a:rPr>
              <a:t>, and </a:t>
            </a:r>
            <a:r>
              <a:rPr lang="en-US" altLang="en-US" sz="2400" dirty="0">
                <a:latin typeface="Calibri" panose="020F0502020204030204" pitchFamily="34" charset="0"/>
              </a:rPr>
              <a:t>availability.</a:t>
            </a:r>
          </a:p>
          <a:p>
            <a:pPr algn="just">
              <a:spcBef>
                <a:spcPts val="600"/>
              </a:spcBef>
            </a:pPr>
            <a:r>
              <a:rPr lang="en-US" altLang="en-US" sz="2400" b="0" dirty="0">
                <a:solidFill>
                  <a:schemeClr val="accent6"/>
                </a:solidFill>
                <a:latin typeface="Calibri" panose="020F0502020204030204" pitchFamily="34" charset="0"/>
                <a:cs typeface="Calibri" panose="020F0502020204030204" pitchFamily="34" charset="0"/>
              </a:rPr>
              <a:t>Confidentiality </a:t>
            </a:r>
            <a:r>
              <a:rPr lang="zh-TW" altLang="en-US" sz="2400" b="0" dirty="0">
                <a:solidFill>
                  <a:schemeClr val="accent6"/>
                </a:solidFill>
                <a:latin typeface="Calibri" panose="020F0502020204030204" pitchFamily="34" charset="0"/>
                <a:cs typeface="Calibri" panose="020F0502020204030204" pitchFamily="34" charset="0"/>
              </a:rPr>
              <a:t>機密性</a:t>
            </a:r>
            <a:endParaRPr lang="en-US" altLang="en-US" sz="2400" b="0" dirty="0">
              <a:solidFill>
                <a:schemeClr val="accent6"/>
              </a:solidFill>
              <a:latin typeface="Calibri" panose="020F0502020204030204" pitchFamily="34" charset="0"/>
              <a:cs typeface="Calibri" panose="020F0502020204030204" pitchFamily="34" charset="0"/>
            </a:endParaRPr>
          </a:p>
          <a:p>
            <a:pPr marL="342900" indent="-342900" algn="just">
              <a:spcBef>
                <a:spcPts val="600"/>
              </a:spcBef>
              <a:buFont typeface="Arial" panose="020B0604020202020204" pitchFamily="34" charset="0"/>
              <a:buChar char="•"/>
            </a:pPr>
            <a:r>
              <a:rPr lang="en-US" altLang="en-US" sz="2000" b="0" dirty="0">
                <a:latin typeface="Calibri" panose="020F0502020204030204" pitchFamily="34" charset="0"/>
              </a:rPr>
              <a:t>Confidentiality, keeping information secret from unauthorized access, is probably the most common aspect of information security: we need to protect confidential information. An organization needs to guard against those malicious actions that endanger the confidentiality of its information. </a:t>
            </a:r>
          </a:p>
          <a:p>
            <a:pPr algn="just">
              <a:spcBef>
                <a:spcPts val="600"/>
              </a:spcBef>
            </a:pPr>
            <a:r>
              <a:rPr lang="en-US" altLang="en-US" sz="2400" b="0" dirty="0">
                <a:solidFill>
                  <a:schemeClr val="accent6"/>
                </a:solidFill>
                <a:latin typeface="Calibri" panose="020F0502020204030204" pitchFamily="34" charset="0"/>
                <a:cs typeface="Calibri" panose="020F0502020204030204" pitchFamily="34" charset="0"/>
              </a:rPr>
              <a:t>Integrity</a:t>
            </a:r>
            <a:r>
              <a:rPr lang="zh-TW" altLang="en-US" sz="2400" b="0" dirty="0">
                <a:solidFill>
                  <a:schemeClr val="accent6"/>
                </a:solidFill>
                <a:latin typeface="Calibri" panose="020F0502020204030204" pitchFamily="34" charset="0"/>
                <a:cs typeface="Calibri" panose="020F0502020204030204" pitchFamily="34" charset="0"/>
              </a:rPr>
              <a:t> 完整性</a:t>
            </a:r>
            <a:endParaRPr lang="en-US" altLang="en-US" sz="2400" b="0" dirty="0">
              <a:solidFill>
                <a:schemeClr val="accent6"/>
              </a:solidFill>
              <a:latin typeface="Calibri" panose="020F0502020204030204" pitchFamily="34" charset="0"/>
              <a:cs typeface="Calibri" panose="020F0502020204030204" pitchFamily="34" charset="0"/>
            </a:endParaRPr>
          </a:p>
          <a:p>
            <a:pPr marL="342900" indent="-342900" algn="just">
              <a:spcBef>
                <a:spcPts val="600"/>
              </a:spcBef>
              <a:buFont typeface="Arial" panose="020B0604020202020204" pitchFamily="34" charset="0"/>
              <a:buChar char="•"/>
            </a:pPr>
            <a:r>
              <a:rPr lang="en-US" altLang="en-US" sz="2000" b="0" dirty="0">
                <a:latin typeface="Calibri" panose="020F0502020204030204" pitchFamily="34" charset="0"/>
              </a:rPr>
              <a:t>Information needs to be changed constantly. In a bank, when a customer deposits or withdraws money, the balance of their account needs to be changed. Integrity means that changes should be done only by authorized users and through authorized mechanisms.</a:t>
            </a:r>
          </a:p>
          <a:p>
            <a:pPr algn="just">
              <a:spcBef>
                <a:spcPts val="600"/>
              </a:spcBef>
            </a:pPr>
            <a:r>
              <a:rPr lang="en-US" altLang="en-US" sz="2400" b="0" dirty="0">
                <a:solidFill>
                  <a:schemeClr val="accent6"/>
                </a:solidFill>
                <a:latin typeface="Calibri" panose="020F0502020204030204" pitchFamily="34" charset="0"/>
                <a:cs typeface="Calibri" panose="020F0502020204030204" pitchFamily="34" charset="0"/>
              </a:rPr>
              <a:t>Availability</a:t>
            </a:r>
            <a:r>
              <a:rPr lang="zh-TW" altLang="en-US" sz="2400" b="0" dirty="0">
                <a:solidFill>
                  <a:schemeClr val="accent6"/>
                </a:solidFill>
                <a:latin typeface="Calibri" panose="020F0502020204030204" pitchFamily="34" charset="0"/>
                <a:cs typeface="Calibri" panose="020F0502020204030204" pitchFamily="34" charset="0"/>
              </a:rPr>
              <a:t> 可用性</a:t>
            </a:r>
            <a:endParaRPr lang="en-US" altLang="en-US" sz="2400" b="0" dirty="0">
              <a:solidFill>
                <a:schemeClr val="accent6"/>
              </a:solidFill>
              <a:latin typeface="Calibri" panose="020F0502020204030204" pitchFamily="34" charset="0"/>
              <a:cs typeface="Calibri" panose="020F0502020204030204" pitchFamily="34" charset="0"/>
            </a:endParaRPr>
          </a:p>
          <a:p>
            <a:pPr marL="342900" indent="-342900" algn="just">
              <a:spcBef>
                <a:spcPts val="600"/>
              </a:spcBef>
              <a:buFont typeface="Arial" panose="020B0604020202020204" pitchFamily="34" charset="0"/>
              <a:buChar char="•"/>
            </a:pPr>
            <a:r>
              <a:rPr lang="en-US" altLang="en-US" sz="2000" b="0" dirty="0">
                <a:latin typeface="Calibri" panose="020F0502020204030204" pitchFamily="34" charset="0"/>
              </a:rPr>
              <a:t>The information created and stored by an organization needs to be available to authorized users and applications. Information is useless if it is not available. Information needs to be changed constantly, which means that it must be accessible to those authorized to access it. Unavailability of information is just as harmful to an organization as a lack of confidentiality or integrity. Imagine what would happen to a bank if the customers could not access their accounts for transactions.</a:t>
            </a:r>
            <a:endParaRPr lang="en-US" altLang="en-US" sz="2000" b="0" dirty="0">
              <a:solidFill>
                <a:schemeClr val="accent6"/>
              </a:solidFill>
              <a:latin typeface="Calibri" panose="020F0502020204030204" pitchFamily="34" charset="0"/>
              <a:cs typeface="Calibri" panose="020F0502020204030204" pitchFamily="34" charset="0"/>
            </a:endParaRPr>
          </a:p>
        </p:txBody>
      </p:sp>
      <p:sp>
        <p:nvSpPr>
          <p:cNvPr id="2" name="投影片編號版面配置區 1">
            <a:extLst>
              <a:ext uri="{FF2B5EF4-FFF2-40B4-BE49-F238E27FC236}">
                <a16:creationId xmlns:a16="http://schemas.microsoft.com/office/drawing/2014/main" id="{47682D29-B9F3-7163-E241-5C547A083456}"/>
              </a:ext>
            </a:extLst>
          </p:cNvPr>
          <p:cNvSpPr>
            <a:spLocks noGrp="1"/>
          </p:cNvSpPr>
          <p:nvPr>
            <p:ph type="sldNum" sz="quarter" idx="12"/>
          </p:nvPr>
        </p:nvSpPr>
        <p:spPr/>
        <p:txBody>
          <a:bodyPr/>
          <a:lstStyle/>
          <a:p>
            <a:fld id="{C8DD4527-E66D-4764-91A6-DF278F55978B}" type="slidenum">
              <a:rPr lang="en-GB" smtClean="0"/>
              <a:t>3</a:t>
            </a:fld>
            <a:endParaRPr lang="en-GB"/>
          </a:p>
        </p:txBody>
      </p:sp>
      <p:pic>
        <p:nvPicPr>
          <p:cNvPr id="3" name="Picture 2">
            <a:extLst>
              <a:ext uri="{FF2B5EF4-FFF2-40B4-BE49-F238E27FC236}">
                <a16:creationId xmlns:a16="http://schemas.microsoft.com/office/drawing/2014/main" id="{366BB4F8-6FC6-E44F-DB9F-F636EADF07AF}"/>
              </a:ext>
            </a:extLst>
          </p:cNvPr>
          <p:cNvPicPr>
            <a:picLocks noChangeAspect="1"/>
          </p:cNvPicPr>
          <p:nvPr/>
        </p:nvPicPr>
        <p:blipFill>
          <a:blip r:embed="rId3"/>
          <a:stretch>
            <a:fillRect/>
          </a:stretch>
        </p:blipFill>
        <p:spPr>
          <a:xfrm>
            <a:off x="5958273" y="276224"/>
            <a:ext cx="5700326" cy="165548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a:extLst>
              <a:ext uri="{FF2B5EF4-FFF2-40B4-BE49-F238E27FC236}">
                <a16:creationId xmlns:a16="http://schemas.microsoft.com/office/drawing/2014/main" id="{E5FD486A-A78B-9587-B68D-03CCF0BF0ED1}"/>
              </a:ext>
            </a:extLst>
          </p:cNvPr>
          <p:cNvSpPr txBox="1">
            <a:spLocks noChangeArrowheads="1"/>
          </p:cNvSpPr>
          <p:nvPr/>
        </p:nvSpPr>
        <p:spPr bwMode="auto">
          <a:xfrm>
            <a:off x="446942" y="320100"/>
            <a:ext cx="252402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b="0" dirty="0">
                <a:solidFill>
                  <a:schemeClr val="accent6"/>
                </a:solidFill>
                <a:latin typeface="Calibri" panose="020F0502020204030204" pitchFamily="34" charset="0"/>
              </a:rPr>
              <a:t>17.1.2 Attacks</a:t>
            </a:r>
          </a:p>
        </p:txBody>
      </p:sp>
      <p:sp>
        <p:nvSpPr>
          <p:cNvPr id="16387" name="Rectangle 3">
            <a:extLst>
              <a:ext uri="{FF2B5EF4-FFF2-40B4-BE49-F238E27FC236}">
                <a16:creationId xmlns:a16="http://schemas.microsoft.com/office/drawing/2014/main" id="{67970439-F935-5315-1FEB-4746D151413A}"/>
              </a:ext>
            </a:extLst>
          </p:cNvPr>
          <p:cNvSpPr>
            <a:spLocks noChangeArrowheads="1"/>
          </p:cNvSpPr>
          <p:nvPr/>
        </p:nvSpPr>
        <p:spPr bwMode="auto">
          <a:xfrm>
            <a:off x="642937" y="904875"/>
            <a:ext cx="10906125" cy="13731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457200" indent="-457200" algn="just">
              <a:buFont typeface="Arial" panose="020B0604020202020204" pitchFamily="34" charset="0"/>
              <a:buChar char="•"/>
            </a:pPr>
            <a:r>
              <a:rPr lang="en-US" altLang="en-US" sz="2800" b="0" dirty="0">
                <a:latin typeface="Calibri" panose="020F0502020204030204" pitchFamily="34" charset="0"/>
              </a:rPr>
              <a:t>The three goals of security—confidentiality, integrity, and availability—can be threatened by security attacks. </a:t>
            </a:r>
          </a:p>
          <a:p>
            <a:pPr marL="457200" indent="-457200" algn="just">
              <a:buFont typeface="Arial" panose="020B0604020202020204" pitchFamily="34" charset="0"/>
              <a:buChar char="•"/>
            </a:pPr>
            <a:r>
              <a:rPr lang="en-US" altLang="en-US" sz="2800" b="0" dirty="0">
                <a:latin typeface="Calibri" panose="020F0502020204030204" pitchFamily="34" charset="0"/>
              </a:rPr>
              <a:t>Figure 17.2 relates the taxonomy of attack types to security goals.</a:t>
            </a:r>
          </a:p>
        </p:txBody>
      </p:sp>
      <p:pic>
        <p:nvPicPr>
          <p:cNvPr id="4" name="Picture 3">
            <a:extLst>
              <a:ext uri="{FF2B5EF4-FFF2-40B4-BE49-F238E27FC236}">
                <a16:creationId xmlns:a16="http://schemas.microsoft.com/office/drawing/2014/main" id="{D9835AC7-E1BF-D003-FB10-5CADFE9BC1E9}"/>
              </a:ext>
            </a:extLst>
          </p:cNvPr>
          <p:cNvPicPr>
            <a:picLocks noChangeAspect="1"/>
          </p:cNvPicPr>
          <p:nvPr/>
        </p:nvPicPr>
        <p:blipFill>
          <a:blip r:embed="rId3"/>
          <a:stretch>
            <a:fillRect/>
          </a:stretch>
        </p:blipFill>
        <p:spPr>
          <a:xfrm>
            <a:off x="1453660" y="2278063"/>
            <a:ext cx="9284677" cy="4318781"/>
          </a:xfrm>
          <a:prstGeom prst="rect">
            <a:avLst/>
          </a:prstGeom>
        </p:spPr>
      </p:pic>
      <p:sp>
        <p:nvSpPr>
          <p:cNvPr id="2" name="投影片編號版面配置區 1">
            <a:extLst>
              <a:ext uri="{FF2B5EF4-FFF2-40B4-BE49-F238E27FC236}">
                <a16:creationId xmlns:a16="http://schemas.microsoft.com/office/drawing/2014/main" id="{DD2D159C-70AE-0CEE-236A-157494525AB9}"/>
              </a:ext>
            </a:extLst>
          </p:cNvPr>
          <p:cNvSpPr>
            <a:spLocks noGrp="1"/>
          </p:cNvSpPr>
          <p:nvPr>
            <p:ph type="sldNum" sz="quarter" idx="12"/>
          </p:nvPr>
        </p:nvSpPr>
        <p:spPr/>
        <p:txBody>
          <a:bodyPr/>
          <a:lstStyle/>
          <a:p>
            <a:fld id="{C8DD4527-E66D-4764-91A6-DF278F55978B}" type="slidenum">
              <a:rPr lang="en-GB" smtClean="0"/>
              <a:t>4</a:t>
            </a:fld>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3">
            <a:extLst>
              <a:ext uri="{FF2B5EF4-FFF2-40B4-BE49-F238E27FC236}">
                <a16:creationId xmlns:a16="http://schemas.microsoft.com/office/drawing/2014/main" id="{42CFDA13-A855-1F8F-9CC6-D625E5319DE2}"/>
              </a:ext>
            </a:extLst>
          </p:cNvPr>
          <p:cNvSpPr>
            <a:spLocks noChangeArrowheads="1"/>
          </p:cNvSpPr>
          <p:nvPr/>
        </p:nvSpPr>
        <p:spPr bwMode="auto">
          <a:xfrm>
            <a:off x="552449" y="502716"/>
            <a:ext cx="10887075" cy="44319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sz="2800" b="0" dirty="0">
                <a:solidFill>
                  <a:schemeClr val="accent6"/>
                </a:solidFill>
                <a:latin typeface="Calibri" panose="020F0502020204030204" pitchFamily="34" charset="0"/>
              </a:rPr>
              <a:t>Attacks threatening confidentiality</a:t>
            </a:r>
          </a:p>
          <a:p>
            <a:pPr marL="542925" lvl="1" indent="-276225" algn="just">
              <a:buFont typeface="Arial" panose="020B0604020202020204" pitchFamily="34" charset="0"/>
              <a:buChar char="•"/>
            </a:pPr>
            <a:r>
              <a:rPr lang="en-US" altLang="en-US" sz="2400" b="0" dirty="0">
                <a:latin typeface="Calibri" panose="020F0502020204030204" pitchFamily="34" charset="0"/>
              </a:rPr>
              <a:t>In general, two types of attack threaten the confidentiality of information: </a:t>
            </a:r>
            <a:r>
              <a:rPr lang="en-US" altLang="en-US" sz="2400" i="1" dirty="0">
                <a:latin typeface="Calibri" panose="020F0502020204030204" pitchFamily="34" charset="0"/>
              </a:rPr>
              <a:t>snooping</a:t>
            </a:r>
            <a:r>
              <a:rPr lang="en-US" altLang="en-US" sz="2400" b="0" i="1" dirty="0">
                <a:latin typeface="Calibri" panose="020F0502020204030204" pitchFamily="34" charset="0"/>
              </a:rPr>
              <a:t> </a:t>
            </a:r>
            <a:r>
              <a:rPr lang="en-US" altLang="en-US" sz="2400" b="0" dirty="0">
                <a:latin typeface="Calibri" panose="020F0502020204030204" pitchFamily="34" charset="0"/>
              </a:rPr>
              <a:t>and </a:t>
            </a:r>
            <a:r>
              <a:rPr lang="en-US" altLang="en-US" sz="2400" i="1" dirty="0">
                <a:latin typeface="Calibri" panose="020F0502020204030204" pitchFamily="34" charset="0"/>
              </a:rPr>
              <a:t>traffic analysis</a:t>
            </a:r>
            <a:r>
              <a:rPr lang="en-US" altLang="en-US" sz="2400" b="0" dirty="0">
                <a:latin typeface="Calibri" panose="020F0502020204030204" pitchFamily="34" charset="0"/>
              </a:rPr>
              <a:t>. Snooping refers to unauthorized access to or interception of data. Traffic analysis refers other types of information collected by an intruder by monitoring online traffic. </a:t>
            </a:r>
          </a:p>
          <a:p>
            <a:pPr algn="just">
              <a:spcBef>
                <a:spcPts val="1800"/>
              </a:spcBef>
            </a:pPr>
            <a:r>
              <a:rPr lang="en-US" altLang="en-US" sz="2800" b="0" dirty="0">
                <a:solidFill>
                  <a:schemeClr val="accent6"/>
                </a:solidFill>
                <a:latin typeface="Calibri" panose="020F0502020204030204" pitchFamily="34" charset="0"/>
              </a:rPr>
              <a:t>Attacks threatening integrity</a:t>
            </a:r>
          </a:p>
          <a:p>
            <a:pPr marL="542925" lvl="1" indent="-276225" algn="just">
              <a:buFont typeface="Arial" panose="020B0604020202020204" pitchFamily="34" charset="0"/>
              <a:buChar char="•"/>
            </a:pPr>
            <a:r>
              <a:rPr lang="en-US" altLang="en-US" sz="2400" b="0" dirty="0">
                <a:latin typeface="Calibri" panose="020F0502020204030204" pitchFamily="34" charset="0"/>
              </a:rPr>
              <a:t>The integrity of data can be threatened by several kinds of attack: </a:t>
            </a:r>
            <a:r>
              <a:rPr lang="en-US" altLang="en-US" sz="2400" i="1" dirty="0">
                <a:latin typeface="Calibri" panose="020F0502020204030204" pitchFamily="34" charset="0"/>
              </a:rPr>
              <a:t>modification</a:t>
            </a:r>
            <a:r>
              <a:rPr lang="en-US" altLang="en-US" sz="2400" b="0" dirty="0">
                <a:latin typeface="Calibri" panose="020F0502020204030204" pitchFamily="34" charset="0"/>
              </a:rPr>
              <a:t>, </a:t>
            </a:r>
            <a:r>
              <a:rPr lang="en-US" altLang="en-US" sz="2400" i="1" dirty="0">
                <a:latin typeface="Calibri" panose="020F0502020204030204" pitchFamily="34" charset="0"/>
              </a:rPr>
              <a:t>masquerading</a:t>
            </a:r>
            <a:r>
              <a:rPr lang="en-US" altLang="en-US" sz="2400" b="0" dirty="0">
                <a:latin typeface="Calibri" panose="020F0502020204030204" pitchFamily="34" charset="0"/>
              </a:rPr>
              <a:t>,</a:t>
            </a:r>
            <a:r>
              <a:rPr lang="en-US" altLang="en-US" sz="2400" b="0" i="1" dirty="0">
                <a:latin typeface="Calibri" panose="020F0502020204030204" pitchFamily="34" charset="0"/>
              </a:rPr>
              <a:t> </a:t>
            </a:r>
            <a:r>
              <a:rPr lang="en-US" altLang="en-US" sz="2400" i="1" dirty="0">
                <a:latin typeface="Calibri" panose="020F0502020204030204" pitchFamily="34" charset="0"/>
              </a:rPr>
              <a:t>replaying</a:t>
            </a:r>
            <a:r>
              <a:rPr lang="en-US" altLang="en-US" sz="2400" b="0" dirty="0">
                <a:latin typeface="Calibri" panose="020F0502020204030204" pitchFamily="34" charset="0"/>
              </a:rPr>
              <a:t>, and </a:t>
            </a:r>
            <a:r>
              <a:rPr lang="en-US" altLang="en-US" sz="2400" i="1" dirty="0">
                <a:latin typeface="Calibri" panose="020F0502020204030204" pitchFamily="34" charset="0"/>
              </a:rPr>
              <a:t>repudiation</a:t>
            </a:r>
            <a:r>
              <a:rPr lang="en-US" altLang="en-US" sz="2400" b="0" dirty="0">
                <a:latin typeface="Calibri" panose="020F0502020204030204" pitchFamily="34" charset="0"/>
              </a:rPr>
              <a:t>. </a:t>
            </a:r>
          </a:p>
          <a:p>
            <a:pPr algn="just">
              <a:spcBef>
                <a:spcPts val="1800"/>
              </a:spcBef>
            </a:pPr>
            <a:r>
              <a:rPr lang="en-US" altLang="en-US" sz="2800" b="0" dirty="0">
                <a:solidFill>
                  <a:schemeClr val="accent6"/>
                </a:solidFill>
                <a:latin typeface="Calibri" panose="020F0502020204030204" pitchFamily="34" charset="0"/>
              </a:rPr>
              <a:t>Attacks threatening availability</a:t>
            </a:r>
          </a:p>
          <a:p>
            <a:pPr marL="542925" lvl="1" indent="-276225" algn="just">
              <a:buFont typeface="Arial" panose="020B0604020202020204" pitchFamily="34" charset="0"/>
              <a:buChar char="•"/>
            </a:pPr>
            <a:r>
              <a:rPr lang="en-US" altLang="en-US" sz="2400" b="0" dirty="0">
                <a:latin typeface="Calibri" panose="020F0502020204030204" pitchFamily="34" charset="0"/>
              </a:rPr>
              <a:t>We mention only one attack threatening availability: </a:t>
            </a:r>
            <a:r>
              <a:rPr lang="en-US" altLang="en-US" sz="2400" i="1" dirty="0">
                <a:latin typeface="Calibri" panose="020F0502020204030204" pitchFamily="34" charset="0"/>
              </a:rPr>
              <a:t>denial of service</a:t>
            </a:r>
            <a:r>
              <a:rPr lang="en-US" altLang="en-US" sz="2400" b="0" dirty="0">
                <a:latin typeface="Calibri" panose="020F0502020204030204" pitchFamily="34" charset="0"/>
              </a:rPr>
              <a:t>.</a:t>
            </a:r>
          </a:p>
        </p:txBody>
      </p:sp>
      <p:sp>
        <p:nvSpPr>
          <p:cNvPr id="2" name="投影片編號版面配置區 1">
            <a:extLst>
              <a:ext uri="{FF2B5EF4-FFF2-40B4-BE49-F238E27FC236}">
                <a16:creationId xmlns:a16="http://schemas.microsoft.com/office/drawing/2014/main" id="{71037936-4BA0-DF92-CC01-9DC0325F1B00}"/>
              </a:ext>
            </a:extLst>
          </p:cNvPr>
          <p:cNvSpPr>
            <a:spLocks noGrp="1"/>
          </p:cNvSpPr>
          <p:nvPr>
            <p:ph type="sldNum" sz="quarter" idx="12"/>
          </p:nvPr>
        </p:nvSpPr>
        <p:spPr/>
        <p:txBody>
          <a:bodyPr/>
          <a:lstStyle/>
          <a:p>
            <a:fld id="{C8DD4527-E66D-4764-91A6-DF278F55978B}" type="slidenum">
              <a:rPr lang="en-GB" smtClean="0"/>
              <a:t>5</a:t>
            </a:fld>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a:extLst>
              <a:ext uri="{FF2B5EF4-FFF2-40B4-BE49-F238E27FC236}">
                <a16:creationId xmlns:a16="http://schemas.microsoft.com/office/drawing/2014/main" id="{40FB3EBE-41D6-065E-CE48-90F1866B7EB6}"/>
              </a:ext>
            </a:extLst>
          </p:cNvPr>
          <p:cNvSpPr txBox="1">
            <a:spLocks noChangeArrowheads="1"/>
          </p:cNvSpPr>
          <p:nvPr/>
        </p:nvSpPr>
        <p:spPr bwMode="auto">
          <a:xfrm>
            <a:off x="581025" y="350105"/>
            <a:ext cx="632750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3600" b="0" dirty="0">
                <a:solidFill>
                  <a:schemeClr val="accent6"/>
                </a:solidFill>
                <a:latin typeface="Calibri" panose="020F0502020204030204" pitchFamily="34" charset="0"/>
              </a:rPr>
              <a:t>Security Services and Techniques</a:t>
            </a:r>
          </a:p>
        </p:txBody>
      </p:sp>
      <p:sp>
        <p:nvSpPr>
          <p:cNvPr id="2" name="投影片編號版面配置區 1">
            <a:extLst>
              <a:ext uri="{FF2B5EF4-FFF2-40B4-BE49-F238E27FC236}">
                <a16:creationId xmlns:a16="http://schemas.microsoft.com/office/drawing/2014/main" id="{9BA9F6C4-19EB-4BBE-4D2F-3FE8D10C1C55}"/>
              </a:ext>
            </a:extLst>
          </p:cNvPr>
          <p:cNvSpPr>
            <a:spLocks noGrp="1"/>
          </p:cNvSpPr>
          <p:nvPr>
            <p:ph type="sldNum" sz="quarter" idx="12"/>
          </p:nvPr>
        </p:nvSpPr>
        <p:spPr/>
        <p:txBody>
          <a:bodyPr/>
          <a:lstStyle/>
          <a:p>
            <a:fld id="{C8DD4527-E66D-4764-91A6-DF278F55978B}" type="slidenum">
              <a:rPr lang="en-GB" smtClean="0"/>
              <a:t>6</a:t>
            </a:fld>
            <a:endParaRPr lang="en-GB"/>
          </a:p>
        </p:txBody>
      </p:sp>
      <p:sp>
        <p:nvSpPr>
          <p:cNvPr id="4" name="Rectangle 3">
            <a:extLst>
              <a:ext uri="{FF2B5EF4-FFF2-40B4-BE49-F238E27FC236}">
                <a16:creationId xmlns:a16="http://schemas.microsoft.com/office/drawing/2014/main" id="{C52D90DE-998C-C038-9D1C-192CA68EE505}"/>
              </a:ext>
            </a:extLst>
          </p:cNvPr>
          <p:cNvSpPr>
            <a:spLocks noChangeArrowheads="1"/>
          </p:cNvSpPr>
          <p:nvPr/>
        </p:nvSpPr>
        <p:spPr bwMode="auto">
          <a:xfrm>
            <a:off x="581026" y="1066800"/>
            <a:ext cx="10972800" cy="230832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lgn="just">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ITU-T defines some security services to achieve security goals and prevent attacks.</a:t>
            </a:r>
          </a:p>
          <a:p>
            <a:pPr marL="342900" indent="-342900" algn="just">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Each of these services is designed to prevent one or more attacks while maintaining security goals. </a:t>
            </a:r>
          </a:p>
          <a:p>
            <a:pPr marL="342900" indent="-342900" algn="just">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The actual implementation of security goals needs some techniques. </a:t>
            </a:r>
          </a:p>
          <a:p>
            <a:pPr marL="342900" indent="-342900" algn="just">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Two techniques are prevalent today: one is very general (</a:t>
            </a:r>
            <a:r>
              <a:rPr lang="en-US" altLang="en-US" sz="2400" i="1" dirty="0">
                <a:latin typeface="+mn-lt"/>
                <a:ea typeface="Arial Unicode MS" panose="020B0604020202020204" pitchFamily="34" charset="-120"/>
                <a:cs typeface="Arial Unicode MS" panose="020B0604020202020204" pitchFamily="34" charset="-120"/>
              </a:rPr>
              <a:t>cryptography</a:t>
            </a:r>
            <a:r>
              <a:rPr lang="en-US" altLang="en-US" sz="2400" b="0" dirty="0">
                <a:latin typeface="+mn-lt"/>
                <a:ea typeface="Arial Unicode MS" panose="020B0604020202020204" pitchFamily="34" charset="-120"/>
                <a:cs typeface="Arial Unicode MS" panose="020B0604020202020204" pitchFamily="34" charset="-120"/>
              </a:rPr>
              <a:t>) and one is specific (</a:t>
            </a:r>
            <a:r>
              <a:rPr lang="en-US" altLang="en-US" sz="2400" i="1" dirty="0">
                <a:latin typeface="+mn-lt"/>
                <a:ea typeface="Arial Unicode MS" panose="020B0604020202020204" pitchFamily="34" charset="-120"/>
                <a:cs typeface="Arial Unicode MS" panose="020B0604020202020204" pitchFamily="34" charset="-120"/>
              </a:rPr>
              <a:t>steganography</a:t>
            </a:r>
            <a:r>
              <a:rPr lang="en-US" altLang="en-US" sz="2400" b="0" dirty="0">
                <a:latin typeface="+mn-lt"/>
              </a:rPr>
              <a:t>).</a:t>
            </a:r>
          </a:p>
        </p:txBody>
      </p:sp>
      <p:pic>
        <p:nvPicPr>
          <p:cNvPr id="6" name="圖片 5">
            <a:extLst>
              <a:ext uri="{FF2B5EF4-FFF2-40B4-BE49-F238E27FC236}">
                <a16:creationId xmlns:a16="http://schemas.microsoft.com/office/drawing/2014/main" id="{4E34B2E7-2A88-5F54-1692-AEEFD7C50694}"/>
              </a:ext>
            </a:extLst>
          </p:cNvPr>
          <p:cNvPicPr>
            <a:picLocks noChangeAspect="1"/>
          </p:cNvPicPr>
          <p:nvPr/>
        </p:nvPicPr>
        <p:blipFill>
          <a:blip r:embed="rId3"/>
          <a:stretch>
            <a:fillRect/>
          </a:stretch>
        </p:blipFill>
        <p:spPr>
          <a:xfrm>
            <a:off x="1437632" y="3482877"/>
            <a:ext cx="9192908" cy="262926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2" name="Rectangle 6">
            <a:extLst>
              <a:ext uri="{FF2B5EF4-FFF2-40B4-BE49-F238E27FC236}">
                <a16:creationId xmlns:a16="http://schemas.microsoft.com/office/drawing/2014/main" id="{B09F2B98-AC32-C516-9664-B9C8FBCF0FD2}"/>
              </a:ext>
            </a:extLst>
          </p:cNvPr>
          <p:cNvSpPr>
            <a:spLocks noChangeArrowheads="1"/>
          </p:cNvSpPr>
          <p:nvPr/>
        </p:nvSpPr>
        <p:spPr bwMode="auto">
          <a:xfrm>
            <a:off x="380999" y="520959"/>
            <a:ext cx="11268076" cy="574003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b="0" dirty="0">
                <a:solidFill>
                  <a:schemeClr val="accent6"/>
                </a:solidFill>
                <a:latin typeface="Calibri" panose="020F0502020204030204" pitchFamily="34" charset="0"/>
              </a:rPr>
              <a:t>Cryptography</a:t>
            </a:r>
          </a:p>
          <a:p>
            <a:pPr marL="342900" indent="-342900" algn="just">
              <a:buFont typeface="Arial" panose="020B0604020202020204" pitchFamily="34" charset="0"/>
              <a:buChar char="•"/>
            </a:pPr>
            <a:r>
              <a:rPr lang="en-US" altLang="en-US" sz="2400" b="0" dirty="0">
                <a:latin typeface="Calibri" panose="020F0502020204030204" pitchFamily="34" charset="0"/>
              </a:rPr>
              <a:t>Some security services can be implemented using cryptography. Cryptography, a word with Greek origins, means “secret writing”. However, we use the term to refer to the science and art of transforming messages to make them secure and immune to attacks. Although in the past cryptography referred only to the encryption and decryption of messages using secret keys, today it is defined as involving three distinct mechanisms: </a:t>
            </a:r>
            <a:r>
              <a:rPr lang="en-US" altLang="en-US" sz="2400" dirty="0">
                <a:latin typeface="Calibri" panose="020F0502020204030204" pitchFamily="34" charset="0"/>
              </a:rPr>
              <a:t>symmetric-key encipherment</a:t>
            </a:r>
            <a:r>
              <a:rPr lang="en-US" altLang="en-US" sz="2400" b="0" dirty="0">
                <a:latin typeface="Calibri" panose="020F0502020204030204" pitchFamily="34" charset="0"/>
              </a:rPr>
              <a:t>, </a:t>
            </a:r>
            <a:r>
              <a:rPr lang="en-US" altLang="en-US" sz="2400" dirty="0">
                <a:latin typeface="Calibri" panose="020F0502020204030204" pitchFamily="34" charset="0"/>
              </a:rPr>
              <a:t>asymmetric-key encipherment</a:t>
            </a:r>
            <a:r>
              <a:rPr lang="en-US" altLang="en-US" sz="2400" b="0" dirty="0">
                <a:latin typeface="Calibri" panose="020F0502020204030204" pitchFamily="34" charset="0"/>
              </a:rPr>
              <a:t>, and </a:t>
            </a:r>
            <a:r>
              <a:rPr lang="en-US" altLang="en-US" sz="2400" dirty="0">
                <a:latin typeface="Calibri" panose="020F0502020204030204" pitchFamily="34" charset="0"/>
              </a:rPr>
              <a:t>hashing</a:t>
            </a:r>
            <a:r>
              <a:rPr lang="en-US" altLang="en-US" sz="2400" b="0" dirty="0">
                <a:latin typeface="Calibri" panose="020F0502020204030204" pitchFamily="34" charset="0"/>
              </a:rPr>
              <a:t>. </a:t>
            </a:r>
          </a:p>
          <a:p>
            <a:pPr algn="just">
              <a:spcBef>
                <a:spcPts val="600"/>
              </a:spcBef>
            </a:pPr>
            <a:r>
              <a:rPr lang="en-US" altLang="en-US" b="0" dirty="0">
                <a:solidFill>
                  <a:schemeClr val="accent6"/>
                </a:solidFill>
                <a:latin typeface="Calibri" panose="020F0502020204030204" pitchFamily="34" charset="0"/>
              </a:rPr>
              <a:t>Steganography</a:t>
            </a:r>
          </a:p>
          <a:p>
            <a:pPr marL="342900" indent="-342900" algn="just">
              <a:buFont typeface="Arial" panose="020B0604020202020204" pitchFamily="34" charset="0"/>
              <a:buChar char="•"/>
            </a:pPr>
            <a:r>
              <a:rPr lang="en-US" altLang="en-US" sz="2400" b="0" dirty="0">
                <a:latin typeface="Calibri" panose="020F0502020204030204" pitchFamily="34" charset="0"/>
              </a:rPr>
              <a:t>Another technique that was used for secret communication in the past is being revived at the present time: steganography. The word </a:t>
            </a:r>
            <a:r>
              <a:rPr lang="en-US" altLang="en-US" sz="2400" dirty="0">
                <a:latin typeface="Calibri" panose="020F0502020204030204" pitchFamily="34" charset="0"/>
              </a:rPr>
              <a:t>steganography</a:t>
            </a:r>
            <a:r>
              <a:rPr lang="en-US" altLang="en-US" sz="2400" b="0" dirty="0">
                <a:latin typeface="Calibri" panose="020F0502020204030204" pitchFamily="34" charset="0"/>
              </a:rPr>
              <a:t>, with origins in Greek, means ‘covered writing’, in contrast with cryptography, which means ‘secret writing’. </a:t>
            </a:r>
          </a:p>
          <a:p>
            <a:pPr algn="just">
              <a:spcBef>
                <a:spcPts val="1200"/>
              </a:spcBef>
            </a:pPr>
            <a:r>
              <a:rPr lang="en-US" altLang="en-US" sz="2400" b="0" dirty="0">
                <a:solidFill>
                  <a:srgbClr val="0070C0"/>
                </a:solidFill>
                <a:latin typeface="Calibri" panose="020F0502020204030204" pitchFamily="34" charset="0"/>
              </a:rPr>
              <a:t>Cryptography means concealing the contents of a message by enciphering; steganography means concealing the message itself by covering it with something else. </a:t>
            </a:r>
          </a:p>
        </p:txBody>
      </p:sp>
      <p:sp>
        <p:nvSpPr>
          <p:cNvPr id="2" name="投影片編號版面配置區 1">
            <a:extLst>
              <a:ext uri="{FF2B5EF4-FFF2-40B4-BE49-F238E27FC236}">
                <a16:creationId xmlns:a16="http://schemas.microsoft.com/office/drawing/2014/main" id="{F373C324-250B-2D36-2612-E2EDD9F11BCD}"/>
              </a:ext>
            </a:extLst>
          </p:cNvPr>
          <p:cNvSpPr>
            <a:spLocks noGrp="1"/>
          </p:cNvSpPr>
          <p:nvPr>
            <p:ph type="sldNum" sz="quarter" idx="12"/>
          </p:nvPr>
        </p:nvSpPr>
        <p:spPr/>
        <p:txBody>
          <a:bodyPr/>
          <a:lstStyle/>
          <a:p>
            <a:fld id="{C8DD4527-E66D-4764-91A6-DF278F55978B}" type="slidenum">
              <a:rPr lang="en-GB" smtClean="0"/>
              <a:t>7</a:t>
            </a:fld>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a:extLst>
              <a:ext uri="{FF2B5EF4-FFF2-40B4-BE49-F238E27FC236}">
                <a16:creationId xmlns:a16="http://schemas.microsoft.com/office/drawing/2014/main" id="{2B404D31-3B81-4ED6-B730-A4E02E133C7B}"/>
              </a:ext>
            </a:extLst>
          </p:cNvPr>
          <p:cNvSpPr txBox="1">
            <a:spLocks noChangeArrowheads="1"/>
          </p:cNvSpPr>
          <p:nvPr/>
        </p:nvSpPr>
        <p:spPr bwMode="auto">
          <a:xfrm>
            <a:off x="666750" y="304800"/>
            <a:ext cx="455426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3600" dirty="0">
                <a:solidFill>
                  <a:schemeClr val="accent6"/>
                </a:solidFill>
                <a:latin typeface="Calibri" panose="020F0502020204030204" pitchFamily="34" charset="0"/>
              </a:rPr>
              <a:t>Symmetric-key Ciphers</a:t>
            </a:r>
          </a:p>
        </p:txBody>
      </p:sp>
      <p:sp>
        <p:nvSpPr>
          <p:cNvPr id="4" name="Rectangle 3">
            <a:extLst>
              <a:ext uri="{FF2B5EF4-FFF2-40B4-BE49-F238E27FC236}">
                <a16:creationId xmlns:a16="http://schemas.microsoft.com/office/drawing/2014/main" id="{51243ED7-EA0D-65C4-36AC-77607DA073F6}"/>
              </a:ext>
            </a:extLst>
          </p:cNvPr>
          <p:cNvSpPr>
            <a:spLocks noChangeArrowheads="1"/>
          </p:cNvSpPr>
          <p:nvPr/>
        </p:nvSpPr>
        <p:spPr bwMode="auto">
          <a:xfrm>
            <a:off x="666750" y="990600"/>
            <a:ext cx="11017934" cy="156966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lgn="just">
              <a:buFont typeface="Arial" panose="020B0604020202020204" pitchFamily="34" charset="0"/>
              <a:buChar char="•"/>
            </a:pPr>
            <a:r>
              <a:rPr lang="en-US" altLang="en-US" sz="2400" b="0" dirty="0">
                <a:latin typeface="Calibri" panose="020F0502020204030204" pitchFamily="34" charset="0"/>
              </a:rPr>
              <a:t>A symmetric-key cipher uses the same key for both encryption and decryption, and the key can be used for bidirectional communication, which is why it is called </a:t>
            </a:r>
            <a:r>
              <a:rPr lang="en-US" altLang="en-US" sz="2400" b="0" i="1" dirty="0">
                <a:latin typeface="Calibri" panose="020F0502020204030204" pitchFamily="34" charset="0"/>
              </a:rPr>
              <a:t>symmetric</a:t>
            </a:r>
            <a:r>
              <a:rPr lang="en-US" altLang="en-US" sz="2400" b="0" dirty="0">
                <a:latin typeface="Calibri" panose="020F0502020204030204" pitchFamily="34" charset="0"/>
              </a:rPr>
              <a:t>. </a:t>
            </a:r>
          </a:p>
          <a:p>
            <a:pPr marL="342900" indent="-342900" algn="just">
              <a:buFont typeface="Arial" panose="020B0604020202020204" pitchFamily="34" charset="0"/>
              <a:buChar char="•"/>
            </a:pPr>
            <a:r>
              <a:rPr lang="en-US" altLang="en-US" sz="2400" b="0" dirty="0">
                <a:latin typeface="Calibri" panose="020F0502020204030204" pitchFamily="34" charset="0"/>
              </a:rPr>
              <a:t>Figure 17.4 shows the general idea behind a symmetric-key cipher.</a:t>
            </a:r>
          </a:p>
        </p:txBody>
      </p:sp>
      <p:pic>
        <p:nvPicPr>
          <p:cNvPr id="6" name="Picture 5">
            <a:extLst>
              <a:ext uri="{FF2B5EF4-FFF2-40B4-BE49-F238E27FC236}">
                <a16:creationId xmlns:a16="http://schemas.microsoft.com/office/drawing/2014/main" id="{D894BAFB-C239-AD44-FC7A-86DC0D748985}"/>
              </a:ext>
            </a:extLst>
          </p:cNvPr>
          <p:cNvPicPr>
            <a:picLocks noChangeAspect="1"/>
          </p:cNvPicPr>
          <p:nvPr/>
        </p:nvPicPr>
        <p:blipFill>
          <a:blip r:embed="rId2"/>
          <a:stretch>
            <a:fillRect/>
          </a:stretch>
        </p:blipFill>
        <p:spPr>
          <a:xfrm>
            <a:off x="1269316" y="2560260"/>
            <a:ext cx="9303434" cy="4032420"/>
          </a:xfrm>
          <a:prstGeom prst="rect">
            <a:avLst/>
          </a:prstGeom>
        </p:spPr>
      </p:pic>
      <p:sp>
        <p:nvSpPr>
          <p:cNvPr id="2" name="投影片編號版面配置區 1">
            <a:extLst>
              <a:ext uri="{FF2B5EF4-FFF2-40B4-BE49-F238E27FC236}">
                <a16:creationId xmlns:a16="http://schemas.microsoft.com/office/drawing/2014/main" id="{33C695BB-3706-1060-7BC3-00EF91F028A5}"/>
              </a:ext>
            </a:extLst>
          </p:cNvPr>
          <p:cNvSpPr>
            <a:spLocks noGrp="1"/>
          </p:cNvSpPr>
          <p:nvPr>
            <p:ph type="sldNum" sz="quarter" idx="12"/>
          </p:nvPr>
        </p:nvSpPr>
        <p:spPr/>
        <p:txBody>
          <a:bodyPr/>
          <a:lstStyle/>
          <a:p>
            <a:fld id="{C8DD4527-E66D-4764-91A6-DF278F55978B}" type="slidenum">
              <a:rPr lang="en-GB" smtClean="0"/>
              <a:t>8</a:t>
            </a:fld>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Text Box 4">
            <a:extLst>
              <a:ext uri="{FF2B5EF4-FFF2-40B4-BE49-F238E27FC236}">
                <a16:creationId xmlns:a16="http://schemas.microsoft.com/office/drawing/2014/main" id="{10324792-DF44-B949-CAB2-F9BC9D3E74F1}"/>
              </a:ext>
            </a:extLst>
          </p:cNvPr>
          <p:cNvSpPr txBox="1">
            <a:spLocks noChangeArrowheads="1"/>
          </p:cNvSpPr>
          <p:nvPr/>
        </p:nvSpPr>
        <p:spPr bwMode="auto">
          <a:xfrm>
            <a:off x="8791575" y="6238876"/>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en-US" altLang="en-US" sz="1800" dirty="0">
              <a:latin typeface="Calibri" panose="020F0502020204030204" pitchFamily="34" charset="0"/>
            </a:endParaRPr>
          </a:p>
        </p:txBody>
      </p:sp>
      <p:sp>
        <p:nvSpPr>
          <p:cNvPr id="29702" name="Rectangle 2">
            <a:extLst>
              <a:ext uri="{FF2B5EF4-FFF2-40B4-BE49-F238E27FC236}">
                <a16:creationId xmlns:a16="http://schemas.microsoft.com/office/drawing/2014/main" id="{DEB388DC-B795-8D2A-D9D1-3EEED5FEE717}"/>
              </a:ext>
            </a:extLst>
          </p:cNvPr>
          <p:cNvSpPr>
            <a:spLocks noChangeArrowheads="1"/>
          </p:cNvSpPr>
          <p:nvPr/>
        </p:nvSpPr>
        <p:spPr bwMode="auto">
          <a:xfrm>
            <a:off x="595312" y="431056"/>
            <a:ext cx="11001375" cy="4616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buFont typeface="Arial" panose="020B0604020202020204" pitchFamily="34" charset="0"/>
              <a:buChar char="•"/>
            </a:pPr>
            <a:r>
              <a:rPr lang="en-US" altLang="en-US" sz="2400" b="0" dirty="0">
                <a:latin typeface="Calibri" panose="020F0502020204030204" pitchFamily="34" charset="0"/>
                <a:cs typeface="Calibri" panose="020F0502020204030204" pitchFamily="34" charset="0"/>
              </a:rPr>
              <a:t>Note that the symmetric-key encipherment uses a single key (the key itself may be a set of values) for both encryption and decryption. </a:t>
            </a:r>
          </a:p>
          <a:p>
            <a:pPr marL="342900" indent="-342900">
              <a:spcBef>
                <a:spcPts val="600"/>
              </a:spcBef>
              <a:buFont typeface="Arial" panose="020B0604020202020204" pitchFamily="34" charset="0"/>
              <a:buChar char="•"/>
            </a:pPr>
            <a:r>
              <a:rPr lang="en-US" altLang="en-US" sz="2400" b="0" dirty="0">
                <a:latin typeface="Calibri" panose="020F0502020204030204" pitchFamily="34" charset="0"/>
                <a:cs typeface="Calibri" panose="020F0502020204030204" pitchFamily="34" charset="0"/>
              </a:rPr>
              <a:t>In addition, the encryption and decryption algorithms are inverses of each other. </a:t>
            </a:r>
          </a:p>
          <a:p>
            <a:pPr marL="342900" indent="-342900">
              <a:spcBef>
                <a:spcPts val="600"/>
              </a:spcBef>
              <a:buFont typeface="Arial" panose="020B0604020202020204" pitchFamily="34" charset="0"/>
              <a:buChar char="•"/>
            </a:pPr>
            <a:r>
              <a:rPr lang="en-US" altLang="en-US" sz="2400" b="0" dirty="0">
                <a:latin typeface="Calibri" panose="020F0502020204030204" pitchFamily="34" charset="0"/>
                <a:cs typeface="Calibri" panose="020F0502020204030204" pitchFamily="34" charset="0"/>
              </a:rPr>
              <a:t>If P is the plaintext, C is the ciphertext, and K is the key </a:t>
            </a:r>
          </a:p>
          <a:p>
            <a:pPr marL="1085850" lvl="1" indent="-342900">
              <a:spcBef>
                <a:spcPts val="600"/>
              </a:spcBef>
              <a:buFont typeface="Arial" panose="020B0604020202020204" pitchFamily="34" charset="0"/>
              <a:buChar char="•"/>
            </a:pPr>
            <a:r>
              <a:rPr lang="en-US" altLang="en-US" sz="2400" b="0" dirty="0">
                <a:latin typeface="Calibri" panose="020F0502020204030204" pitchFamily="34" charset="0"/>
                <a:cs typeface="Calibri" panose="020F0502020204030204" pitchFamily="34" charset="0"/>
              </a:rPr>
              <a:t>the encryption algorithm EK(P) creates the ciphertext from the plaintext; </a:t>
            </a:r>
          </a:p>
          <a:p>
            <a:pPr marL="1085850" lvl="1" indent="-342900">
              <a:spcBef>
                <a:spcPts val="600"/>
              </a:spcBef>
              <a:buFont typeface="Arial" panose="020B0604020202020204" pitchFamily="34" charset="0"/>
              <a:buChar char="•"/>
            </a:pPr>
            <a:r>
              <a:rPr lang="en-US" altLang="en-US" sz="2400" b="0" dirty="0">
                <a:latin typeface="Calibri" panose="020F0502020204030204" pitchFamily="34" charset="0"/>
                <a:cs typeface="Calibri" panose="020F0502020204030204" pitchFamily="34" charset="0"/>
              </a:rPr>
              <a:t>the decryption algorithm DK(C) creates the plaintext from the ciphertext. </a:t>
            </a:r>
          </a:p>
          <a:p>
            <a:pPr marL="342900" indent="-342900">
              <a:spcBef>
                <a:spcPts val="600"/>
              </a:spcBef>
              <a:buFont typeface="Arial" panose="020B0604020202020204" pitchFamily="34" charset="0"/>
              <a:buChar char="•"/>
            </a:pPr>
            <a:r>
              <a:rPr lang="en-US" altLang="en-US" sz="2400" b="0" dirty="0">
                <a:latin typeface="Calibri" panose="020F0502020204030204" pitchFamily="34" charset="0"/>
                <a:cs typeface="Calibri" panose="020F0502020204030204" pitchFamily="34" charset="0"/>
              </a:rPr>
              <a:t>We assume that EK(x) and DK(x) are inverses of each other: they cancel the effect of each other if they are applied one after the other on the same input.</a:t>
            </a:r>
          </a:p>
          <a:p>
            <a:pPr marL="342900" indent="-342900">
              <a:spcBef>
                <a:spcPts val="600"/>
              </a:spcBef>
              <a:buFont typeface="Arial" panose="020B0604020202020204" pitchFamily="34" charset="0"/>
              <a:buChar char="•"/>
            </a:pPr>
            <a:r>
              <a:rPr lang="en-US" altLang="en-US" sz="2400" b="0" dirty="0">
                <a:latin typeface="Calibri" panose="020F0502020204030204" pitchFamily="34" charset="0"/>
                <a:cs typeface="Calibri" panose="020F0502020204030204" pitchFamily="34" charset="0"/>
              </a:rPr>
              <a:t>Encryption can be thought of as locking the message in a box; decryption can be thought of as unlocking the box. In symmetric-key encipherment, the same key locks and unlocks as shown in Figure 17.4. </a:t>
            </a:r>
          </a:p>
        </p:txBody>
      </p:sp>
      <p:sp>
        <p:nvSpPr>
          <p:cNvPr id="3" name="投影片編號版面配置區 2">
            <a:extLst>
              <a:ext uri="{FF2B5EF4-FFF2-40B4-BE49-F238E27FC236}">
                <a16:creationId xmlns:a16="http://schemas.microsoft.com/office/drawing/2014/main" id="{39F774B1-6D1F-602C-AD4B-E609E68FD85E}"/>
              </a:ext>
            </a:extLst>
          </p:cNvPr>
          <p:cNvSpPr>
            <a:spLocks noGrp="1"/>
          </p:cNvSpPr>
          <p:nvPr>
            <p:ph type="sldNum" sz="quarter" idx="12"/>
          </p:nvPr>
        </p:nvSpPr>
        <p:spPr/>
        <p:txBody>
          <a:bodyPr/>
          <a:lstStyle/>
          <a:p>
            <a:fld id="{C8DD4527-E66D-4764-91A6-DF278F55978B}" type="slidenum">
              <a:rPr lang="en-GB" smtClean="0"/>
              <a:t>9</a:t>
            </a:fld>
            <a:endParaRPr lang="en-GB"/>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a:extLst>
              <a:ext uri="{FF2B5EF4-FFF2-40B4-BE49-F238E27FC236}">
                <a16:creationId xmlns:a16="http://schemas.microsoft.com/office/drawing/2014/main" id="{72B48DF0-07A8-6CBC-257D-9C9631AE265D}"/>
              </a:ext>
            </a:extLst>
          </p:cNvPr>
          <p:cNvSpPr txBox="1">
            <a:spLocks noChangeArrowheads="1"/>
          </p:cNvSpPr>
          <p:nvPr/>
        </p:nvSpPr>
        <p:spPr bwMode="auto">
          <a:xfrm>
            <a:off x="523875" y="161925"/>
            <a:ext cx="6461128"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3600" b="0" dirty="0">
                <a:solidFill>
                  <a:schemeClr val="accent6"/>
                </a:solidFill>
                <a:latin typeface="Calibri" panose="020F0502020204030204" pitchFamily="34" charset="0"/>
              </a:rPr>
              <a:t>Traditional symmetric-key ciphers</a:t>
            </a:r>
          </a:p>
          <a:p>
            <a:endParaRPr lang="en-US" altLang="en-US" sz="2800" dirty="0">
              <a:solidFill>
                <a:srgbClr val="FF0000"/>
              </a:solidFill>
              <a:latin typeface="Calibri" panose="020F0502020204030204" pitchFamily="34" charset="0"/>
            </a:endParaRPr>
          </a:p>
        </p:txBody>
      </p:sp>
      <p:sp>
        <p:nvSpPr>
          <p:cNvPr id="32772" name="Rectangle 8">
            <a:extLst>
              <a:ext uri="{FF2B5EF4-FFF2-40B4-BE49-F238E27FC236}">
                <a16:creationId xmlns:a16="http://schemas.microsoft.com/office/drawing/2014/main" id="{0DC994D9-AB35-2F07-DF2D-0B458AA3B73D}"/>
              </a:ext>
            </a:extLst>
          </p:cNvPr>
          <p:cNvSpPr>
            <a:spLocks noChangeArrowheads="1"/>
          </p:cNvSpPr>
          <p:nvPr/>
        </p:nvSpPr>
        <p:spPr bwMode="auto">
          <a:xfrm>
            <a:off x="561975" y="830906"/>
            <a:ext cx="1122045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lgn="just">
              <a:buFont typeface="Arial" panose="020B0604020202020204" pitchFamily="34" charset="0"/>
              <a:buChar char="•"/>
            </a:pPr>
            <a:r>
              <a:rPr lang="en-US" altLang="en-US" sz="2400" b="0" dirty="0">
                <a:latin typeface="Calibri" panose="020F0502020204030204" pitchFamily="34" charset="0"/>
                <a:cs typeface="Calibri" panose="020F0502020204030204" pitchFamily="34" charset="0"/>
              </a:rPr>
              <a:t>Traditional ciphers belong to the past. However, we briefly discuss them here because they can be thought of as the components of the modern ciphers. To be more exact, we can divide traditional ciphers into </a:t>
            </a:r>
            <a:r>
              <a:rPr lang="en-US" altLang="en-US" sz="2400" i="1" dirty="0">
                <a:latin typeface="Calibri" panose="020F0502020204030204" pitchFamily="34" charset="0"/>
                <a:cs typeface="Calibri" panose="020F0502020204030204" pitchFamily="34" charset="0"/>
              </a:rPr>
              <a:t>substitution ciphers </a:t>
            </a:r>
            <a:r>
              <a:rPr lang="en-US" altLang="en-US" sz="2400" b="0" dirty="0">
                <a:latin typeface="Calibri" panose="020F0502020204030204" pitchFamily="34" charset="0"/>
                <a:cs typeface="Calibri" panose="020F0502020204030204" pitchFamily="34" charset="0"/>
              </a:rPr>
              <a:t>and </a:t>
            </a:r>
            <a:r>
              <a:rPr lang="en-US" altLang="en-US" sz="2400" i="1" dirty="0">
                <a:latin typeface="Calibri" panose="020F0502020204030204" pitchFamily="34" charset="0"/>
                <a:cs typeface="Calibri" panose="020F0502020204030204" pitchFamily="34" charset="0"/>
              </a:rPr>
              <a:t>transposition ciphers</a:t>
            </a:r>
            <a:r>
              <a:rPr lang="en-US" altLang="en-US" sz="2400" b="0" dirty="0">
                <a:latin typeface="Calibri" panose="020F0502020204030204" pitchFamily="34" charset="0"/>
                <a:cs typeface="Calibri" panose="020F0502020204030204" pitchFamily="34" charset="0"/>
              </a:rPr>
              <a:t>.</a:t>
            </a:r>
          </a:p>
        </p:txBody>
      </p:sp>
      <p:sp>
        <p:nvSpPr>
          <p:cNvPr id="2" name="投影片編號版面配置區 1">
            <a:extLst>
              <a:ext uri="{FF2B5EF4-FFF2-40B4-BE49-F238E27FC236}">
                <a16:creationId xmlns:a16="http://schemas.microsoft.com/office/drawing/2014/main" id="{5D9D9B63-E6DD-60F4-2CD1-E0EB242E8440}"/>
              </a:ext>
            </a:extLst>
          </p:cNvPr>
          <p:cNvSpPr>
            <a:spLocks noGrp="1"/>
          </p:cNvSpPr>
          <p:nvPr>
            <p:ph type="sldNum" sz="quarter" idx="12"/>
          </p:nvPr>
        </p:nvSpPr>
        <p:spPr/>
        <p:txBody>
          <a:bodyPr/>
          <a:lstStyle/>
          <a:p>
            <a:fld id="{C8DD4527-E66D-4764-91A6-DF278F55978B}" type="slidenum">
              <a:rPr lang="en-GB" smtClean="0"/>
              <a:t>10</a:t>
            </a:fld>
            <a:endParaRPr lang="en-GB"/>
          </a:p>
        </p:txBody>
      </p:sp>
      <p:sp>
        <p:nvSpPr>
          <p:cNvPr id="5" name="Text Box 2">
            <a:extLst>
              <a:ext uri="{FF2B5EF4-FFF2-40B4-BE49-F238E27FC236}">
                <a16:creationId xmlns:a16="http://schemas.microsoft.com/office/drawing/2014/main" id="{509F98AF-AB40-0D93-BBB1-488649C53D50}"/>
              </a:ext>
            </a:extLst>
          </p:cNvPr>
          <p:cNvSpPr txBox="1">
            <a:spLocks noChangeArrowheads="1"/>
          </p:cNvSpPr>
          <p:nvPr/>
        </p:nvSpPr>
        <p:spPr bwMode="auto">
          <a:xfrm>
            <a:off x="461964" y="3117687"/>
            <a:ext cx="11039475" cy="95410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800" b="0" dirty="0">
                <a:solidFill>
                  <a:schemeClr val="accent6"/>
                </a:solidFill>
                <a:latin typeface="Calibri" panose="020F0502020204030204" pitchFamily="34" charset="0"/>
              </a:rPr>
              <a:t>Example 17.1 </a:t>
            </a:r>
            <a:r>
              <a:rPr lang="en-US" altLang="en-US" sz="2400" b="0" dirty="0">
                <a:latin typeface="Calibri" panose="020F0502020204030204" pitchFamily="34" charset="0"/>
              </a:rPr>
              <a:t>Use the additive cipher with </a:t>
            </a:r>
            <a:r>
              <a:rPr lang="en-US" altLang="en-US" sz="2400" b="0" dirty="0">
                <a:solidFill>
                  <a:srgbClr val="C00000"/>
                </a:solidFill>
                <a:latin typeface="Calibri" panose="020F0502020204030204" pitchFamily="34" charset="0"/>
              </a:rPr>
              <a:t>key = 15</a:t>
            </a:r>
            <a:r>
              <a:rPr lang="en-US" altLang="en-US" sz="2400" b="0" dirty="0">
                <a:solidFill>
                  <a:srgbClr val="0070C0"/>
                </a:solidFill>
                <a:latin typeface="Calibri" panose="020F0502020204030204" pitchFamily="34" charset="0"/>
              </a:rPr>
              <a:t> </a:t>
            </a:r>
            <a:r>
              <a:rPr lang="en-US" altLang="en-US" sz="2400" b="0" dirty="0">
                <a:latin typeface="Calibri" panose="020F0502020204030204" pitchFamily="34" charset="0"/>
              </a:rPr>
              <a:t>to encrypt the message “hello”.</a:t>
            </a:r>
          </a:p>
          <a:p>
            <a:endParaRPr lang="en-US" altLang="en-US" sz="2800" b="0" i="1" dirty="0">
              <a:solidFill>
                <a:schemeClr val="accent6"/>
              </a:solidFill>
              <a:latin typeface="Calibri" panose="020F0502020204030204" pitchFamily="34" charset="0"/>
            </a:endParaRPr>
          </a:p>
        </p:txBody>
      </p:sp>
      <p:sp>
        <p:nvSpPr>
          <p:cNvPr id="8" name="Rectangle 5">
            <a:extLst>
              <a:ext uri="{FF2B5EF4-FFF2-40B4-BE49-F238E27FC236}">
                <a16:creationId xmlns:a16="http://schemas.microsoft.com/office/drawing/2014/main" id="{40C5D793-5696-D426-28B5-A607687CCB1D}"/>
              </a:ext>
            </a:extLst>
          </p:cNvPr>
          <p:cNvSpPr>
            <a:spLocks noChangeArrowheads="1"/>
          </p:cNvSpPr>
          <p:nvPr/>
        </p:nvSpPr>
        <p:spPr bwMode="auto">
          <a:xfrm>
            <a:off x="461964" y="3637672"/>
            <a:ext cx="111061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1" hangingPunct="1">
              <a:defRPr/>
            </a:pPr>
            <a:r>
              <a:rPr lang="en-US" altLang="en-US" sz="2800" dirty="0">
                <a:solidFill>
                  <a:schemeClr val="accent6"/>
                </a:solidFill>
                <a:latin typeface="Calibri" panose="020F0502020204030204" pitchFamily="34" charset="0"/>
              </a:rPr>
              <a:t>Solution </a:t>
            </a:r>
            <a:r>
              <a:rPr lang="en-US" altLang="en-US" sz="2400" dirty="0">
                <a:latin typeface="Calibri" panose="020F0502020204030204" pitchFamily="34" charset="0"/>
              </a:rPr>
              <a:t>We apply the encryption algorithm to the plaintext, character by character:</a:t>
            </a:r>
          </a:p>
        </p:txBody>
      </p:sp>
      <p:sp>
        <p:nvSpPr>
          <p:cNvPr id="9" name="Rectangle 7">
            <a:extLst>
              <a:ext uri="{FF2B5EF4-FFF2-40B4-BE49-F238E27FC236}">
                <a16:creationId xmlns:a16="http://schemas.microsoft.com/office/drawing/2014/main" id="{E5089695-4A11-02D1-3884-3C5F5509ADD5}"/>
              </a:ext>
            </a:extLst>
          </p:cNvPr>
          <p:cNvSpPr>
            <a:spLocks noChangeArrowheads="1"/>
          </p:cNvSpPr>
          <p:nvPr/>
        </p:nvSpPr>
        <p:spPr bwMode="auto">
          <a:xfrm>
            <a:off x="695325" y="5498081"/>
            <a:ext cx="822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dirty="0">
                <a:latin typeface="Calibri" panose="020F0502020204030204" pitchFamily="34" charset="0"/>
              </a:rPr>
              <a:t>The ciphertext is therefore “</a:t>
            </a:r>
            <a:r>
              <a:rPr lang="en-US" altLang="en-US" sz="2400" dirty="0">
                <a:solidFill>
                  <a:srgbClr val="0070C0"/>
                </a:solidFill>
                <a:latin typeface="Calibri" panose="020F0502020204030204" pitchFamily="34" charset="0"/>
              </a:rPr>
              <a:t>wtaad</a:t>
            </a:r>
            <a:r>
              <a:rPr lang="en-US" altLang="en-US" sz="2400" dirty="0">
                <a:latin typeface="Calibri" panose="020F0502020204030204" pitchFamily="34" charset="0"/>
              </a:rPr>
              <a:t>”.</a:t>
            </a:r>
          </a:p>
        </p:txBody>
      </p:sp>
      <p:sp>
        <p:nvSpPr>
          <p:cNvPr id="6" name="文字方塊 5">
            <a:extLst>
              <a:ext uri="{FF2B5EF4-FFF2-40B4-BE49-F238E27FC236}">
                <a16:creationId xmlns:a16="http://schemas.microsoft.com/office/drawing/2014/main" id="{FFA7D2F4-DF8E-0B9D-1858-58233C536E35}"/>
              </a:ext>
            </a:extLst>
          </p:cNvPr>
          <p:cNvSpPr txBox="1"/>
          <p:nvPr/>
        </p:nvSpPr>
        <p:spPr>
          <a:xfrm>
            <a:off x="542925" y="2442040"/>
            <a:ext cx="10153650" cy="584775"/>
          </a:xfrm>
          <a:prstGeom prst="rect">
            <a:avLst/>
          </a:prstGeom>
          <a:noFill/>
        </p:spPr>
        <p:txBody>
          <a:bodyPr wrap="square">
            <a:spAutoFit/>
          </a:bodyPr>
          <a:lstStyle/>
          <a:p>
            <a:pPr algn="just"/>
            <a:r>
              <a:rPr lang="en-US" altLang="en-US" sz="3200" b="0" dirty="0">
                <a:solidFill>
                  <a:srgbClr val="0070C0"/>
                </a:solidFill>
                <a:latin typeface="Calibri" panose="020F0502020204030204" pitchFamily="34" charset="0"/>
                <a:cs typeface="Calibri" panose="020F0502020204030204" pitchFamily="34" charset="0"/>
              </a:rPr>
              <a:t>A </a:t>
            </a:r>
            <a:r>
              <a:rPr lang="en-US" altLang="en-US" sz="3200" b="1" dirty="0">
                <a:solidFill>
                  <a:srgbClr val="0070C0"/>
                </a:solidFill>
                <a:latin typeface="Calibri" panose="020F0502020204030204" pitchFamily="34" charset="0"/>
                <a:cs typeface="Calibri" panose="020F0502020204030204" pitchFamily="34" charset="0"/>
              </a:rPr>
              <a:t>substitution cipher </a:t>
            </a:r>
            <a:r>
              <a:rPr lang="en-US" altLang="en-US" sz="3200" b="0" dirty="0">
                <a:solidFill>
                  <a:srgbClr val="0070C0"/>
                </a:solidFill>
                <a:latin typeface="Calibri" panose="020F0502020204030204" pitchFamily="34" charset="0"/>
                <a:cs typeface="Calibri" panose="020F0502020204030204" pitchFamily="34" charset="0"/>
              </a:rPr>
              <a:t>replaces one symbol with another.</a:t>
            </a:r>
          </a:p>
        </p:txBody>
      </p:sp>
      <p:graphicFrame>
        <p:nvGraphicFramePr>
          <p:cNvPr id="12" name="表格 3">
            <a:extLst>
              <a:ext uri="{FF2B5EF4-FFF2-40B4-BE49-F238E27FC236}">
                <a16:creationId xmlns:a16="http://schemas.microsoft.com/office/drawing/2014/main" id="{7708AB25-C9D7-361C-AC35-ED383E158CEA}"/>
              </a:ext>
            </a:extLst>
          </p:cNvPr>
          <p:cNvGraphicFramePr>
            <a:graphicFrameLocks noGrp="1"/>
          </p:cNvGraphicFramePr>
          <p:nvPr>
            <p:extLst>
              <p:ext uri="{D42A27DB-BD31-4B8C-83A1-F6EECF244321}">
                <p14:modId xmlns:p14="http://schemas.microsoft.com/office/powerpoint/2010/main" val="3691080550"/>
              </p:ext>
            </p:extLst>
          </p:nvPr>
        </p:nvGraphicFramePr>
        <p:xfrm>
          <a:off x="683418" y="4591779"/>
          <a:ext cx="10663242" cy="741680"/>
        </p:xfrm>
        <a:graphic>
          <a:graphicData uri="http://schemas.openxmlformats.org/drawingml/2006/table">
            <a:tbl>
              <a:tblPr firstRow="1" bandRow="1">
                <a:tableStyleId>{5FD0F851-EC5A-4D38-B0AD-8093EC10F338}</a:tableStyleId>
              </a:tblPr>
              <a:tblGrid>
                <a:gridCol w="346894">
                  <a:extLst>
                    <a:ext uri="{9D8B030D-6E8A-4147-A177-3AD203B41FA5}">
                      <a16:colId xmlns:a16="http://schemas.microsoft.com/office/drawing/2014/main" val="2324769995"/>
                    </a:ext>
                  </a:extLst>
                </a:gridCol>
                <a:gridCol w="329381">
                  <a:extLst>
                    <a:ext uri="{9D8B030D-6E8A-4147-A177-3AD203B41FA5}">
                      <a16:colId xmlns:a16="http://schemas.microsoft.com/office/drawing/2014/main" val="555408127"/>
                    </a:ext>
                  </a:extLst>
                </a:gridCol>
                <a:gridCol w="323850">
                  <a:extLst>
                    <a:ext uri="{9D8B030D-6E8A-4147-A177-3AD203B41FA5}">
                      <a16:colId xmlns:a16="http://schemas.microsoft.com/office/drawing/2014/main" val="233828797"/>
                    </a:ext>
                  </a:extLst>
                </a:gridCol>
                <a:gridCol w="409235">
                  <a:extLst>
                    <a:ext uri="{9D8B030D-6E8A-4147-A177-3AD203B41FA5}">
                      <a16:colId xmlns:a16="http://schemas.microsoft.com/office/drawing/2014/main" val="1974068417"/>
                    </a:ext>
                  </a:extLst>
                </a:gridCol>
                <a:gridCol w="420631">
                  <a:extLst>
                    <a:ext uri="{9D8B030D-6E8A-4147-A177-3AD203B41FA5}">
                      <a16:colId xmlns:a16="http://schemas.microsoft.com/office/drawing/2014/main" val="2172383875"/>
                    </a:ext>
                  </a:extLst>
                </a:gridCol>
                <a:gridCol w="420631">
                  <a:extLst>
                    <a:ext uri="{9D8B030D-6E8A-4147-A177-3AD203B41FA5}">
                      <a16:colId xmlns:a16="http://schemas.microsoft.com/office/drawing/2014/main" val="2547387883"/>
                    </a:ext>
                  </a:extLst>
                </a:gridCol>
                <a:gridCol w="420631">
                  <a:extLst>
                    <a:ext uri="{9D8B030D-6E8A-4147-A177-3AD203B41FA5}">
                      <a16:colId xmlns:a16="http://schemas.microsoft.com/office/drawing/2014/main" val="3466568494"/>
                    </a:ext>
                  </a:extLst>
                </a:gridCol>
                <a:gridCol w="420631">
                  <a:extLst>
                    <a:ext uri="{9D8B030D-6E8A-4147-A177-3AD203B41FA5}">
                      <a16:colId xmlns:a16="http://schemas.microsoft.com/office/drawing/2014/main" val="2445792408"/>
                    </a:ext>
                  </a:extLst>
                </a:gridCol>
                <a:gridCol w="420631">
                  <a:extLst>
                    <a:ext uri="{9D8B030D-6E8A-4147-A177-3AD203B41FA5}">
                      <a16:colId xmlns:a16="http://schemas.microsoft.com/office/drawing/2014/main" val="3848392628"/>
                    </a:ext>
                  </a:extLst>
                </a:gridCol>
                <a:gridCol w="420631">
                  <a:extLst>
                    <a:ext uri="{9D8B030D-6E8A-4147-A177-3AD203B41FA5}">
                      <a16:colId xmlns:a16="http://schemas.microsoft.com/office/drawing/2014/main" val="1164674640"/>
                    </a:ext>
                  </a:extLst>
                </a:gridCol>
                <a:gridCol w="420631">
                  <a:extLst>
                    <a:ext uri="{9D8B030D-6E8A-4147-A177-3AD203B41FA5}">
                      <a16:colId xmlns:a16="http://schemas.microsoft.com/office/drawing/2014/main" val="749642610"/>
                    </a:ext>
                  </a:extLst>
                </a:gridCol>
                <a:gridCol w="420631">
                  <a:extLst>
                    <a:ext uri="{9D8B030D-6E8A-4147-A177-3AD203B41FA5}">
                      <a16:colId xmlns:a16="http://schemas.microsoft.com/office/drawing/2014/main" val="1086016439"/>
                    </a:ext>
                  </a:extLst>
                </a:gridCol>
                <a:gridCol w="420631">
                  <a:extLst>
                    <a:ext uri="{9D8B030D-6E8A-4147-A177-3AD203B41FA5}">
                      <a16:colId xmlns:a16="http://schemas.microsoft.com/office/drawing/2014/main" val="2862306480"/>
                    </a:ext>
                  </a:extLst>
                </a:gridCol>
                <a:gridCol w="420631">
                  <a:extLst>
                    <a:ext uri="{9D8B030D-6E8A-4147-A177-3AD203B41FA5}">
                      <a16:colId xmlns:a16="http://schemas.microsoft.com/office/drawing/2014/main" val="548841440"/>
                    </a:ext>
                  </a:extLst>
                </a:gridCol>
                <a:gridCol w="420631">
                  <a:extLst>
                    <a:ext uri="{9D8B030D-6E8A-4147-A177-3AD203B41FA5}">
                      <a16:colId xmlns:a16="http://schemas.microsoft.com/office/drawing/2014/main" val="366325708"/>
                    </a:ext>
                  </a:extLst>
                </a:gridCol>
                <a:gridCol w="420631">
                  <a:extLst>
                    <a:ext uri="{9D8B030D-6E8A-4147-A177-3AD203B41FA5}">
                      <a16:colId xmlns:a16="http://schemas.microsoft.com/office/drawing/2014/main" val="2094216007"/>
                    </a:ext>
                  </a:extLst>
                </a:gridCol>
                <a:gridCol w="420631">
                  <a:extLst>
                    <a:ext uri="{9D8B030D-6E8A-4147-A177-3AD203B41FA5}">
                      <a16:colId xmlns:a16="http://schemas.microsoft.com/office/drawing/2014/main" val="452854257"/>
                    </a:ext>
                  </a:extLst>
                </a:gridCol>
                <a:gridCol w="420631">
                  <a:extLst>
                    <a:ext uri="{9D8B030D-6E8A-4147-A177-3AD203B41FA5}">
                      <a16:colId xmlns:a16="http://schemas.microsoft.com/office/drawing/2014/main" val="2850858231"/>
                    </a:ext>
                  </a:extLst>
                </a:gridCol>
                <a:gridCol w="420631">
                  <a:extLst>
                    <a:ext uri="{9D8B030D-6E8A-4147-A177-3AD203B41FA5}">
                      <a16:colId xmlns:a16="http://schemas.microsoft.com/office/drawing/2014/main" val="729247661"/>
                    </a:ext>
                  </a:extLst>
                </a:gridCol>
                <a:gridCol w="420631">
                  <a:extLst>
                    <a:ext uri="{9D8B030D-6E8A-4147-A177-3AD203B41FA5}">
                      <a16:colId xmlns:a16="http://schemas.microsoft.com/office/drawing/2014/main" val="3205855775"/>
                    </a:ext>
                  </a:extLst>
                </a:gridCol>
                <a:gridCol w="420631">
                  <a:extLst>
                    <a:ext uri="{9D8B030D-6E8A-4147-A177-3AD203B41FA5}">
                      <a16:colId xmlns:a16="http://schemas.microsoft.com/office/drawing/2014/main" val="3101089118"/>
                    </a:ext>
                  </a:extLst>
                </a:gridCol>
                <a:gridCol w="420631">
                  <a:extLst>
                    <a:ext uri="{9D8B030D-6E8A-4147-A177-3AD203B41FA5}">
                      <a16:colId xmlns:a16="http://schemas.microsoft.com/office/drawing/2014/main" val="3837050958"/>
                    </a:ext>
                  </a:extLst>
                </a:gridCol>
                <a:gridCol w="420631">
                  <a:extLst>
                    <a:ext uri="{9D8B030D-6E8A-4147-A177-3AD203B41FA5}">
                      <a16:colId xmlns:a16="http://schemas.microsoft.com/office/drawing/2014/main" val="1219745264"/>
                    </a:ext>
                  </a:extLst>
                </a:gridCol>
                <a:gridCol w="420631">
                  <a:extLst>
                    <a:ext uri="{9D8B030D-6E8A-4147-A177-3AD203B41FA5}">
                      <a16:colId xmlns:a16="http://schemas.microsoft.com/office/drawing/2014/main" val="854772859"/>
                    </a:ext>
                  </a:extLst>
                </a:gridCol>
                <a:gridCol w="420631">
                  <a:extLst>
                    <a:ext uri="{9D8B030D-6E8A-4147-A177-3AD203B41FA5}">
                      <a16:colId xmlns:a16="http://schemas.microsoft.com/office/drawing/2014/main" val="1397846707"/>
                    </a:ext>
                  </a:extLst>
                </a:gridCol>
                <a:gridCol w="420631">
                  <a:extLst>
                    <a:ext uri="{9D8B030D-6E8A-4147-A177-3AD203B41FA5}">
                      <a16:colId xmlns:a16="http://schemas.microsoft.com/office/drawing/2014/main" val="1530988302"/>
                    </a:ext>
                  </a:extLst>
                </a:gridCol>
              </a:tblGrid>
              <a:tr h="370840">
                <a:tc>
                  <a:txBody>
                    <a:bodyPr/>
                    <a:lstStyle/>
                    <a:p>
                      <a:pPr algn="ctr"/>
                      <a:r>
                        <a:rPr lang="en-US" altLang="zh-TW" sz="1600" dirty="0">
                          <a:solidFill>
                            <a:schemeClr val="tx1"/>
                          </a:solidFill>
                        </a:rPr>
                        <a:t>a</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solidFill>
                            <a:schemeClr val="tx1"/>
                          </a:solidFill>
                        </a:rPr>
                        <a:t>b</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solidFill>
                            <a:schemeClr val="tx1"/>
                          </a:solidFill>
                        </a:rPr>
                        <a:t>c</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solidFill>
                            <a:schemeClr val="tx1"/>
                          </a:solidFill>
                        </a:rPr>
                        <a:t>d</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solidFill>
                            <a:schemeClr val="tx1"/>
                          </a:solidFill>
                        </a:rPr>
                        <a:t>e</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solidFill>
                            <a:schemeClr val="tx1"/>
                          </a:solidFill>
                        </a:rPr>
                        <a:t>f</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solidFill>
                            <a:schemeClr val="tx1"/>
                          </a:solidFill>
                        </a:rPr>
                        <a:t>g</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solidFill>
                            <a:schemeClr val="tx1"/>
                          </a:solidFill>
                        </a:rPr>
                        <a:t>h</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err="1">
                          <a:solidFill>
                            <a:schemeClr val="tx1"/>
                          </a:solidFill>
                        </a:rPr>
                        <a:t>i</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solidFill>
                            <a:schemeClr val="tx1"/>
                          </a:solidFill>
                        </a:rPr>
                        <a:t>j</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solidFill>
                            <a:schemeClr val="tx1"/>
                          </a:solidFill>
                        </a:rPr>
                        <a:t>k</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solidFill>
                            <a:schemeClr val="tx1"/>
                          </a:solidFill>
                        </a:rPr>
                        <a:t>l</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solidFill>
                            <a:schemeClr val="tx1"/>
                          </a:solidFill>
                        </a:rPr>
                        <a:t>m</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solidFill>
                            <a:schemeClr val="tx1"/>
                          </a:solidFill>
                        </a:rPr>
                        <a:t>n</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solidFill>
                            <a:schemeClr val="tx1"/>
                          </a:solidFill>
                        </a:rPr>
                        <a:t>o</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solidFill>
                            <a:schemeClr val="tx1"/>
                          </a:solidFill>
                        </a:rPr>
                        <a:t>p</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solidFill>
                            <a:schemeClr val="tx1"/>
                          </a:solidFill>
                        </a:rPr>
                        <a:t>q</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solidFill>
                            <a:schemeClr val="tx1"/>
                          </a:solidFill>
                        </a:rPr>
                        <a:t>r</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solidFill>
                            <a:schemeClr val="tx1"/>
                          </a:solidFill>
                        </a:rPr>
                        <a:t>s</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solidFill>
                            <a:schemeClr val="tx1"/>
                          </a:solidFill>
                        </a:rPr>
                        <a:t>t</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solidFill>
                            <a:schemeClr val="tx1"/>
                          </a:solidFill>
                        </a:rPr>
                        <a:t>u</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solidFill>
                            <a:schemeClr val="tx1"/>
                          </a:solidFill>
                        </a:rPr>
                        <a:t>v</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solidFill>
                            <a:schemeClr val="tx1"/>
                          </a:solidFill>
                        </a:rPr>
                        <a:t>w</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solidFill>
                            <a:schemeClr val="tx1"/>
                          </a:solidFill>
                        </a:rPr>
                        <a:t>x</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solidFill>
                            <a:schemeClr val="tx1"/>
                          </a:solidFill>
                        </a:rPr>
                        <a:t>y</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solidFill>
                            <a:schemeClr val="tx1"/>
                          </a:solidFill>
                        </a:rPr>
                        <a:t>z</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441229"/>
                  </a:ext>
                </a:extLst>
              </a:tr>
              <a:tr h="370840">
                <a:tc>
                  <a:txBody>
                    <a:bodyPr/>
                    <a:lstStyle/>
                    <a:p>
                      <a:pPr algn="ctr"/>
                      <a:r>
                        <a:rPr lang="en-US" altLang="zh-TW" sz="1600" b="1" dirty="0">
                          <a:solidFill>
                            <a:srgbClr val="0070C0"/>
                          </a:solidFill>
                        </a:rPr>
                        <a:t>p</a:t>
                      </a:r>
                      <a:endParaRPr lang="zh-TW" altLang="en-US" sz="1600"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b="1" dirty="0">
                          <a:solidFill>
                            <a:srgbClr val="0070C0"/>
                          </a:solidFill>
                        </a:rPr>
                        <a:t>q</a:t>
                      </a:r>
                      <a:endParaRPr lang="zh-TW" altLang="en-US" sz="1600"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b="1" dirty="0">
                          <a:solidFill>
                            <a:srgbClr val="0070C0"/>
                          </a:solidFill>
                        </a:rPr>
                        <a:t>r</a:t>
                      </a:r>
                      <a:endParaRPr lang="zh-TW" altLang="en-US" sz="1600"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b="1" dirty="0">
                          <a:solidFill>
                            <a:srgbClr val="0070C0"/>
                          </a:solidFill>
                        </a:rPr>
                        <a:t>s</a:t>
                      </a:r>
                      <a:endParaRPr lang="zh-TW" altLang="en-US" sz="1600"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b="1" dirty="0">
                          <a:solidFill>
                            <a:srgbClr val="0070C0"/>
                          </a:solidFill>
                        </a:rPr>
                        <a:t>t</a:t>
                      </a:r>
                      <a:endParaRPr lang="zh-TW" altLang="en-US" sz="1600"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b="1" dirty="0">
                          <a:solidFill>
                            <a:srgbClr val="0070C0"/>
                          </a:solidFill>
                        </a:rPr>
                        <a:t>u</a:t>
                      </a:r>
                      <a:endParaRPr lang="zh-TW" altLang="en-US" sz="1600"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b="1" dirty="0">
                          <a:solidFill>
                            <a:srgbClr val="0070C0"/>
                          </a:solidFill>
                        </a:rPr>
                        <a:t>v</a:t>
                      </a:r>
                      <a:endParaRPr lang="zh-TW" altLang="en-US" sz="1600"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b="1" dirty="0">
                          <a:solidFill>
                            <a:srgbClr val="0070C0"/>
                          </a:solidFill>
                        </a:rPr>
                        <a:t>w</a:t>
                      </a:r>
                      <a:endParaRPr lang="zh-TW" altLang="en-US" sz="1600"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b="1" dirty="0">
                          <a:solidFill>
                            <a:srgbClr val="0070C0"/>
                          </a:solidFill>
                        </a:rPr>
                        <a:t>x</a:t>
                      </a:r>
                      <a:endParaRPr lang="zh-TW" altLang="en-US" sz="1600"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b="1" dirty="0">
                          <a:solidFill>
                            <a:srgbClr val="0070C0"/>
                          </a:solidFill>
                        </a:rPr>
                        <a:t>y</a:t>
                      </a:r>
                      <a:endParaRPr lang="zh-TW" altLang="en-US" sz="1600"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b="1" dirty="0">
                          <a:solidFill>
                            <a:srgbClr val="0070C0"/>
                          </a:solidFill>
                        </a:rPr>
                        <a:t>z</a:t>
                      </a:r>
                      <a:endParaRPr lang="zh-TW" altLang="en-US" sz="1600"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b="1" dirty="0">
                          <a:solidFill>
                            <a:srgbClr val="0070C0"/>
                          </a:solidFill>
                        </a:rPr>
                        <a:t>a</a:t>
                      </a:r>
                      <a:endParaRPr lang="zh-TW" altLang="en-US" sz="1600"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b="1" dirty="0">
                          <a:solidFill>
                            <a:srgbClr val="0070C0"/>
                          </a:solidFill>
                        </a:rPr>
                        <a:t>b</a:t>
                      </a:r>
                      <a:endParaRPr lang="zh-TW" altLang="en-US" sz="1600"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b="1" dirty="0">
                          <a:solidFill>
                            <a:srgbClr val="0070C0"/>
                          </a:solidFill>
                        </a:rPr>
                        <a:t>c</a:t>
                      </a:r>
                      <a:endParaRPr lang="zh-TW" altLang="en-US" sz="1600"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b="1" dirty="0">
                          <a:solidFill>
                            <a:srgbClr val="0070C0"/>
                          </a:solidFill>
                        </a:rPr>
                        <a:t>d</a:t>
                      </a:r>
                      <a:endParaRPr lang="zh-TW" altLang="en-US" sz="1600"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b="1" dirty="0">
                          <a:solidFill>
                            <a:srgbClr val="0070C0"/>
                          </a:solidFill>
                        </a:rPr>
                        <a:t>e</a:t>
                      </a:r>
                      <a:endParaRPr lang="zh-TW" altLang="en-US" sz="1600"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b="1" dirty="0">
                          <a:solidFill>
                            <a:srgbClr val="0070C0"/>
                          </a:solidFill>
                        </a:rPr>
                        <a:t>f</a:t>
                      </a:r>
                      <a:endParaRPr lang="zh-TW" altLang="en-US" sz="1600"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b="1" dirty="0">
                          <a:solidFill>
                            <a:srgbClr val="0070C0"/>
                          </a:solidFill>
                        </a:rPr>
                        <a:t>g</a:t>
                      </a:r>
                      <a:endParaRPr lang="zh-TW" altLang="en-US" sz="1600"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b="1" dirty="0">
                          <a:solidFill>
                            <a:srgbClr val="0070C0"/>
                          </a:solidFill>
                        </a:rPr>
                        <a:t>h</a:t>
                      </a:r>
                      <a:endParaRPr lang="zh-TW" altLang="en-US" sz="1600"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b="1" dirty="0" err="1">
                          <a:solidFill>
                            <a:srgbClr val="0070C0"/>
                          </a:solidFill>
                        </a:rPr>
                        <a:t>i</a:t>
                      </a:r>
                      <a:endParaRPr lang="zh-TW" altLang="en-US" sz="1600"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b="1" dirty="0">
                          <a:solidFill>
                            <a:srgbClr val="0070C0"/>
                          </a:solidFill>
                        </a:rPr>
                        <a:t>j</a:t>
                      </a:r>
                      <a:endParaRPr lang="zh-TW" altLang="en-US" sz="1600"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b="1" dirty="0">
                          <a:solidFill>
                            <a:srgbClr val="0070C0"/>
                          </a:solidFill>
                        </a:rPr>
                        <a:t>k</a:t>
                      </a:r>
                      <a:endParaRPr lang="zh-TW" altLang="en-US" sz="1600"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b="1" dirty="0">
                          <a:solidFill>
                            <a:srgbClr val="0070C0"/>
                          </a:solidFill>
                        </a:rPr>
                        <a:t>l</a:t>
                      </a:r>
                      <a:endParaRPr lang="zh-TW" altLang="en-US" sz="1600"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b="1" dirty="0">
                          <a:solidFill>
                            <a:srgbClr val="0070C0"/>
                          </a:solidFill>
                        </a:rPr>
                        <a:t>m</a:t>
                      </a:r>
                      <a:endParaRPr lang="zh-TW" altLang="en-US" sz="1600"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b="1" dirty="0">
                          <a:solidFill>
                            <a:srgbClr val="0070C0"/>
                          </a:solidFill>
                        </a:rPr>
                        <a:t>n</a:t>
                      </a:r>
                      <a:endParaRPr lang="zh-TW" altLang="en-US" sz="1600"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b="1" dirty="0">
                          <a:solidFill>
                            <a:srgbClr val="0070C0"/>
                          </a:solidFill>
                        </a:rPr>
                        <a:t>o</a:t>
                      </a:r>
                      <a:endParaRPr lang="zh-TW" altLang="en-US" sz="1600"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7606177"/>
                  </a:ext>
                </a:extLst>
              </a:tr>
            </a:tbl>
          </a:graphicData>
        </a:graphic>
      </p:graphicFrame>
      <p:cxnSp>
        <p:nvCxnSpPr>
          <p:cNvPr id="15" name="直線單箭頭接點 14">
            <a:extLst>
              <a:ext uri="{FF2B5EF4-FFF2-40B4-BE49-F238E27FC236}">
                <a16:creationId xmlns:a16="http://schemas.microsoft.com/office/drawing/2014/main" id="{F23D7E35-79B6-C309-A519-BDA3D8393E2D}"/>
              </a:ext>
            </a:extLst>
          </p:cNvPr>
          <p:cNvCxnSpPr>
            <a:cxnSpLocks/>
          </p:cNvCxnSpPr>
          <p:nvPr/>
        </p:nvCxnSpPr>
        <p:spPr>
          <a:xfrm flipH="1" flipV="1">
            <a:off x="683418" y="4495236"/>
            <a:ext cx="6020107" cy="0"/>
          </a:xfrm>
          <a:prstGeom prst="straightConnector1">
            <a:avLst/>
          </a:prstGeom>
          <a:ln>
            <a:solidFill>
              <a:srgbClr val="C00000"/>
            </a:solidFill>
            <a:tailEnd type="triangle"/>
          </a:ln>
        </p:spPr>
        <p:style>
          <a:lnRef idx="3">
            <a:schemeClr val="accent1"/>
          </a:lnRef>
          <a:fillRef idx="0">
            <a:schemeClr val="accent1"/>
          </a:fillRef>
          <a:effectRef idx="2">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8">
            <a:extLst>
              <a:ext uri="{FF2B5EF4-FFF2-40B4-BE49-F238E27FC236}">
                <a16:creationId xmlns:a16="http://schemas.microsoft.com/office/drawing/2014/main" id="{6DB3959F-C2DB-F00E-DBF2-506F1477BCAC}"/>
              </a:ext>
            </a:extLst>
          </p:cNvPr>
          <p:cNvSpPr>
            <a:spLocks noChangeArrowheads="1"/>
          </p:cNvSpPr>
          <p:nvPr/>
        </p:nvSpPr>
        <p:spPr bwMode="auto">
          <a:xfrm>
            <a:off x="486523" y="224695"/>
            <a:ext cx="1103688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b="0" dirty="0">
                <a:solidFill>
                  <a:srgbClr val="0070C0"/>
                </a:solidFill>
                <a:latin typeface="Calibri" panose="020F0502020204030204" pitchFamily="34" charset="0"/>
                <a:cs typeface="Calibri" panose="020F0502020204030204" pitchFamily="34" charset="0"/>
              </a:rPr>
              <a:t>A </a:t>
            </a:r>
            <a:r>
              <a:rPr lang="en-US" altLang="en-US" dirty="0">
                <a:solidFill>
                  <a:srgbClr val="0070C0"/>
                </a:solidFill>
                <a:latin typeface="Calibri" panose="020F0502020204030204" pitchFamily="34" charset="0"/>
                <a:cs typeface="Calibri" panose="020F0502020204030204" pitchFamily="34" charset="0"/>
              </a:rPr>
              <a:t>transposition cipher </a:t>
            </a:r>
            <a:r>
              <a:rPr lang="en-US" altLang="en-US" b="0" dirty="0">
                <a:solidFill>
                  <a:srgbClr val="0070C0"/>
                </a:solidFill>
                <a:latin typeface="Calibri" panose="020F0502020204030204" pitchFamily="34" charset="0"/>
                <a:cs typeface="Calibri" panose="020F0502020204030204" pitchFamily="34" charset="0"/>
              </a:rPr>
              <a:t>reorders  (transposes) the symbols.</a:t>
            </a:r>
          </a:p>
        </p:txBody>
      </p:sp>
      <p:sp>
        <p:nvSpPr>
          <p:cNvPr id="2" name="投影片編號版面配置區 1">
            <a:extLst>
              <a:ext uri="{FF2B5EF4-FFF2-40B4-BE49-F238E27FC236}">
                <a16:creationId xmlns:a16="http://schemas.microsoft.com/office/drawing/2014/main" id="{D3426716-25CB-694F-F2AE-341D6DDA5607}"/>
              </a:ext>
            </a:extLst>
          </p:cNvPr>
          <p:cNvSpPr>
            <a:spLocks noGrp="1"/>
          </p:cNvSpPr>
          <p:nvPr>
            <p:ph type="sldNum" sz="quarter" idx="12"/>
          </p:nvPr>
        </p:nvSpPr>
        <p:spPr/>
        <p:txBody>
          <a:bodyPr/>
          <a:lstStyle/>
          <a:p>
            <a:fld id="{C8DD4527-E66D-4764-91A6-DF278F55978B}" type="slidenum">
              <a:rPr lang="en-GB" smtClean="0"/>
              <a:t>11</a:t>
            </a:fld>
            <a:endParaRPr lang="en-GB"/>
          </a:p>
        </p:txBody>
      </p:sp>
      <p:pic>
        <p:nvPicPr>
          <p:cNvPr id="4" name="Picture 2">
            <a:extLst>
              <a:ext uri="{FF2B5EF4-FFF2-40B4-BE49-F238E27FC236}">
                <a16:creationId xmlns:a16="http://schemas.microsoft.com/office/drawing/2014/main" id="{2D67926C-357F-CF37-214F-47F9E1E3FC16}"/>
              </a:ext>
            </a:extLst>
          </p:cNvPr>
          <p:cNvPicPr>
            <a:picLocks noChangeAspect="1"/>
          </p:cNvPicPr>
          <p:nvPr/>
        </p:nvPicPr>
        <p:blipFill>
          <a:blip r:embed="rId2"/>
          <a:stretch>
            <a:fillRect/>
          </a:stretch>
        </p:blipFill>
        <p:spPr>
          <a:xfrm>
            <a:off x="853783" y="897451"/>
            <a:ext cx="10484434" cy="582402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4DC58B6-9FA4-EC42-0A12-087C90385C65}"/>
              </a:ext>
            </a:extLst>
          </p:cNvPr>
          <p:cNvPicPr>
            <a:picLocks noChangeAspect="1"/>
          </p:cNvPicPr>
          <p:nvPr/>
        </p:nvPicPr>
        <p:blipFill>
          <a:blip r:embed="rId3"/>
          <a:stretch>
            <a:fillRect/>
          </a:stretch>
        </p:blipFill>
        <p:spPr>
          <a:xfrm>
            <a:off x="1260113" y="2834395"/>
            <a:ext cx="9484087" cy="3987446"/>
          </a:xfrm>
          <a:prstGeom prst="rect">
            <a:avLst/>
          </a:prstGeom>
        </p:spPr>
      </p:pic>
      <p:sp>
        <p:nvSpPr>
          <p:cNvPr id="2" name="投影片編號版面配置區 1">
            <a:extLst>
              <a:ext uri="{FF2B5EF4-FFF2-40B4-BE49-F238E27FC236}">
                <a16:creationId xmlns:a16="http://schemas.microsoft.com/office/drawing/2014/main" id="{48B44516-8E5B-0F8A-C082-88D165959CD8}"/>
              </a:ext>
            </a:extLst>
          </p:cNvPr>
          <p:cNvSpPr>
            <a:spLocks noGrp="1"/>
          </p:cNvSpPr>
          <p:nvPr>
            <p:ph type="sldNum" sz="quarter" idx="12"/>
          </p:nvPr>
        </p:nvSpPr>
        <p:spPr/>
        <p:txBody>
          <a:bodyPr/>
          <a:lstStyle/>
          <a:p>
            <a:fld id="{C8DD4527-E66D-4764-91A6-DF278F55978B}" type="slidenum">
              <a:rPr lang="en-GB" smtClean="0"/>
              <a:t>12</a:t>
            </a:fld>
            <a:endParaRPr lang="en-GB"/>
          </a:p>
        </p:txBody>
      </p:sp>
      <p:sp>
        <p:nvSpPr>
          <p:cNvPr id="3" name="Text Box 4">
            <a:extLst>
              <a:ext uri="{FF2B5EF4-FFF2-40B4-BE49-F238E27FC236}">
                <a16:creationId xmlns:a16="http://schemas.microsoft.com/office/drawing/2014/main" id="{059466CF-FBD7-5F46-E01B-20F5FAA25B58}"/>
              </a:ext>
            </a:extLst>
          </p:cNvPr>
          <p:cNvSpPr txBox="1">
            <a:spLocks noChangeArrowheads="1"/>
          </p:cNvSpPr>
          <p:nvPr/>
        </p:nvSpPr>
        <p:spPr bwMode="auto">
          <a:xfrm>
            <a:off x="476250" y="285751"/>
            <a:ext cx="1026795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3600" b="0" dirty="0">
                <a:solidFill>
                  <a:schemeClr val="accent6"/>
                </a:solidFill>
                <a:latin typeface="Calibri" panose="020F0502020204030204" pitchFamily="34" charset="0"/>
              </a:rPr>
              <a:t>Modern symmetric-key ciphers</a:t>
            </a:r>
            <a:r>
              <a:rPr lang="en-US" altLang="zh-TW" sz="3600" b="0" dirty="0">
                <a:solidFill>
                  <a:schemeClr val="accent6"/>
                </a:solidFill>
                <a:latin typeface="Calibri" panose="020F0502020204030204" pitchFamily="34" charset="0"/>
              </a:rPr>
              <a:t>:</a:t>
            </a:r>
            <a:r>
              <a:rPr lang="zh-TW" altLang="en-US" sz="3600" b="0" dirty="0">
                <a:solidFill>
                  <a:schemeClr val="accent6"/>
                </a:solidFill>
                <a:latin typeface="Calibri" panose="020F0502020204030204" pitchFamily="34" charset="0"/>
              </a:rPr>
              <a:t> </a:t>
            </a:r>
            <a:r>
              <a:rPr lang="en-US" altLang="zh-TW" sz="3600" b="0" dirty="0">
                <a:solidFill>
                  <a:schemeClr val="accent6"/>
                </a:solidFill>
                <a:latin typeface="Calibri" panose="020F0502020204030204" pitchFamily="34" charset="0"/>
              </a:rPr>
              <a:t>DES</a:t>
            </a:r>
            <a:r>
              <a:rPr lang="zh-TW" altLang="en-US" sz="3600" b="0" dirty="0">
                <a:solidFill>
                  <a:schemeClr val="accent6"/>
                </a:solidFill>
                <a:latin typeface="Calibri" panose="020F0502020204030204" pitchFamily="34" charset="0"/>
              </a:rPr>
              <a:t> </a:t>
            </a:r>
            <a:r>
              <a:rPr lang="en-US" altLang="zh-TW" sz="3600" b="0" dirty="0">
                <a:solidFill>
                  <a:schemeClr val="accent6"/>
                </a:solidFill>
                <a:latin typeface="Calibri" panose="020F0502020204030204" pitchFamily="34" charset="0"/>
              </a:rPr>
              <a:t>and AES</a:t>
            </a:r>
            <a:endParaRPr lang="en-US" altLang="en-US" sz="3600" b="0" dirty="0">
              <a:solidFill>
                <a:schemeClr val="accent6"/>
              </a:solidFill>
              <a:latin typeface="Calibri" panose="020F0502020204030204" pitchFamily="34" charset="0"/>
            </a:endParaRPr>
          </a:p>
        </p:txBody>
      </p:sp>
      <p:sp>
        <p:nvSpPr>
          <p:cNvPr id="5" name="Rectangle 8">
            <a:extLst>
              <a:ext uri="{FF2B5EF4-FFF2-40B4-BE49-F238E27FC236}">
                <a16:creationId xmlns:a16="http://schemas.microsoft.com/office/drawing/2014/main" id="{D8937B4F-9FE0-6874-77E4-C3BFA7F09841}"/>
              </a:ext>
            </a:extLst>
          </p:cNvPr>
          <p:cNvSpPr>
            <a:spLocks noChangeArrowheads="1"/>
          </p:cNvSpPr>
          <p:nvPr/>
        </p:nvSpPr>
        <p:spPr bwMode="auto">
          <a:xfrm>
            <a:off x="621938" y="1533700"/>
            <a:ext cx="1122045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lgn="just">
              <a:buFont typeface="Arial" panose="020B0604020202020204" pitchFamily="34" charset="0"/>
              <a:buChar char="•"/>
            </a:pPr>
            <a:r>
              <a:rPr lang="en-US" altLang="en-US" sz="2400" b="0" dirty="0">
                <a:latin typeface="Calibri" panose="020F0502020204030204" pitchFamily="34" charset="0"/>
                <a:cs typeface="Calibri" panose="020F0502020204030204" pitchFamily="34" charset="0"/>
              </a:rPr>
              <a:t>The Data Encryption Standard (DES) is a symmetric-key block cipher published by the US National Institute of Standards and Technology (NIST) in 1977.</a:t>
            </a:r>
          </a:p>
          <a:p>
            <a:pPr marL="342900" indent="-342900" algn="just">
              <a:buFont typeface="Arial" panose="020B0604020202020204" pitchFamily="34" charset="0"/>
              <a:buChar char="•"/>
            </a:pPr>
            <a:r>
              <a:rPr lang="en-US" altLang="en-US" sz="2400" b="0" dirty="0">
                <a:latin typeface="Calibri" panose="020F0502020204030204" pitchFamily="34" charset="0"/>
                <a:cs typeface="Calibri" panose="020F0502020204030204" pitchFamily="34" charset="0"/>
              </a:rPr>
              <a:t>DES has been the most widely symmetric-key block cipher since its publication.</a:t>
            </a:r>
          </a:p>
        </p:txBody>
      </p:sp>
      <p:sp>
        <p:nvSpPr>
          <p:cNvPr id="6" name="Text Box 4">
            <a:extLst>
              <a:ext uri="{FF2B5EF4-FFF2-40B4-BE49-F238E27FC236}">
                <a16:creationId xmlns:a16="http://schemas.microsoft.com/office/drawing/2014/main" id="{46B71B69-6BB4-E0E3-BC54-57A0B8C1AE66}"/>
              </a:ext>
            </a:extLst>
          </p:cNvPr>
          <p:cNvSpPr txBox="1">
            <a:spLocks noChangeArrowheads="1"/>
          </p:cNvSpPr>
          <p:nvPr/>
        </p:nvSpPr>
        <p:spPr bwMode="auto">
          <a:xfrm>
            <a:off x="476250" y="932082"/>
            <a:ext cx="1026795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TW" sz="3600" b="0" dirty="0">
                <a:solidFill>
                  <a:schemeClr val="accent6"/>
                </a:solidFill>
                <a:latin typeface="Calibri" panose="020F0502020204030204" pitchFamily="34" charset="0"/>
              </a:rPr>
              <a:t>DES</a:t>
            </a:r>
            <a:endParaRPr lang="en-US" altLang="en-US" sz="3600" b="0" dirty="0">
              <a:solidFill>
                <a:schemeClr val="accent6"/>
              </a:solidFill>
              <a:latin typeface="Calibri" panose="020F050202020403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9D087937-5C00-3EDC-2B79-630BA1CB7FD6}"/>
              </a:ext>
            </a:extLst>
          </p:cNvPr>
          <p:cNvSpPr>
            <a:spLocks noGrp="1"/>
          </p:cNvSpPr>
          <p:nvPr>
            <p:ph type="sldNum" sz="quarter" idx="12"/>
          </p:nvPr>
        </p:nvSpPr>
        <p:spPr/>
        <p:txBody>
          <a:bodyPr/>
          <a:lstStyle/>
          <a:p>
            <a:fld id="{C8DD4527-E66D-4764-91A6-DF278F55978B}" type="slidenum">
              <a:rPr lang="en-GB" smtClean="0"/>
              <a:t>13</a:t>
            </a:fld>
            <a:endParaRPr lang="en-GB"/>
          </a:p>
        </p:txBody>
      </p:sp>
      <p:sp>
        <p:nvSpPr>
          <p:cNvPr id="4" name="Text Box 4">
            <a:extLst>
              <a:ext uri="{FF2B5EF4-FFF2-40B4-BE49-F238E27FC236}">
                <a16:creationId xmlns:a16="http://schemas.microsoft.com/office/drawing/2014/main" id="{033F39C5-4442-5C0C-48E6-2C063C4A1032}"/>
              </a:ext>
            </a:extLst>
          </p:cNvPr>
          <p:cNvSpPr txBox="1">
            <a:spLocks noChangeArrowheads="1"/>
          </p:cNvSpPr>
          <p:nvPr/>
        </p:nvSpPr>
        <p:spPr bwMode="auto">
          <a:xfrm>
            <a:off x="342900" y="136525"/>
            <a:ext cx="1026795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TW" sz="3600" b="0" dirty="0">
                <a:solidFill>
                  <a:schemeClr val="accent6"/>
                </a:solidFill>
                <a:latin typeface="Calibri" panose="020F0502020204030204" pitchFamily="34" charset="0"/>
              </a:rPr>
              <a:t>AES</a:t>
            </a:r>
            <a:endParaRPr lang="en-US" altLang="en-US" sz="3600" b="0" dirty="0">
              <a:solidFill>
                <a:schemeClr val="accent6"/>
              </a:solidFill>
              <a:latin typeface="Calibri" panose="020F0502020204030204" pitchFamily="34" charset="0"/>
            </a:endParaRPr>
          </a:p>
        </p:txBody>
      </p:sp>
      <p:pic>
        <p:nvPicPr>
          <p:cNvPr id="7" name="圖片 6">
            <a:extLst>
              <a:ext uri="{FF2B5EF4-FFF2-40B4-BE49-F238E27FC236}">
                <a16:creationId xmlns:a16="http://schemas.microsoft.com/office/drawing/2014/main" id="{7A286906-1153-0EC9-919E-C034986477C5}"/>
              </a:ext>
            </a:extLst>
          </p:cNvPr>
          <p:cNvPicPr>
            <a:picLocks noChangeAspect="1"/>
          </p:cNvPicPr>
          <p:nvPr/>
        </p:nvPicPr>
        <p:blipFill>
          <a:blip r:embed="rId3"/>
          <a:stretch>
            <a:fillRect/>
          </a:stretch>
        </p:blipFill>
        <p:spPr>
          <a:xfrm>
            <a:off x="1277033" y="2969845"/>
            <a:ext cx="9812119" cy="3781953"/>
          </a:xfrm>
          <a:prstGeom prst="rect">
            <a:avLst/>
          </a:prstGeom>
        </p:spPr>
      </p:pic>
      <p:sp>
        <p:nvSpPr>
          <p:cNvPr id="8" name="Rectangle 8">
            <a:extLst>
              <a:ext uri="{FF2B5EF4-FFF2-40B4-BE49-F238E27FC236}">
                <a16:creationId xmlns:a16="http://schemas.microsoft.com/office/drawing/2014/main" id="{4DBEAD95-BDE6-1810-19FE-EC0220DD177A}"/>
              </a:ext>
            </a:extLst>
          </p:cNvPr>
          <p:cNvSpPr>
            <a:spLocks noChangeArrowheads="1"/>
          </p:cNvSpPr>
          <p:nvPr/>
        </p:nvSpPr>
        <p:spPr bwMode="auto">
          <a:xfrm>
            <a:off x="495300" y="661521"/>
            <a:ext cx="1122045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lgn="just">
              <a:buFont typeface="Arial" panose="020B0604020202020204" pitchFamily="34" charset="0"/>
              <a:buChar char="•"/>
            </a:pPr>
            <a:r>
              <a:rPr lang="en-US" altLang="en-US" sz="2400" b="0" dirty="0">
                <a:latin typeface="Calibri" panose="020F0502020204030204" pitchFamily="34" charset="0"/>
                <a:cs typeface="Calibri" panose="020F0502020204030204" pitchFamily="34" charset="0"/>
              </a:rPr>
              <a:t>The Advanced Encryption Standard (AES) is a symmetric-key block cipher published by the US National Institute of Standards and Technology (NIST) in 2001 in response to the shortcoming of DES, for example its small key size.</a:t>
            </a:r>
          </a:p>
          <a:p>
            <a:pPr marL="342900" indent="-342900" algn="just">
              <a:buFont typeface="Arial" panose="020B0604020202020204" pitchFamily="34" charset="0"/>
              <a:buChar char="•"/>
            </a:pPr>
            <a:r>
              <a:rPr lang="en-US" altLang="en-US" sz="2400" b="0" dirty="0">
                <a:latin typeface="Calibri" panose="020F0502020204030204" pitchFamily="34" charset="0"/>
                <a:cs typeface="Calibri" panose="020F0502020204030204" pitchFamily="34" charset="0"/>
              </a:rPr>
              <a:t>In 1997 the NIST started looking for a replacement for DES. The NIST specifications required a block size of 128 bits and three different key sizes, of 128, 192, and 256 bits.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a:extLst>
              <a:ext uri="{FF2B5EF4-FFF2-40B4-BE49-F238E27FC236}">
                <a16:creationId xmlns:a16="http://schemas.microsoft.com/office/drawing/2014/main" id="{AB6AC193-6987-9226-FD02-AAB6CEC62604}"/>
              </a:ext>
            </a:extLst>
          </p:cNvPr>
          <p:cNvSpPr txBox="1">
            <a:spLocks noChangeArrowheads="1"/>
          </p:cNvSpPr>
          <p:nvPr/>
        </p:nvSpPr>
        <p:spPr bwMode="auto">
          <a:xfrm>
            <a:off x="514351" y="228600"/>
            <a:ext cx="590732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3600" dirty="0">
                <a:solidFill>
                  <a:schemeClr val="accent6"/>
                </a:solidFill>
                <a:latin typeface="Calibri" panose="020F0502020204030204" pitchFamily="34" charset="0"/>
              </a:rPr>
              <a:t>Asymmetric-key cryptography</a:t>
            </a:r>
          </a:p>
        </p:txBody>
      </p:sp>
      <p:sp>
        <p:nvSpPr>
          <p:cNvPr id="2" name="投影片編號版面配置區 1">
            <a:extLst>
              <a:ext uri="{FF2B5EF4-FFF2-40B4-BE49-F238E27FC236}">
                <a16:creationId xmlns:a16="http://schemas.microsoft.com/office/drawing/2014/main" id="{380E3710-7420-A3D7-54EA-57338BC2E67D}"/>
              </a:ext>
            </a:extLst>
          </p:cNvPr>
          <p:cNvSpPr>
            <a:spLocks noGrp="1"/>
          </p:cNvSpPr>
          <p:nvPr>
            <p:ph type="sldNum" sz="quarter" idx="12"/>
          </p:nvPr>
        </p:nvSpPr>
        <p:spPr/>
        <p:txBody>
          <a:bodyPr/>
          <a:lstStyle/>
          <a:p>
            <a:fld id="{C8DD4527-E66D-4764-91A6-DF278F55978B}" type="slidenum">
              <a:rPr lang="en-GB" smtClean="0"/>
              <a:t>14</a:t>
            </a:fld>
            <a:endParaRPr lang="en-GB"/>
          </a:p>
        </p:txBody>
      </p:sp>
      <p:sp>
        <p:nvSpPr>
          <p:cNvPr id="4" name="Rectangle 3">
            <a:extLst>
              <a:ext uri="{FF2B5EF4-FFF2-40B4-BE49-F238E27FC236}">
                <a16:creationId xmlns:a16="http://schemas.microsoft.com/office/drawing/2014/main" id="{769DD840-7F96-AD29-D767-531F1178AA53}"/>
              </a:ext>
            </a:extLst>
          </p:cNvPr>
          <p:cNvSpPr>
            <a:spLocks noChangeArrowheads="1"/>
          </p:cNvSpPr>
          <p:nvPr/>
        </p:nvSpPr>
        <p:spPr bwMode="auto">
          <a:xfrm>
            <a:off x="494446" y="1039856"/>
            <a:ext cx="11563349" cy="95410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lgn="just">
              <a:buFont typeface="Arial" panose="020B0604020202020204" pitchFamily="34" charset="0"/>
              <a:buChar char="•"/>
            </a:pPr>
            <a:r>
              <a:rPr lang="en-US" altLang="en-US" sz="2800" b="0" dirty="0">
                <a:latin typeface="+mn-lt"/>
                <a:ea typeface="Arial Unicode MS" panose="020B0604020202020204" pitchFamily="34" charset="-120"/>
                <a:cs typeface="Arial Unicode MS" panose="020B0604020202020204" pitchFamily="34" charset="-120"/>
              </a:rPr>
              <a:t>In symmetric-key cryptography, there are two distinctive keys: </a:t>
            </a:r>
            <a:r>
              <a:rPr lang="en-US" altLang="en-US" sz="2800" dirty="0">
                <a:latin typeface="+mn-lt"/>
                <a:ea typeface="Arial Unicode MS" panose="020B0604020202020204" pitchFamily="34" charset="-120"/>
                <a:cs typeface="Arial Unicode MS" panose="020B0604020202020204" pitchFamily="34" charset="-120"/>
              </a:rPr>
              <a:t>a </a:t>
            </a:r>
            <a:r>
              <a:rPr lang="en-US" altLang="en-US" sz="2800" i="1" dirty="0">
                <a:latin typeface="+mn-lt"/>
                <a:ea typeface="Arial Unicode MS" panose="020B0604020202020204" pitchFamily="34" charset="-120"/>
                <a:cs typeface="Arial Unicode MS" panose="020B0604020202020204" pitchFamily="34" charset="-120"/>
              </a:rPr>
              <a:t>private key </a:t>
            </a:r>
            <a:r>
              <a:rPr lang="en-US" altLang="en-US" sz="2800" b="0" dirty="0">
                <a:latin typeface="+mn-lt"/>
                <a:ea typeface="Arial Unicode MS" panose="020B0604020202020204" pitchFamily="34" charset="-120"/>
                <a:cs typeface="Arial Unicode MS" panose="020B0604020202020204" pitchFamily="34" charset="-120"/>
              </a:rPr>
              <a:t>and </a:t>
            </a:r>
            <a:r>
              <a:rPr lang="en-US" altLang="en-US" sz="2800" dirty="0">
                <a:latin typeface="+mn-lt"/>
                <a:ea typeface="Arial Unicode MS" panose="020B0604020202020204" pitchFamily="34" charset="-120"/>
                <a:cs typeface="Arial Unicode MS" panose="020B0604020202020204" pitchFamily="34" charset="-120"/>
              </a:rPr>
              <a:t>a</a:t>
            </a:r>
            <a:r>
              <a:rPr lang="en-US" altLang="en-US" sz="2800" b="0" dirty="0">
                <a:latin typeface="+mn-lt"/>
                <a:ea typeface="Arial Unicode MS" panose="020B0604020202020204" pitchFamily="34" charset="-120"/>
                <a:cs typeface="Arial Unicode MS" panose="020B0604020202020204" pitchFamily="34" charset="-120"/>
              </a:rPr>
              <a:t> </a:t>
            </a:r>
            <a:r>
              <a:rPr lang="en-US" altLang="en-US" sz="2800" i="1" dirty="0">
                <a:latin typeface="+mn-lt"/>
                <a:ea typeface="Arial Unicode MS" panose="020B0604020202020204" pitchFamily="34" charset="-120"/>
                <a:cs typeface="Arial Unicode MS" panose="020B0604020202020204" pitchFamily="34" charset="-120"/>
              </a:rPr>
              <a:t>public key</a:t>
            </a:r>
            <a:r>
              <a:rPr lang="en-US" altLang="en-US" sz="2800" b="0" dirty="0">
                <a:latin typeface="+mn-lt"/>
                <a:ea typeface="Arial Unicode MS" panose="020B0604020202020204" pitchFamily="34" charset="-120"/>
                <a:cs typeface="Arial Unicode MS" panose="020B0604020202020204" pitchFamily="34" charset="-120"/>
              </a:rPr>
              <a:t>. </a:t>
            </a:r>
          </a:p>
        </p:txBody>
      </p:sp>
      <p:pic>
        <p:nvPicPr>
          <p:cNvPr id="5" name="Picture 3">
            <a:extLst>
              <a:ext uri="{FF2B5EF4-FFF2-40B4-BE49-F238E27FC236}">
                <a16:creationId xmlns:a16="http://schemas.microsoft.com/office/drawing/2014/main" id="{CC0D9745-09E5-BC15-B2D4-26EED275182F}"/>
              </a:ext>
            </a:extLst>
          </p:cNvPr>
          <p:cNvPicPr>
            <a:picLocks noChangeAspect="1"/>
          </p:cNvPicPr>
          <p:nvPr/>
        </p:nvPicPr>
        <p:blipFill>
          <a:blip r:embed="rId3"/>
          <a:stretch>
            <a:fillRect/>
          </a:stretch>
        </p:blipFill>
        <p:spPr>
          <a:xfrm>
            <a:off x="878739" y="1942816"/>
            <a:ext cx="8520900" cy="486403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D8443B4E-5FE4-24C9-CC7B-65760FBEAEEE}"/>
              </a:ext>
            </a:extLst>
          </p:cNvPr>
          <p:cNvSpPr>
            <a:spLocks noGrp="1"/>
          </p:cNvSpPr>
          <p:nvPr>
            <p:ph type="sldNum" sz="quarter" idx="12"/>
          </p:nvPr>
        </p:nvSpPr>
        <p:spPr/>
        <p:txBody>
          <a:bodyPr/>
          <a:lstStyle/>
          <a:p>
            <a:fld id="{C8DD4527-E66D-4764-91A6-DF278F55978B}" type="slidenum">
              <a:rPr lang="en-GB" smtClean="0"/>
              <a:t>15</a:t>
            </a:fld>
            <a:endParaRPr lang="en-GB"/>
          </a:p>
        </p:txBody>
      </p:sp>
      <p:sp>
        <p:nvSpPr>
          <p:cNvPr id="3" name="Text Box 2">
            <a:extLst>
              <a:ext uri="{FF2B5EF4-FFF2-40B4-BE49-F238E27FC236}">
                <a16:creationId xmlns:a16="http://schemas.microsoft.com/office/drawing/2014/main" id="{4F56061A-DB72-15E7-9255-0C60C666B6B7}"/>
              </a:ext>
            </a:extLst>
          </p:cNvPr>
          <p:cNvSpPr txBox="1">
            <a:spLocks noChangeArrowheads="1"/>
          </p:cNvSpPr>
          <p:nvPr/>
        </p:nvSpPr>
        <p:spPr bwMode="auto">
          <a:xfrm>
            <a:off x="222379" y="330200"/>
            <a:ext cx="321825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dirty="0">
                <a:solidFill>
                  <a:srgbClr val="0070C0"/>
                </a:solidFill>
                <a:latin typeface="+mn-lt"/>
                <a:cs typeface="Arial" panose="020B0604020202020204" pitchFamily="34" charset="0"/>
              </a:rPr>
              <a:t>RSA cryptosystem</a:t>
            </a:r>
          </a:p>
        </p:txBody>
      </p:sp>
      <p:sp>
        <p:nvSpPr>
          <p:cNvPr id="4" name="Rectangle 3">
            <a:extLst>
              <a:ext uri="{FF2B5EF4-FFF2-40B4-BE49-F238E27FC236}">
                <a16:creationId xmlns:a16="http://schemas.microsoft.com/office/drawing/2014/main" id="{7620F648-DE14-74E8-0C44-A4FF2972B6C6}"/>
              </a:ext>
            </a:extLst>
          </p:cNvPr>
          <p:cNvSpPr>
            <a:spLocks noChangeArrowheads="1"/>
          </p:cNvSpPr>
          <p:nvPr/>
        </p:nvSpPr>
        <p:spPr bwMode="auto">
          <a:xfrm>
            <a:off x="381577" y="1209368"/>
            <a:ext cx="10972224" cy="430887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lgn="just">
              <a:spcBef>
                <a:spcPts val="1200"/>
              </a:spcBef>
              <a:buFont typeface="Arial" panose="020B0604020202020204" pitchFamily="34" charset="0"/>
              <a:buChar char="•"/>
            </a:pPr>
            <a:r>
              <a:rPr lang="en-US" altLang="en-US" sz="2800" b="0" dirty="0">
                <a:latin typeface="+mn-lt"/>
                <a:ea typeface="Arial Unicode MS" panose="020B0604020202020204" pitchFamily="34" charset="-120"/>
                <a:cs typeface="Arial Unicode MS" panose="020B0604020202020204" pitchFamily="34" charset="-120"/>
              </a:rPr>
              <a:t>The common public-key algorithms is the RSA cryptosystem, named for its inventors (</a:t>
            </a:r>
            <a:r>
              <a:rPr lang="en-US" altLang="en-US" sz="2800" b="0" dirty="0" err="1">
                <a:latin typeface="+mn-lt"/>
                <a:ea typeface="Arial Unicode MS" panose="020B0604020202020204" pitchFamily="34" charset="-120"/>
                <a:cs typeface="Arial Unicode MS" panose="020B0604020202020204" pitchFamily="34" charset="-120"/>
              </a:rPr>
              <a:t>Rivest</a:t>
            </a:r>
            <a:r>
              <a:rPr lang="en-US" altLang="en-US" sz="2800" b="0" dirty="0">
                <a:latin typeface="+mn-lt"/>
                <a:ea typeface="Arial Unicode MS" panose="020B0604020202020204" pitchFamily="34" charset="-120"/>
                <a:cs typeface="Arial Unicode MS" panose="020B0604020202020204" pitchFamily="34" charset="-120"/>
              </a:rPr>
              <a:t>, Shamir, and </a:t>
            </a:r>
            <a:r>
              <a:rPr lang="en-US" altLang="en-US" sz="2800" b="0" dirty="0" err="1">
                <a:latin typeface="+mn-lt"/>
                <a:ea typeface="Arial Unicode MS" panose="020B0604020202020204" pitchFamily="34" charset="-120"/>
                <a:cs typeface="Arial Unicode MS" panose="020B0604020202020204" pitchFamily="34" charset="-120"/>
              </a:rPr>
              <a:t>Adleman</a:t>
            </a:r>
            <a:r>
              <a:rPr lang="en-US" altLang="en-US" sz="2800" b="0" dirty="0">
                <a:latin typeface="+mn-lt"/>
                <a:ea typeface="Arial Unicode MS" panose="020B0604020202020204" pitchFamily="34" charset="-120"/>
                <a:cs typeface="Arial Unicode MS" panose="020B0604020202020204" pitchFamily="34" charset="-120"/>
              </a:rPr>
              <a:t>). </a:t>
            </a:r>
          </a:p>
          <a:p>
            <a:pPr marL="342900" indent="-342900" algn="just">
              <a:spcBef>
                <a:spcPts val="1200"/>
              </a:spcBef>
              <a:buFont typeface="Arial" panose="020B0604020202020204" pitchFamily="34" charset="0"/>
              <a:buChar char="•"/>
            </a:pPr>
            <a:r>
              <a:rPr lang="en-US" altLang="en-US" sz="2800" b="0" dirty="0">
                <a:latin typeface="+mn-lt"/>
                <a:ea typeface="Arial Unicode MS" panose="020B0604020202020204" pitchFamily="34" charset="-120"/>
                <a:cs typeface="Arial Unicode MS" panose="020B0604020202020204" pitchFamily="34" charset="-120"/>
              </a:rPr>
              <a:t>RSA uses two exponents, </a:t>
            </a:r>
            <a:r>
              <a:rPr lang="en-US" altLang="en-US" sz="2800" b="0" i="1" dirty="0">
                <a:latin typeface="Times New Roman" panose="02020603050405020304" pitchFamily="18" charset="0"/>
                <a:ea typeface="Arial Unicode MS" panose="020B0604020202020204" pitchFamily="34" charset="-120"/>
                <a:cs typeface="Times New Roman" panose="02020603050405020304" pitchFamily="18" charset="0"/>
              </a:rPr>
              <a:t>e</a:t>
            </a:r>
            <a:r>
              <a:rPr lang="en-US" altLang="en-US" sz="2800" b="0" i="1" dirty="0">
                <a:latin typeface="+mn-lt"/>
                <a:ea typeface="Arial Unicode MS" panose="020B0604020202020204" pitchFamily="34" charset="-120"/>
                <a:cs typeface="Arial Unicode MS" panose="020B0604020202020204" pitchFamily="34" charset="-120"/>
              </a:rPr>
              <a:t> </a:t>
            </a:r>
            <a:r>
              <a:rPr lang="en-US" altLang="en-US" sz="2800" b="0" dirty="0">
                <a:latin typeface="+mn-lt"/>
                <a:ea typeface="Arial Unicode MS" panose="020B0604020202020204" pitchFamily="34" charset="-120"/>
                <a:cs typeface="Arial Unicode MS" panose="020B0604020202020204" pitchFamily="34" charset="-120"/>
              </a:rPr>
              <a:t>and </a:t>
            </a:r>
            <a:r>
              <a:rPr lang="en-US" altLang="en-US" sz="2800" b="0" i="1" dirty="0">
                <a:latin typeface="Times New Roman" panose="02020603050405020304" pitchFamily="18" charset="0"/>
                <a:ea typeface="Arial Unicode MS" panose="020B0604020202020204" pitchFamily="34" charset="-120"/>
                <a:cs typeface="Times New Roman" panose="02020603050405020304" pitchFamily="18" charset="0"/>
              </a:rPr>
              <a:t>d</a:t>
            </a:r>
            <a:r>
              <a:rPr lang="en-US" altLang="en-US" sz="2800" b="0" dirty="0">
                <a:latin typeface="+mn-lt"/>
                <a:ea typeface="Arial Unicode MS" panose="020B0604020202020204" pitchFamily="34" charset="-120"/>
                <a:cs typeface="Arial Unicode MS" panose="020B0604020202020204" pitchFamily="34" charset="-120"/>
              </a:rPr>
              <a:t>, where </a:t>
            </a:r>
            <a:r>
              <a:rPr lang="en-US" altLang="en-US" sz="2800" b="0" i="1" dirty="0">
                <a:latin typeface="Times New Roman" panose="02020603050405020304" pitchFamily="18" charset="0"/>
                <a:ea typeface="Arial Unicode MS" panose="020B0604020202020204" pitchFamily="34" charset="-120"/>
                <a:cs typeface="Times New Roman" panose="02020603050405020304" pitchFamily="18" charset="0"/>
              </a:rPr>
              <a:t>e</a:t>
            </a:r>
            <a:r>
              <a:rPr lang="en-US" altLang="en-US" sz="2800" b="0" dirty="0">
                <a:latin typeface="+mn-lt"/>
                <a:ea typeface="Arial Unicode MS" panose="020B0604020202020204" pitchFamily="34" charset="-120"/>
                <a:cs typeface="Arial Unicode MS" panose="020B0604020202020204" pitchFamily="34" charset="-120"/>
              </a:rPr>
              <a:t> is public and </a:t>
            </a:r>
            <a:r>
              <a:rPr lang="en-US" altLang="en-US" sz="2800" b="0" i="1" dirty="0">
                <a:latin typeface="Times New Roman" panose="02020603050405020304" pitchFamily="18" charset="0"/>
                <a:ea typeface="Arial Unicode MS" panose="020B0604020202020204" pitchFamily="34" charset="-120"/>
                <a:cs typeface="Times New Roman" panose="02020603050405020304" pitchFamily="18" charset="0"/>
              </a:rPr>
              <a:t>d</a:t>
            </a:r>
            <a:r>
              <a:rPr lang="en-US" altLang="en-US" sz="2800" b="0" dirty="0">
                <a:latin typeface="+mn-lt"/>
                <a:ea typeface="Arial Unicode MS" panose="020B0604020202020204" pitchFamily="34" charset="-120"/>
                <a:cs typeface="Arial Unicode MS" panose="020B0604020202020204" pitchFamily="34" charset="-120"/>
              </a:rPr>
              <a:t> is private. </a:t>
            </a:r>
          </a:p>
          <a:p>
            <a:pPr marL="342900" indent="-342900" algn="just">
              <a:spcBef>
                <a:spcPts val="1200"/>
              </a:spcBef>
              <a:buFont typeface="Arial" panose="020B0604020202020204" pitchFamily="34" charset="0"/>
              <a:buChar char="•"/>
            </a:pPr>
            <a:r>
              <a:rPr lang="en-US" altLang="en-US" sz="2800" b="0" dirty="0">
                <a:latin typeface="+mn-lt"/>
                <a:ea typeface="Arial Unicode MS" panose="020B0604020202020204" pitchFamily="34" charset="-120"/>
                <a:cs typeface="Arial Unicode MS" panose="020B0604020202020204" pitchFamily="34" charset="-120"/>
              </a:rPr>
              <a:t>Suppose </a:t>
            </a:r>
            <a:r>
              <a:rPr lang="en-US" altLang="en-US" sz="2800" dirty="0">
                <a:latin typeface="+mn-lt"/>
                <a:ea typeface="Arial Unicode MS" panose="020B0604020202020204" pitchFamily="34" charset="-120"/>
                <a:cs typeface="Arial Unicode MS" panose="020B0604020202020204" pitchFamily="34" charset="-120"/>
              </a:rPr>
              <a:t>P</a:t>
            </a:r>
            <a:r>
              <a:rPr lang="en-US" altLang="en-US" sz="2800" b="0" dirty="0">
                <a:latin typeface="+mn-lt"/>
                <a:ea typeface="Arial Unicode MS" panose="020B0604020202020204" pitchFamily="34" charset="-120"/>
                <a:cs typeface="Arial Unicode MS" panose="020B0604020202020204" pitchFamily="34" charset="-120"/>
              </a:rPr>
              <a:t> is the plaintext and </a:t>
            </a:r>
            <a:r>
              <a:rPr lang="en-US" altLang="en-US" sz="2800" dirty="0">
                <a:latin typeface="+mn-lt"/>
                <a:ea typeface="Arial Unicode MS" panose="020B0604020202020204" pitchFamily="34" charset="-120"/>
                <a:cs typeface="Arial Unicode MS" panose="020B0604020202020204" pitchFamily="34" charset="-120"/>
              </a:rPr>
              <a:t>C</a:t>
            </a:r>
            <a:r>
              <a:rPr lang="en-US" altLang="en-US" sz="2800" b="0" dirty="0">
                <a:latin typeface="+mn-lt"/>
                <a:ea typeface="Arial Unicode MS" panose="020B0604020202020204" pitchFamily="34" charset="-120"/>
                <a:cs typeface="Arial Unicode MS" panose="020B0604020202020204" pitchFamily="34" charset="-120"/>
              </a:rPr>
              <a:t> is the ciphertext. </a:t>
            </a:r>
          </a:p>
          <a:p>
            <a:pPr marL="342900" indent="-342900" algn="just">
              <a:spcBef>
                <a:spcPts val="1200"/>
              </a:spcBef>
              <a:buFont typeface="Arial" panose="020B0604020202020204" pitchFamily="34" charset="0"/>
              <a:buChar char="•"/>
            </a:pPr>
            <a:r>
              <a:rPr lang="en-US" altLang="en-US" sz="2800" b="0" dirty="0">
                <a:latin typeface="+mn-lt"/>
                <a:ea typeface="Arial Unicode MS" panose="020B0604020202020204" pitchFamily="34" charset="-120"/>
                <a:cs typeface="Arial Unicode MS" panose="020B0604020202020204" pitchFamily="34" charset="-120"/>
              </a:rPr>
              <a:t>Alice uses </a:t>
            </a:r>
            <a:r>
              <a:rPr lang="en-US" altLang="en-US" sz="2800" dirty="0">
                <a:latin typeface="+mn-lt"/>
                <a:ea typeface="Arial Unicode MS" panose="020B0604020202020204" pitchFamily="34" charset="-120"/>
                <a:cs typeface="Arial Unicode MS" panose="020B0604020202020204" pitchFamily="34" charset="-120"/>
              </a:rPr>
              <a:t>C = P</a:t>
            </a:r>
            <a:r>
              <a:rPr lang="en-US" altLang="en-US" sz="2800" i="1" baseline="30000" dirty="0">
                <a:latin typeface="+mn-lt"/>
                <a:ea typeface="Arial Unicode MS" panose="020B0604020202020204" pitchFamily="34" charset="-120"/>
                <a:cs typeface="Arial Unicode MS" panose="020B0604020202020204" pitchFamily="34" charset="-120"/>
              </a:rPr>
              <a:t>e</a:t>
            </a:r>
            <a:r>
              <a:rPr lang="en-US" altLang="en-US" sz="2800" dirty="0">
                <a:latin typeface="+mn-lt"/>
                <a:ea typeface="Arial Unicode MS" panose="020B0604020202020204" pitchFamily="34" charset="-120"/>
                <a:cs typeface="Arial Unicode MS" panose="020B0604020202020204" pitchFamily="34" charset="-120"/>
              </a:rPr>
              <a:t> mod </a:t>
            </a:r>
            <a:r>
              <a:rPr lang="en-US" altLang="en-US" sz="2800" i="1" dirty="0">
                <a:latin typeface="+mn-lt"/>
                <a:ea typeface="Arial Unicode MS" panose="020B0604020202020204" pitchFamily="34" charset="-120"/>
                <a:cs typeface="Arial Unicode MS" panose="020B0604020202020204" pitchFamily="34" charset="-120"/>
              </a:rPr>
              <a:t>n</a:t>
            </a:r>
            <a:r>
              <a:rPr lang="en-US" altLang="en-US" sz="2800" dirty="0">
                <a:latin typeface="+mn-lt"/>
                <a:ea typeface="Arial Unicode MS" panose="020B0604020202020204" pitchFamily="34" charset="-120"/>
                <a:cs typeface="Arial Unicode MS" panose="020B0604020202020204" pitchFamily="34" charset="-120"/>
              </a:rPr>
              <a:t> </a:t>
            </a:r>
            <a:r>
              <a:rPr lang="en-US" altLang="en-US" sz="2800" b="0" dirty="0">
                <a:latin typeface="+mn-lt"/>
                <a:ea typeface="Arial Unicode MS" panose="020B0604020202020204" pitchFamily="34" charset="-120"/>
                <a:cs typeface="Arial Unicode MS" panose="020B0604020202020204" pitchFamily="34" charset="-120"/>
              </a:rPr>
              <a:t>to create ciphertext </a:t>
            </a:r>
            <a:r>
              <a:rPr lang="en-US" altLang="en-US" sz="2800" dirty="0">
                <a:latin typeface="+mn-lt"/>
                <a:ea typeface="Arial Unicode MS" panose="020B0604020202020204" pitchFamily="34" charset="-120"/>
                <a:cs typeface="Arial Unicode MS" panose="020B0604020202020204" pitchFamily="34" charset="-120"/>
              </a:rPr>
              <a:t>C</a:t>
            </a:r>
            <a:r>
              <a:rPr lang="en-US" altLang="en-US" sz="2800" b="0" dirty="0">
                <a:latin typeface="+mn-lt"/>
                <a:ea typeface="Arial Unicode MS" panose="020B0604020202020204" pitchFamily="34" charset="-120"/>
                <a:cs typeface="Arial Unicode MS" panose="020B0604020202020204" pitchFamily="34" charset="-120"/>
              </a:rPr>
              <a:t> from plaintext </a:t>
            </a:r>
            <a:r>
              <a:rPr lang="en-US" altLang="en-US" sz="2800" dirty="0">
                <a:latin typeface="+mn-lt"/>
                <a:ea typeface="Arial Unicode MS" panose="020B0604020202020204" pitchFamily="34" charset="-120"/>
                <a:cs typeface="Arial Unicode MS" panose="020B0604020202020204" pitchFamily="34" charset="-120"/>
              </a:rPr>
              <a:t>P</a:t>
            </a:r>
            <a:r>
              <a:rPr lang="en-US" altLang="en-US" sz="2800" b="0" dirty="0">
                <a:latin typeface="+mn-lt"/>
                <a:ea typeface="Arial Unicode MS" panose="020B0604020202020204" pitchFamily="34" charset="-120"/>
                <a:cs typeface="Arial Unicode MS" panose="020B0604020202020204" pitchFamily="34" charset="-120"/>
              </a:rPr>
              <a:t>.</a:t>
            </a:r>
          </a:p>
          <a:p>
            <a:pPr marL="342900" indent="-342900" algn="just">
              <a:spcBef>
                <a:spcPts val="1200"/>
              </a:spcBef>
              <a:buFont typeface="Arial" panose="020B0604020202020204" pitchFamily="34" charset="0"/>
              <a:buChar char="•"/>
            </a:pPr>
            <a:r>
              <a:rPr lang="en-US" altLang="en-US" sz="2800" b="0" dirty="0">
                <a:latin typeface="+mn-lt"/>
                <a:ea typeface="Arial Unicode MS" panose="020B0604020202020204" pitchFamily="34" charset="-120"/>
                <a:cs typeface="Arial Unicode MS" panose="020B0604020202020204" pitchFamily="34" charset="-120"/>
              </a:rPr>
              <a:t>Bob uses </a:t>
            </a:r>
            <a:r>
              <a:rPr lang="en-US" altLang="en-US" sz="2800" dirty="0">
                <a:latin typeface="+mn-lt"/>
                <a:ea typeface="Arial Unicode MS" panose="020B0604020202020204" pitchFamily="34" charset="-120"/>
                <a:cs typeface="Arial Unicode MS" panose="020B0604020202020204" pitchFamily="34" charset="-120"/>
              </a:rPr>
              <a:t>P = C</a:t>
            </a:r>
            <a:r>
              <a:rPr lang="en-US" altLang="en-US" sz="2800" i="1" baseline="30000" dirty="0">
                <a:latin typeface="+mn-lt"/>
                <a:ea typeface="Arial Unicode MS" panose="020B0604020202020204" pitchFamily="34" charset="-120"/>
                <a:cs typeface="Arial Unicode MS" panose="020B0604020202020204" pitchFamily="34" charset="-120"/>
              </a:rPr>
              <a:t>d</a:t>
            </a:r>
            <a:r>
              <a:rPr lang="en-US" altLang="en-US" sz="2800" dirty="0">
                <a:latin typeface="+mn-lt"/>
                <a:ea typeface="Arial Unicode MS" panose="020B0604020202020204" pitchFamily="34" charset="-120"/>
                <a:cs typeface="Arial Unicode MS" panose="020B0604020202020204" pitchFamily="34" charset="-120"/>
              </a:rPr>
              <a:t> mod </a:t>
            </a:r>
            <a:r>
              <a:rPr lang="en-US" altLang="en-US" sz="2800" i="1" dirty="0">
                <a:latin typeface="+mn-lt"/>
                <a:ea typeface="Arial Unicode MS" panose="020B0604020202020204" pitchFamily="34" charset="-120"/>
                <a:cs typeface="Arial Unicode MS" panose="020B0604020202020204" pitchFamily="34" charset="-120"/>
              </a:rPr>
              <a:t>n</a:t>
            </a:r>
            <a:r>
              <a:rPr lang="en-US" altLang="en-US" sz="2800" dirty="0">
                <a:latin typeface="+mn-lt"/>
                <a:ea typeface="Arial Unicode MS" panose="020B0604020202020204" pitchFamily="34" charset="-120"/>
                <a:cs typeface="Arial Unicode MS" panose="020B0604020202020204" pitchFamily="34" charset="-120"/>
              </a:rPr>
              <a:t> </a:t>
            </a:r>
            <a:r>
              <a:rPr lang="en-US" altLang="en-US" sz="2800" b="0" dirty="0">
                <a:latin typeface="+mn-lt"/>
                <a:ea typeface="Arial Unicode MS" panose="020B0604020202020204" pitchFamily="34" charset="-120"/>
                <a:cs typeface="Arial Unicode MS" panose="020B0604020202020204" pitchFamily="34" charset="-120"/>
              </a:rPr>
              <a:t>to retrieve the plaintext sent by Alice. </a:t>
            </a:r>
          </a:p>
          <a:p>
            <a:pPr marL="342900" indent="-342900" algn="just">
              <a:spcBef>
                <a:spcPts val="1200"/>
              </a:spcBef>
              <a:buFont typeface="Arial" panose="020B0604020202020204" pitchFamily="34" charset="0"/>
              <a:buChar char="•"/>
            </a:pPr>
            <a:r>
              <a:rPr lang="en-US" altLang="en-US" sz="2800" b="0" dirty="0">
                <a:latin typeface="+mn-lt"/>
                <a:ea typeface="Arial Unicode MS" panose="020B0604020202020204" pitchFamily="34" charset="-120"/>
                <a:cs typeface="Arial Unicode MS" panose="020B0604020202020204" pitchFamily="34" charset="-120"/>
              </a:rPr>
              <a:t>The modulus </a:t>
            </a:r>
            <a:r>
              <a:rPr lang="en-US" altLang="en-US" sz="2800" i="1" dirty="0">
                <a:latin typeface="+mn-lt"/>
                <a:ea typeface="Arial Unicode MS" panose="020B0604020202020204" pitchFamily="34" charset="-120"/>
                <a:cs typeface="Arial Unicode MS" panose="020B0604020202020204" pitchFamily="34" charset="-120"/>
              </a:rPr>
              <a:t>n</a:t>
            </a:r>
            <a:r>
              <a:rPr lang="en-US" altLang="en-US" sz="2800" b="0" dirty="0">
                <a:latin typeface="+mn-lt"/>
                <a:ea typeface="Arial Unicode MS" panose="020B0604020202020204" pitchFamily="34" charset="-120"/>
                <a:cs typeface="Arial Unicode MS" panose="020B0604020202020204" pitchFamily="34" charset="-120"/>
              </a:rPr>
              <a:t>, a very large number, is created during the key generation process.</a:t>
            </a:r>
          </a:p>
        </p:txBody>
      </p:sp>
    </p:spTree>
    <p:extLst>
      <p:ext uri="{BB962C8B-B14F-4D97-AF65-F5344CB8AC3E}">
        <p14:creationId xmlns:p14="http://schemas.microsoft.com/office/powerpoint/2010/main" val="22150240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Text Box 2">
            <a:extLst>
              <a:ext uri="{FF2B5EF4-FFF2-40B4-BE49-F238E27FC236}">
                <a16:creationId xmlns:a16="http://schemas.microsoft.com/office/drawing/2014/main" id="{081034CC-F1AD-94F9-6CF2-80B56841B49B}"/>
              </a:ext>
            </a:extLst>
          </p:cNvPr>
          <p:cNvSpPr txBox="1">
            <a:spLocks noChangeArrowheads="1"/>
          </p:cNvSpPr>
          <p:nvPr/>
        </p:nvSpPr>
        <p:spPr bwMode="auto">
          <a:xfrm>
            <a:off x="695325" y="305972"/>
            <a:ext cx="7718716"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4400" b="0" dirty="0">
                <a:solidFill>
                  <a:schemeClr val="accent6"/>
                </a:solidFill>
                <a:latin typeface="Calibri" panose="020F0502020204030204" pitchFamily="34" charset="0"/>
              </a:rPr>
              <a:t>17.3 COMPARISON</a:t>
            </a:r>
            <a:r>
              <a:rPr lang="en-US" altLang="en-US" sz="3600" b="0" dirty="0">
                <a:solidFill>
                  <a:schemeClr val="accent6"/>
                </a:solidFill>
                <a:latin typeface="Calibri" panose="020F0502020204030204" pitchFamily="34" charset="0"/>
              </a:rPr>
              <a:t> </a:t>
            </a:r>
            <a:r>
              <a:rPr lang="en-US" altLang="en-US" sz="4400" b="0" dirty="0">
                <a:solidFill>
                  <a:schemeClr val="accent6"/>
                </a:solidFill>
                <a:latin typeface="Calibri" panose="020F0502020204030204" pitchFamily="34" charset="0"/>
              </a:rPr>
              <a:t>OF METHODS</a:t>
            </a:r>
          </a:p>
        </p:txBody>
      </p:sp>
      <p:sp>
        <p:nvSpPr>
          <p:cNvPr id="2" name="投影片編號版面配置區 1">
            <a:extLst>
              <a:ext uri="{FF2B5EF4-FFF2-40B4-BE49-F238E27FC236}">
                <a16:creationId xmlns:a16="http://schemas.microsoft.com/office/drawing/2014/main" id="{CEEC5B39-EE32-6485-BE08-95AEC8598BE8}"/>
              </a:ext>
            </a:extLst>
          </p:cNvPr>
          <p:cNvSpPr>
            <a:spLocks noGrp="1"/>
          </p:cNvSpPr>
          <p:nvPr>
            <p:ph type="sldNum" sz="quarter" idx="12"/>
          </p:nvPr>
        </p:nvSpPr>
        <p:spPr/>
        <p:txBody>
          <a:bodyPr/>
          <a:lstStyle/>
          <a:p>
            <a:fld id="{C8DD4527-E66D-4764-91A6-DF278F55978B}" type="slidenum">
              <a:rPr lang="en-GB" smtClean="0"/>
              <a:t>16</a:t>
            </a:fld>
            <a:endParaRPr lang="en-GB"/>
          </a:p>
        </p:txBody>
      </p:sp>
      <p:sp>
        <p:nvSpPr>
          <p:cNvPr id="6" name="文字方塊 5">
            <a:extLst>
              <a:ext uri="{FF2B5EF4-FFF2-40B4-BE49-F238E27FC236}">
                <a16:creationId xmlns:a16="http://schemas.microsoft.com/office/drawing/2014/main" id="{61AAAAAC-CB26-0C56-4426-CDA20A44EF95}"/>
              </a:ext>
            </a:extLst>
          </p:cNvPr>
          <p:cNvSpPr txBox="1"/>
          <p:nvPr/>
        </p:nvSpPr>
        <p:spPr>
          <a:xfrm>
            <a:off x="838200" y="1513834"/>
            <a:ext cx="10515600" cy="4893647"/>
          </a:xfrm>
          <a:prstGeom prst="rect">
            <a:avLst/>
          </a:prstGeom>
          <a:noFill/>
        </p:spPr>
        <p:txBody>
          <a:bodyPr wrap="square">
            <a:spAutoFit/>
          </a:bodyPr>
          <a:lstStyle/>
          <a:p>
            <a:pPr marL="342900" indent="-342900">
              <a:buFont typeface="Arial" panose="020B0604020202020204" pitchFamily="34" charset="0"/>
              <a:buChar char="•"/>
            </a:pPr>
            <a:r>
              <a:rPr lang="en-US" altLang="en-US" sz="2400" b="0" dirty="0">
                <a:ea typeface="Arial Unicode MS" panose="020B0604020202020204" pitchFamily="34" charset="-120"/>
                <a:cs typeface="Arial Unicode MS" panose="020B0604020202020204" pitchFamily="34" charset="-120"/>
              </a:rPr>
              <a:t>Symmetric-key and asymmetric-key cryptography will continue to exist in parallel as they are complements of each other; the advantages of one compensate for the advantages of the other.</a:t>
            </a:r>
          </a:p>
          <a:p>
            <a:pPr marL="800100" lvl="1" indent="-342900">
              <a:buFont typeface="Arial" panose="020B0604020202020204" pitchFamily="34" charset="0"/>
              <a:buChar char="•"/>
            </a:pPr>
            <a:r>
              <a:rPr lang="en-US" altLang="en-US" sz="2400" b="0" dirty="0">
                <a:ea typeface="Arial Unicode MS" panose="020B0604020202020204" pitchFamily="34" charset="-120"/>
                <a:cs typeface="Arial Unicode MS" panose="020B0604020202020204" pitchFamily="34" charset="-120"/>
              </a:rPr>
              <a:t> In symmetric-key cryptography, the plaintext and ciphertext are thought of as a combination of symbols. Encryption and decryption permute these symbols or substitute one symbol for another. </a:t>
            </a:r>
          </a:p>
          <a:p>
            <a:pPr marL="800100" lvl="1" indent="-342900">
              <a:buFont typeface="Arial" panose="020B0604020202020204" pitchFamily="34" charset="0"/>
              <a:buChar char="•"/>
            </a:pPr>
            <a:r>
              <a:rPr lang="en-US" altLang="en-US" sz="2400" b="0" dirty="0">
                <a:ea typeface="Arial Unicode MS" panose="020B0604020202020204" pitchFamily="34" charset="-120"/>
                <a:cs typeface="Arial Unicode MS" panose="020B0604020202020204" pitchFamily="34" charset="-120"/>
              </a:rPr>
              <a:t>In asymmetric-key cryptography, the plaintext and ciphertext are numbers; encryption and decryption are mathematical functions that are applied to numbers to create other numbers.</a:t>
            </a:r>
          </a:p>
          <a:p>
            <a:pPr marL="342900" indent="-342900">
              <a:buFont typeface="Arial" panose="020B0604020202020204" pitchFamily="34" charset="0"/>
              <a:buChar char="•"/>
            </a:pPr>
            <a:r>
              <a:rPr lang="en-US" altLang="en-US" sz="2400" dirty="0">
                <a:solidFill>
                  <a:srgbClr val="0070C0"/>
                </a:solidFill>
                <a:ea typeface="Arial Unicode MS" panose="020B0604020202020204" pitchFamily="34" charset="-120"/>
                <a:cs typeface="Arial Unicode MS" panose="020B0604020202020204" pitchFamily="34" charset="-120"/>
              </a:rPr>
              <a:t>Symmetric-key cryptography is based on sharing secrecy: asymmetric-key cryptography is based on personal secrecy.</a:t>
            </a:r>
          </a:p>
          <a:p>
            <a:pPr marL="342900" indent="-342900">
              <a:buFont typeface="Arial" panose="020B0604020202020204" pitchFamily="34" charset="0"/>
              <a:buChar char="•"/>
            </a:pPr>
            <a:r>
              <a:rPr lang="en-US" altLang="zh-TW" sz="2400" dirty="0">
                <a:solidFill>
                  <a:srgbClr val="0070C0"/>
                </a:solidFill>
                <a:ea typeface="Arial Unicode MS" panose="020B0604020202020204" pitchFamily="34" charset="-120"/>
              </a:rPr>
              <a:t>In </a:t>
            </a:r>
            <a:r>
              <a:rPr lang="en-US" altLang="en-US" sz="2400" dirty="0">
                <a:solidFill>
                  <a:srgbClr val="0070C0"/>
                </a:solidFill>
                <a:ea typeface="Arial Unicode MS" panose="020B0604020202020204" pitchFamily="34" charset="-120"/>
                <a:cs typeface="Arial Unicode MS" panose="020B0604020202020204" pitchFamily="34" charset="-120"/>
              </a:rPr>
              <a:t>symmetric-key cryptography, symbols are permuted or substituted: In asymmetric-key cryptography, numbers are manipulated.</a:t>
            </a:r>
            <a:endParaRPr lang="zh-TW" altLang="en-US" sz="2400" dirty="0">
              <a:solidFill>
                <a:srgbClr val="0070C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Text Box 2">
            <a:extLst>
              <a:ext uri="{FF2B5EF4-FFF2-40B4-BE49-F238E27FC236}">
                <a16:creationId xmlns:a16="http://schemas.microsoft.com/office/drawing/2014/main" id="{081034CC-F1AD-94F9-6CF2-80B56841B49B}"/>
              </a:ext>
            </a:extLst>
          </p:cNvPr>
          <p:cNvSpPr txBox="1">
            <a:spLocks noChangeArrowheads="1"/>
          </p:cNvSpPr>
          <p:nvPr/>
        </p:nvSpPr>
        <p:spPr bwMode="auto">
          <a:xfrm>
            <a:off x="507283" y="384073"/>
            <a:ext cx="7456208"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4400" b="0" dirty="0">
                <a:solidFill>
                  <a:schemeClr val="accent6"/>
                </a:solidFill>
                <a:latin typeface="Calibri" panose="020F0502020204030204" pitchFamily="34" charset="0"/>
              </a:rPr>
              <a:t>17.4 OTHER SECURITY SERVICES</a:t>
            </a:r>
          </a:p>
        </p:txBody>
      </p:sp>
      <p:sp>
        <p:nvSpPr>
          <p:cNvPr id="2" name="投影片編號版面配置區 1">
            <a:extLst>
              <a:ext uri="{FF2B5EF4-FFF2-40B4-BE49-F238E27FC236}">
                <a16:creationId xmlns:a16="http://schemas.microsoft.com/office/drawing/2014/main" id="{FAB6415C-5C2E-1534-DAD4-0926654BFD28}"/>
              </a:ext>
            </a:extLst>
          </p:cNvPr>
          <p:cNvSpPr>
            <a:spLocks noGrp="1"/>
          </p:cNvSpPr>
          <p:nvPr>
            <p:ph type="sldNum" sz="quarter" idx="12"/>
          </p:nvPr>
        </p:nvSpPr>
        <p:spPr/>
        <p:txBody>
          <a:bodyPr/>
          <a:lstStyle/>
          <a:p>
            <a:fld id="{C8DD4527-E66D-4764-91A6-DF278F55978B}" type="slidenum">
              <a:rPr lang="en-GB" smtClean="0"/>
              <a:t>17</a:t>
            </a:fld>
            <a:endParaRPr lang="en-GB"/>
          </a:p>
        </p:txBody>
      </p:sp>
      <p:sp>
        <p:nvSpPr>
          <p:cNvPr id="4" name="Text Box 2">
            <a:extLst>
              <a:ext uri="{FF2B5EF4-FFF2-40B4-BE49-F238E27FC236}">
                <a16:creationId xmlns:a16="http://schemas.microsoft.com/office/drawing/2014/main" id="{D22B32DC-78BE-BD39-4DBD-9043866BE46A}"/>
              </a:ext>
            </a:extLst>
          </p:cNvPr>
          <p:cNvSpPr txBox="1">
            <a:spLocks noChangeArrowheads="1"/>
          </p:cNvSpPr>
          <p:nvPr/>
        </p:nvSpPr>
        <p:spPr bwMode="auto">
          <a:xfrm>
            <a:off x="507283" y="1273959"/>
            <a:ext cx="7086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800" dirty="0">
                <a:solidFill>
                  <a:srgbClr val="0070C0"/>
                </a:solidFill>
                <a:latin typeface="+mn-lt"/>
                <a:cs typeface="Arial" panose="020B0604020202020204" pitchFamily="34" charset="0"/>
              </a:rPr>
              <a:t>Message and message digest</a:t>
            </a:r>
          </a:p>
        </p:txBody>
      </p:sp>
      <p:sp>
        <p:nvSpPr>
          <p:cNvPr id="5" name="Rectangle 3">
            <a:extLst>
              <a:ext uri="{FF2B5EF4-FFF2-40B4-BE49-F238E27FC236}">
                <a16:creationId xmlns:a16="http://schemas.microsoft.com/office/drawing/2014/main" id="{95CA177C-F6FF-FE25-CF00-F389CB9F4935}"/>
              </a:ext>
            </a:extLst>
          </p:cNvPr>
          <p:cNvSpPr>
            <a:spLocks noChangeArrowheads="1"/>
          </p:cNvSpPr>
          <p:nvPr/>
        </p:nvSpPr>
        <p:spPr bwMode="auto">
          <a:xfrm>
            <a:off x="507283" y="1986732"/>
            <a:ext cx="10996460" cy="147732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lgn="just">
              <a:buFont typeface="Arial" panose="020B0604020202020204" pitchFamily="34" charset="0"/>
              <a:buChar char="•"/>
            </a:pPr>
            <a:r>
              <a:rPr lang="en-US" altLang="en-US" sz="2000" b="0" dirty="0">
                <a:cs typeface="Arial" panose="020B0604020202020204" pitchFamily="34" charset="0"/>
              </a:rPr>
              <a:t>One way to preserve the integrity of a document is through the use of a </a:t>
            </a:r>
            <a:r>
              <a:rPr lang="en-US" altLang="en-US" sz="2000" b="0" i="1" dirty="0">
                <a:cs typeface="Arial" panose="020B0604020202020204" pitchFamily="34" charset="0"/>
              </a:rPr>
              <a:t>fingerprint</a:t>
            </a:r>
            <a:r>
              <a:rPr lang="en-US" altLang="en-US" sz="2000" b="0" dirty="0">
                <a:cs typeface="Arial" panose="020B0604020202020204" pitchFamily="34" charset="0"/>
              </a:rPr>
              <a:t>. </a:t>
            </a:r>
          </a:p>
          <a:p>
            <a:pPr marL="342900" indent="-342900" algn="just">
              <a:spcBef>
                <a:spcPts val="600"/>
              </a:spcBef>
              <a:buFont typeface="Arial" panose="020B0604020202020204" pitchFamily="34" charset="0"/>
              <a:buChar char="•"/>
            </a:pPr>
            <a:r>
              <a:rPr lang="en-US" altLang="en-US" sz="2000" b="0" dirty="0">
                <a:cs typeface="Arial" panose="020B0604020202020204" pitchFamily="34" charset="0"/>
              </a:rPr>
              <a:t>The electronic equivalent of the document and fingerprint pair is the message and digest pair. </a:t>
            </a:r>
          </a:p>
          <a:p>
            <a:pPr marL="342900" indent="-342900" algn="just">
              <a:spcBef>
                <a:spcPts val="600"/>
              </a:spcBef>
              <a:buFont typeface="Arial" panose="020B0604020202020204" pitchFamily="34" charset="0"/>
              <a:buChar char="•"/>
            </a:pPr>
            <a:r>
              <a:rPr lang="en-US" altLang="en-US" sz="2000" b="0" dirty="0">
                <a:cs typeface="Arial" panose="020B0604020202020204" pitchFamily="34" charset="0"/>
              </a:rPr>
              <a:t>To preserve the integrity of a message, the message is passed through an algorithm called a cryptographic hash function. The function creates a compressed image.</a:t>
            </a:r>
          </a:p>
        </p:txBody>
      </p:sp>
      <p:pic>
        <p:nvPicPr>
          <p:cNvPr id="7" name="圖片 6">
            <a:extLst>
              <a:ext uri="{FF2B5EF4-FFF2-40B4-BE49-F238E27FC236}">
                <a16:creationId xmlns:a16="http://schemas.microsoft.com/office/drawing/2014/main" id="{E88012A5-4E65-7D12-9A07-F2535B120DF2}"/>
              </a:ext>
            </a:extLst>
          </p:cNvPr>
          <p:cNvPicPr>
            <a:picLocks noChangeAspect="1"/>
          </p:cNvPicPr>
          <p:nvPr/>
        </p:nvPicPr>
        <p:blipFill>
          <a:blip r:embed="rId3"/>
          <a:stretch>
            <a:fillRect/>
          </a:stretch>
        </p:blipFill>
        <p:spPr>
          <a:xfrm>
            <a:off x="1068287" y="3795832"/>
            <a:ext cx="9611943" cy="2560517"/>
          </a:xfrm>
          <a:prstGeom prst="rect">
            <a:avLst/>
          </a:prstGeom>
        </p:spPr>
      </p:pic>
    </p:spTree>
    <p:extLst>
      <p:ext uri="{BB962C8B-B14F-4D97-AF65-F5344CB8AC3E}">
        <p14:creationId xmlns:p14="http://schemas.microsoft.com/office/powerpoint/2010/main" val="27964828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FAB6415C-5C2E-1534-DAD4-0926654BFD28}"/>
              </a:ext>
            </a:extLst>
          </p:cNvPr>
          <p:cNvSpPr>
            <a:spLocks noGrp="1"/>
          </p:cNvSpPr>
          <p:nvPr>
            <p:ph type="sldNum" sz="quarter" idx="12"/>
          </p:nvPr>
        </p:nvSpPr>
        <p:spPr/>
        <p:txBody>
          <a:bodyPr/>
          <a:lstStyle/>
          <a:p>
            <a:fld id="{C8DD4527-E66D-4764-91A6-DF278F55978B}" type="slidenum">
              <a:rPr lang="en-GB" smtClean="0"/>
              <a:t>18</a:t>
            </a:fld>
            <a:endParaRPr lang="en-GB"/>
          </a:p>
        </p:txBody>
      </p:sp>
      <p:sp>
        <p:nvSpPr>
          <p:cNvPr id="4" name="Text Box 2">
            <a:extLst>
              <a:ext uri="{FF2B5EF4-FFF2-40B4-BE49-F238E27FC236}">
                <a16:creationId xmlns:a16="http://schemas.microsoft.com/office/drawing/2014/main" id="{D22B32DC-78BE-BD39-4DBD-9043866BE46A}"/>
              </a:ext>
            </a:extLst>
          </p:cNvPr>
          <p:cNvSpPr txBox="1">
            <a:spLocks noChangeArrowheads="1"/>
          </p:cNvSpPr>
          <p:nvPr/>
        </p:nvSpPr>
        <p:spPr bwMode="auto">
          <a:xfrm>
            <a:off x="507283" y="526707"/>
            <a:ext cx="7086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800" dirty="0">
                <a:solidFill>
                  <a:srgbClr val="0070C0"/>
                </a:solidFill>
                <a:latin typeface="+mn-lt"/>
                <a:cs typeface="Arial" panose="020B0604020202020204" pitchFamily="34" charset="0"/>
              </a:rPr>
              <a:t>Hash functions</a:t>
            </a:r>
          </a:p>
        </p:txBody>
      </p:sp>
      <p:sp>
        <p:nvSpPr>
          <p:cNvPr id="5" name="Rectangle 3">
            <a:extLst>
              <a:ext uri="{FF2B5EF4-FFF2-40B4-BE49-F238E27FC236}">
                <a16:creationId xmlns:a16="http://schemas.microsoft.com/office/drawing/2014/main" id="{95CA177C-F6FF-FE25-CF00-F389CB9F4935}"/>
              </a:ext>
            </a:extLst>
          </p:cNvPr>
          <p:cNvSpPr>
            <a:spLocks noChangeArrowheads="1"/>
          </p:cNvSpPr>
          <p:nvPr/>
        </p:nvSpPr>
        <p:spPr bwMode="auto">
          <a:xfrm>
            <a:off x="597770" y="1445957"/>
            <a:ext cx="10996460" cy="417037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lgn="just">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A cryptographic hash function takes a message of arbitrary length and creates a message digest of fixed length. </a:t>
            </a:r>
          </a:p>
          <a:p>
            <a:pPr marL="342900" indent="-342900" algn="just">
              <a:spcBef>
                <a:spcPts val="600"/>
              </a:spcBef>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All cryptographic hash functions need to create a fixed-size digest out of a variable-size message. </a:t>
            </a:r>
          </a:p>
          <a:p>
            <a:pPr marL="342900" indent="-342900" algn="just">
              <a:spcBef>
                <a:spcPts val="600"/>
              </a:spcBef>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Creating such a function is best accomplished using iteration. </a:t>
            </a:r>
          </a:p>
          <a:p>
            <a:pPr marL="342900" indent="-342900" algn="just">
              <a:spcBef>
                <a:spcPts val="600"/>
              </a:spcBef>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Instead of using a hash function with variable-size input, a function with fixed-size input is created and is used a necessary number of times. </a:t>
            </a:r>
          </a:p>
          <a:p>
            <a:pPr marL="342900" indent="-342900" algn="just">
              <a:spcBef>
                <a:spcPts val="600"/>
              </a:spcBef>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The fixed-size input function is referred to as a compression function. It compresses an </a:t>
            </a:r>
            <a:r>
              <a:rPr lang="en-US" altLang="en-US" sz="2400" b="0" i="1" dirty="0">
                <a:latin typeface="+mn-lt"/>
                <a:ea typeface="Arial Unicode MS" panose="020B0604020202020204" pitchFamily="34" charset="-120"/>
                <a:cs typeface="Arial Unicode MS" panose="020B0604020202020204" pitchFamily="34" charset="-120"/>
              </a:rPr>
              <a:t>n</a:t>
            </a:r>
            <a:r>
              <a:rPr lang="en-US" altLang="en-US" sz="2400" b="0" dirty="0">
                <a:latin typeface="+mn-lt"/>
                <a:ea typeface="Arial Unicode MS" panose="020B0604020202020204" pitchFamily="34" charset="-120"/>
                <a:cs typeface="Arial Unicode MS" panose="020B0604020202020204" pitchFamily="34" charset="-120"/>
              </a:rPr>
              <a:t>-bit string to create an </a:t>
            </a:r>
            <a:r>
              <a:rPr lang="en-US" altLang="en-US" sz="2400" b="0" i="1" dirty="0">
                <a:latin typeface="+mn-lt"/>
                <a:ea typeface="Arial Unicode MS" panose="020B0604020202020204" pitchFamily="34" charset="-120"/>
                <a:cs typeface="Arial Unicode MS" panose="020B0604020202020204" pitchFamily="34" charset="-120"/>
              </a:rPr>
              <a:t>m</a:t>
            </a:r>
            <a:r>
              <a:rPr lang="en-US" altLang="en-US" sz="2400" b="0" dirty="0">
                <a:latin typeface="+mn-lt"/>
                <a:ea typeface="Arial Unicode MS" panose="020B0604020202020204" pitchFamily="34" charset="-120"/>
                <a:cs typeface="Arial Unicode MS" panose="020B0604020202020204" pitchFamily="34" charset="-120"/>
              </a:rPr>
              <a:t>-bit string where </a:t>
            </a:r>
            <a:r>
              <a:rPr lang="en-US" altLang="en-US" sz="2400" b="0" i="1" dirty="0">
                <a:latin typeface="+mn-lt"/>
                <a:ea typeface="Arial Unicode MS" panose="020B0604020202020204" pitchFamily="34" charset="-120"/>
                <a:cs typeface="Arial Unicode MS" panose="020B0604020202020204" pitchFamily="34" charset="-120"/>
              </a:rPr>
              <a:t>n</a:t>
            </a:r>
            <a:r>
              <a:rPr lang="en-US" altLang="en-US" sz="2400" b="0" dirty="0">
                <a:latin typeface="+mn-lt"/>
                <a:ea typeface="Arial Unicode MS" panose="020B0604020202020204" pitchFamily="34" charset="-120"/>
                <a:cs typeface="Arial Unicode MS" panose="020B0604020202020204" pitchFamily="34" charset="-120"/>
              </a:rPr>
              <a:t> is normally greater than </a:t>
            </a:r>
            <a:r>
              <a:rPr lang="en-US" altLang="en-US" sz="2400" b="0" i="1" dirty="0">
                <a:latin typeface="+mn-lt"/>
                <a:ea typeface="Arial Unicode MS" panose="020B0604020202020204" pitchFamily="34" charset="-120"/>
                <a:cs typeface="Arial Unicode MS" panose="020B0604020202020204" pitchFamily="34" charset="-120"/>
              </a:rPr>
              <a:t>m</a:t>
            </a:r>
            <a:r>
              <a:rPr lang="en-US" altLang="en-US" sz="2400" b="0" dirty="0">
                <a:latin typeface="+mn-lt"/>
                <a:ea typeface="Arial Unicode MS" panose="020B0604020202020204" pitchFamily="34" charset="-120"/>
                <a:cs typeface="Arial Unicode MS" panose="020B0604020202020204" pitchFamily="34" charset="-120"/>
              </a:rPr>
              <a:t>. </a:t>
            </a:r>
          </a:p>
          <a:p>
            <a:pPr marL="342900" indent="-342900" algn="just">
              <a:spcBef>
                <a:spcPts val="600"/>
              </a:spcBef>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The scheme is referred to as an iterated cryptographic hash function.</a:t>
            </a:r>
          </a:p>
        </p:txBody>
      </p:sp>
    </p:spTree>
    <p:extLst>
      <p:ext uri="{BB962C8B-B14F-4D97-AF65-F5344CB8AC3E}">
        <p14:creationId xmlns:p14="http://schemas.microsoft.com/office/powerpoint/2010/main" val="14839877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BD8885E5-EC5B-6648-9B48-48DC680A3495}"/>
              </a:ext>
            </a:extLst>
          </p:cNvPr>
          <p:cNvSpPr>
            <a:spLocks noGrp="1"/>
          </p:cNvSpPr>
          <p:nvPr>
            <p:ph type="sldNum" sz="quarter" idx="12"/>
          </p:nvPr>
        </p:nvSpPr>
        <p:spPr/>
        <p:txBody>
          <a:bodyPr/>
          <a:lstStyle/>
          <a:p>
            <a:fld id="{C8DD4527-E66D-4764-91A6-DF278F55978B}" type="slidenum">
              <a:rPr lang="en-GB" smtClean="0"/>
              <a:t>19</a:t>
            </a:fld>
            <a:endParaRPr lang="en-GB"/>
          </a:p>
        </p:txBody>
      </p:sp>
      <p:pic>
        <p:nvPicPr>
          <p:cNvPr id="5" name="圖片 4">
            <a:extLst>
              <a:ext uri="{FF2B5EF4-FFF2-40B4-BE49-F238E27FC236}">
                <a16:creationId xmlns:a16="http://schemas.microsoft.com/office/drawing/2014/main" id="{5971CB7C-DED2-9835-0A1F-023DE742399F}"/>
              </a:ext>
            </a:extLst>
          </p:cNvPr>
          <p:cNvPicPr>
            <a:picLocks noChangeAspect="1"/>
          </p:cNvPicPr>
          <p:nvPr/>
        </p:nvPicPr>
        <p:blipFill>
          <a:blip r:embed="rId3"/>
          <a:stretch>
            <a:fillRect/>
          </a:stretch>
        </p:blipFill>
        <p:spPr>
          <a:xfrm>
            <a:off x="1371600" y="2834733"/>
            <a:ext cx="8954750" cy="3886742"/>
          </a:xfrm>
          <a:prstGeom prst="rect">
            <a:avLst/>
          </a:prstGeom>
        </p:spPr>
      </p:pic>
      <p:sp>
        <p:nvSpPr>
          <p:cNvPr id="6" name="Rectangle 3">
            <a:extLst>
              <a:ext uri="{FF2B5EF4-FFF2-40B4-BE49-F238E27FC236}">
                <a16:creationId xmlns:a16="http://schemas.microsoft.com/office/drawing/2014/main" id="{6EB20B1B-6D30-B999-BB4B-6870D619E13A}"/>
              </a:ext>
            </a:extLst>
          </p:cNvPr>
          <p:cNvSpPr>
            <a:spLocks noChangeArrowheads="1"/>
          </p:cNvSpPr>
          <p:nvPr/>
        </p:nvSpPr>
        <p:spPr bwMode="auto">
          <a:xfrm>
            <a:off x="705924" y="964178"/>
            <a:ext cx="10817482" cy="156966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lgn="just">
              <a:buFont typeface="Arial" panose="020B0604020202020204" pitchFamily="34" charset="0"/>
              <a:buChar char="•"/>
            </a:pPr>
            <a:r>
              <a:rPr lang="en-US" altLang="en-US" sz="2400" b="0" dirty="0">
                <a:latin typeface="+mn-lt"/>
                <a:cs typeface="Arial" panose="020B0604020202020204" pitchFamily="34" charset="0"/>
              </a:rPr>
              <a:t>To check the integrity of a message, we run the cryptographic hash function again and compare the new message digest with the previous one. If both are the same, we are sure that the original message has not been changed. </a:t>
            </a:r>
          </a:p>
          <a:p>
            <a:pPr marL="342900" indent="-342900" algn="just">
              <a:buFont typeface="Arial" panose="020B0604020202020204" pitchFamily="34" charset="0"/>
              <a:buChar char="•"/>
            </a:pPr>
            <a:r>
              <a:rPr lang="en-US" altLang="en-US" sz="2400" b="0" dirty="0">
                <a:latin typeface="+mn-lt"/>
                <a:cs typeface="Arial" panose="020B0604020202020204" pitchFamily="34" charset="0"/>
              </a:rPr>
              <a:t>Figure 17.9 shows the idea.</a:t>
            </a:r>
          </a:p>
        </p:txBody>
      </p:sp>
      <p:sp>
        <p:nvSpPr>
          <p:cNvPr id="7" name="Text Box 2">
            <a:extLst>
              <a:ext uri="{FF2B5EF4-FFF2-40B4-BE49-F238E27FC236}">
                <a16:creationId xmlns:a16="http://schemas.microsoft.com/office/drawing/2014/main" id="{503B6AC5-E3A3-FFB1-7BF1-2936143CC2BA}"/>
              </a:ext>
            </a:extLst>
          </p:cNvPr>
          <p:cNvSpPr txBox="1">
            <a:spLocks noChangeArrowheads="1"/>
          </p:cNvSpPr>
          <p:nvPr/>
        </p:nvSpPr>
        <p:spPr bwMode="auto">
          <a:xfrm>
            <a:off x="668594" y="445065"/>
            <a:ext cx="7086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800" dirty="0">
                <a:solidFill>
                  <a:srgbClr val="0070C0"/>
                </a:solidFill>
                <a:latin typeface="+mn-lt"/>
                <a:cs typeface="Arial" panose="020B0604020202020204" pitchFamily="34" charset="0"/>
              </a:rPr>
              <a:t>Checking integrity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6715CA6-4A52-AE49-DB98-5B8D7A8E640E}"/>
              </a:ext>
            </a:extLst>
          </p:cNvPr>
          <p:cNvPicPr>
            <a:picLocks noChangeAspect="1"/>
          </p:cNvPicPr>
          <p:nvPr/>
        </p:nvPicPr>
        <p:blipFill>
          <a:blip r:embed="rId3"/>
          <a:stretch>
            <a:fillRect/>
          </a:stretch>
        </p:blipFill>
        <p:spPr>
          <a:xfrm>
            <a:off x="1397792" y="2138468"/>
            <a:ext cx="9396416" cy="4719532"/>
          </a:xfrm>
          <a:prstGeom prst="rect">
            <a:avLst/>
          </a:prstGeom>
        </p:spPr>
      </p:pic>
      <p:sp>
        <p:nvSpPr>
          <p:cNvPr id="2" name="投影片編號版面配置區 1">
            <a:extLst>
              <a:ext uri="{FF2B5EF4-FFF2-40B4-BE49-F238E27FC236}">
                <a16:creationId xmlns:a16="http://schemas.microsoft.com/office/drawing/2014/main" id="{51BCEF95-C413-B30B-8703-039D35FDDA7D}"/>
              </a:ext>
            </a:extLst>
          </p:cNvPr>
          <p:cNvSpPr>
            <a:spLocks noGrp="1"/>
          </p:cNvSpPr>
          <p:nvPr>
            <p:ph type="sldNum" sz="quarter" idx="12"/>
          </p:nvPr>
        </p:nvSpPr>
        <p:spPr/>
        <p:txBody>
          <a:bodyPr/>
          <a:lstStyle/>
          <a:p>
            <a:fld id="{C8DD4527-E66D-4764-91A6-DF278F55978B}" type="slidenum">
              <a:rPr lang="en-GB" smtClean="0"/>
              <a:t>20</a:t>
            </a:fld>
            <a:endParaRPr lang="en-GB"/>
          </a:p>
        </p:txBody>
      </p:sp>
      <p:sp>
        <p:nvSpPr>
          <p:cNvPr id="3" name="Rectangle 3">
            <a:extLst>
              <a:ext uri="{FF2B5EF4-FFF2-40B4-BE49-F238E27FC236}">
                <a16:creationId xmlns:a16="http://schemas.microsoft.com/office/drawing/2014/main" id="{CBDE8FB8-DED9-2E96-65DF-DF3F5C90EC58}"/>
              </a:ext>
            </a:extLst>
          </p:cNvPr>
          <p:cNvSpPr>
            <a:spLocks noChangeArrowheads="1"/>
          </p:cNvSpPr>
          <p:nvPr/>
        </p:nvSpPr>
        <p:spPr bwMode="auto">
          <a:xfrm>
            <a:off x="327537" y="976611"/>
            <a:ext cx="11536926" cy="23237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lgn="just">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A digest can be used to check the integrity of a message. </a:t>
            </a:r>
          </a:p>
          <a:p>
            <a:pPr marL="342900" indent="-342900" algn="just">
              <a:spcBef>
                <a:spcPts val="600"/>
              </a:spcBef>
              <a:buFont typeface="Arial" panose="020B0604020202020204" pitchFamily="34" charset="0"/>
              <a:buChar char="•"/>
            </a:pPr>
            <a:r>
              <a:rPr lang="en-US" altLang="en-US" sz="2400" dirty="0">
                <a:latin typeface="+mn-lt"/>
                <a:ea typeface="Arial Unicode MS" panose="020B0604020202020204" pitchFamily="34" charset="-120"/>
                <a:cs typeface="Arial Unicode MS" panose="020B0604020202020204" pitchFamily="34" charset="-120"/>
              </a:rPr>
              <a:t>To ensure the integrity of the message and the data origin authentication</a:t>
            </a:r>
            <a:r>
              <a:rPr lang="en-US" altLang="en-US" sz="2400" b="0" dirty="0">
                <a:latin typeface="+mn-lt"/>
                <a:ea typeface="Arial Unicode MS" panose="020B0604020202020204" pitchFamily="34" charset="-120"/>
                <a:cs typeface="Arial Unicode MS" panose="020B0604020202020204" pitchFamily="34" charset="-120"/>
              </a:rPr>
              <a:t>—that Alice is the originator of the message, not somebody else—we need to include a secret shared by Alice and Bob (that Eve does not possess) in the process; we need to create a </a:t>
            </a:r>
            <a:r>
              <a:rPr lang="en-US" altLang="en-US" sz="2400" dirty="0">
                <a:latin typeface="+mn-lt"/>
                <a:ea typeface="Arial Unicode MS" panose="020B0604020202020204" pitchFamily="34" charset="-120"/>
                <a:cs typeface="Arial Unicode MS" panose="020B0604020202020204" pitchFamily="34" charset="-120"/>
              </a:rPr>
              <a:t>message authentication code (MAC)</a:t>
            </a:r>
            <a:r>
              <a:rPr lang="en-US" altLang="en-US" sz="2400" b="0" dirty="0">
                <a:latin typeface="+mn-lt"/>
                <a:ea typeface="Arial Unicode MS" panose="020B0604020202020204" pitchFamily="34" charset="-120"/>
                <a:cs typeface="Arial Unicode MS" panose="020B0604020202020204" pitchFamily="34" charset="-120"/>
              </a:rPr>
              <a:t>. </a:t>
            </a:r>
          </a:p>
          <a:p>
            <a:pPr marL="342900" indent="-342900" algn="just">
              <a:buFont typeface="Arial" panose="020B0604020202020204" pitchFamily="34" charset="0"/>
              <a:buChar char="•"/>
            </a:pPr>
            <a:endParaRPr lang="en-US" altLang="en-US" sz="2000" b="0" dirty="0">
              <a:latin typeface="Arial Unicode MS" panose="020B0604020202020204" pitchFamily="34" charset="-120"/>
              <a:ea typeface="Arial Unicode MS" panose="020B0604020202020204" pitchFamily="34" charset="-120"/>
              <a:cs typeface="Arial Unicode MS" panose="020B0604020202020204" pitchFamily="34" charset="-120"/>
            </a:endParaRPr>
          </a:p>
        </p:txBody>
      </p:sp>
      <p:sp>
        <p:nvSpPr>
          <p:cNvPr id="5" name="Text Box 2">
            <a:extLst>
              <a:ext uri="{FF2B5EF4-FFF2-40B4-BE49-F238E27FC236}">
                <a16:creationId xmlns:a16="http://schemas.microsoft.com/office/drawing/2014/main" id="{5091C2E6-0226-5BFD-A1D4-29ACD9B13D66}"/>
              </a:ext>
            </a:extLst>
          </p:cNvPr>
          <p:cNvSpPr txBox="1">
            <a:spLocks noChangeArrowheads="1"/>
          </p:cNvSpPr>
          <p:nvPr/>
        </p:nvSpPr>
        <p:spPr bwMode="auto">
          <a:xfrm>
            <a:off x="327537" y="348396"/>
            <a:ext cx="7086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800" dirty="0">
                <a:solidFill>
                  <a:srgbClr val="0070C0"/>
                </a:solidFill>
                <a:latin typeface="+mn-lt"/>
                <a:cs typeface="Arial" panose="020B0604020202020204" pitchFamily="34" charset="0"/>
              </a:rPr>
              <a:t>17.4.2  Message authentication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E9D9C400-77BF-DDC6-46BF-E185830EB1E4}"/>
              </a:ext>
            </a:extLst>
          </p:cNvPr>
          <p:cNvSpPr>
            <a:spLocks noGrp="1"/>
          </p:cNvSpPr>
          <p:nvPr>
            <p:ph type="sldNum" sz="quarter" idx="12"/>
          </p:nvPr>
        </p:nvSpPr>
        <p:spPr/>
        <p:txBody>
          <a:bodyPr/>
          <a:lstStyle/>
          <a:p>
            <a:fld id="{C8DD4527-E66D-4764-91A6-DF278F55978B}" type="slidenum">
              <a:rPr lang="en-GB" smtClean="0"/>
              <a:t>21</a:t>
            </a:fld>
            <a:endParaRPr lang="en-GB"/>
          </a:p>
        </p:txBody>
      </p:sp>
      <p:sp>
        <p:nvSpPr>
          <p:cNvPr id="3" name="Text Box 2">
            <a:extLst>
              <a:ext uri="{FF2B5EF4-FFF2-40B4-BE49-F238E27FC236}">
                <a16:creationId xmlns:a16="http://schemas.microsoft.com/office/drawing/2014/main" id="{2039672A-67C6-51EB-0C61-46330A85EE09}"/>
              </a:ext>
            </a:extLst>
          </p:cNvPr>
          <p:cNvSpPr txBox="1">
            <a:spLocks noChangeArrowheads="1"/>
          </p:cNvSpPr>
          <p:nvPr/>
        </p:nvSpPr>
        <p:spPr bwMode="auto">
          <a:xfrm>
            <a:off x="690234" y="472877"/>
            <a:ext cx="7086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800" dirty="0">
                <a:solidFill>
                  <a:srgbClr val="0070C0"/>
                </a:solidFill>
                <a:latin typeface="+mn-lt"/>
                <a:cs typeface="Arial" panose="020B0604020202020204" pitchFamily="34" charset="0"/>
              </a:rPr>
              <a:t>Message authentication code (MAC)</a:t>
            </a:r>
          </a:p>
        </p:txBody>
      </p:sp>
      <p:sp>
        <p:nvSpPr>
          <p:cNvPr id="5" name="Rectangle 3">
            <a:extLst>
              <a:ext uri="{FF2B5EF4-FFF2-40B4-BE49-F238E27FC236}">
                <a16:creationId xmlns:a16="http://schemas.microsoft.com/office/drawing/2014/main" id="{0D5E2508-4466-064B-AEE7-0D1E28CBA96E}"/>
              </a:ext>
            </a:extLst>
          </p:cNvPr>
          <p:cNvSpPr>
            <a:spLocks noChangeArrowheads="1"/>
          </p:cNvSpPr>
          <p:nvPr/>
        </p:nvSpPr>
        <p:spPr bwMode="auto">
          <a:xfrm>
            <a:off x="694403" y="1266012"/>
            <a:ext cx="10803194" cy="490903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lgn="just">
              <a:buFont typeface="Arial" panose="020B0604020202020204" pitchFamily="34" charset="0"/>
              <a:buChar char="•"/>
            </a:pPr>
            <a:r>
              <a:rPr lang="en-US" altLang="en-US" sz="2400" b="0" dirty="0">
                <a:latin typeface="Arial Unicode MS" panose="020B0604020202020204" pitchFamily="34" charset="-120"/>
                <a:ea typeface="Arial Unicode MS" panose="020B0604020202020204" pitchFamily="34" charset="-120"/>
                <a:cs typeface="Arial Unicode MS" panose="020B0604020202020204" pitchFamily="34" charset="-120"/>
              </a:rPr>
              <a:t>Alice uses a hash function to create a </a:t>
            </a:r>
            <a:r>
              <a:rPr lang="en-US" altLang="en-US" sz="2400" dirty="0">
                <a:latin typeface="Arial Unicode MS" panose="020B0604020202020204" pitchFamily="34" charset="-120"/>
                <a:ea typeface="Arial Unicode MS" panose="020B0604020202020204" pitchFamily="34" charset="-120"/>
                <a:cs typeface="Arial Unicode MS" panose="020B0604020202020204" pitchFamily="34" charset="-120"/>
              </a:rPr>
              <a:t>MAC</a:t>
            </a:r>
            <a:r>
              <a:rPr lang="en-US" altLang="en-US" sz="2400" b="0" dirty="0">
                <a:latin typeface="Arial Unicode MS" panose="020B0604020202020204" pitchFamily="34" charset="-120"/>
                <a:ea typeface="Arial Unicode MS" panose="020B0604020202020204" pitchFamily="34" charset="-120"/>
                <a:cs typeface="Arial Unicode MS" panose="020B0604020202020204" pitchFamily="34" charset="-120"/>
              </a:rPr>
              <a:t> from the concatenation of the key and the message, </a:t>
            </a:r>
            <a:r>
              <a:rPr lang="en-US" altLang="en-US" sz="2400" i="1" dirty="0">
                <a:latin typeface="Arial Unicode MS" panose="020B0604020202020204" pitchFamily="34" charset="-120"/>
                <a:ea typeface="Arial Unicode MS" panose="020B0604020202020204" pitchFamily="34" charset="-120"/>
                <a:cs typeface="Arial Unicode MS" panose="020B0604020202020204" pitchFamily="34" charset="-120"/>
              </a:rPr>
              <a:t>h</a:t>
            </a:r>
            <a:r>
              <a:rPr lang="en-US" altLang="en-US" sz="2400" dirty="0">
                <a:latin typeface="Arial Unicode MS" panose="020B0604020202020204" pitchFamily="34" charset="-120"/>
                <a:ea typeface="Arial Unicode MS" panose="020B0604020202020204" pitchFamily="34" charset="-120"/>
                <a:cs typeface="Arial Unicode MS" panose="020B0604020202020204" pitchFamily="34" charset="-120"/>
              </a:rPr>
              <a:t>(</a:t>
            </a:r>
            <a:r>
              <a:rPr lang="en-US" altLang="en-US" sz="2400" i="1" dirty="0">
                <a:latin typeface="Arial Unicode MS" panose="020B0604020202020204" pitchFamily="34" charset="-120"/>
                <a:ea typeface="Arial Unicode MS" panose="020B0604020202020204" pitchFamily="34" charset="-120"/>
                <a:cs typeface="Arial Unicode MS" panose="020B0604020202020204" pitchFamily="34" charset="-120"/>
              </a:rPr>
              <a:t>K</a:t>
            </a:r>
            <a:r>
              <a:rPr lang="en-US" altLang="en-US" sz="2400" dirty="0">
                <a:latin typeface="Arial Unicode MS" panose="020B0604020202020204" pitchFamily="34" charset="-120"/>
                <a:ea typeface="Arial Unicode MS" panose="020B0604020202020204" pitchFamily="34" charset="-120"/>
                <a:cs typeface="Arial Unicode MS" panose="020B0604020202020204" pitchFamily="34" charset="-120"/>
              </a:rPr>
              <a:t> + </a:t>
            </a:r>
            <a:r>
              <a:rPr lang="en-US" altLang="en-US" sz="2400" i="1" dirty="0">
                <a:latin typeface="Arial Unicode MS" panose="020B0604020202020204" pitchFamily="34" charset="-120"/>
                <a:ea typeface="Arial Unicode MS" panose="020B0604020202020204" pitchFamily="34" charset="-120"/>
                <a:cs typeface="Arial Unicode MS" panose="020B0604020202020204" pitchFamily="34" charset="-120"/>
              </a:rPr>
              <a:t>M</a:t>
            </a:r>
            <a:r>
              <a:rPr lang="en-US" altLang="en-US" sz="2400" dirty="0">
                <a:latin typeface="Arial Unicode MS" panose="020B0604020202020204" pitchFamily="34" charset="-120"/>
                <a:ea typeface="Arial Unicode MS" panose="020B0604020202020204" pitchFamily="34" charset="-120"/>
                <a:cs typeface="Arial Unicode MS" panose="020B0604020202020204" pitchFamily="34" charset="-120"/>
              </a:rPr>
              <a:t>)</a:t>
            </a:r>
            <a:r>
              <a:rPr lang="en-US" altLang="en-US" sz="2400" b="0" dirty="0">
                <a:latin typeface="Arial Unicode MS" panose="020B0604020202020204" pitchFamily="34" charset="-120"/>
                <a:ea typeface="Arial Unicode MS" panose="020B0604020202020204" pitchFamily="34" charset="-120"/>
                <a:cs typeface="Arial Unicode MS" panose="020B0604020202020204" pitchFamily="34" charset="-120"/>
              </a:rPr>
              <a:t>. </a:t>
            </a:r>
          </a:p>
          <a:p>
            <a:pPr marL="342900" indent="-342900" algn="just">
              <a:spcBef>
                <a:spcPts val="600"/>
              </a:spcBef>
              <a:buFont typeface="Arial" panose="020B0604020202020204" pitchFamily="34" charset="0"/>
              <a:buChar char="•"/>
            </a:pPr>
            <a:r>
              <a:rPr lang="en-US" altLang="en-US" sz="2400" b="0" dirty="0">
                <a:latin typeface="Arial Unicode MS" panose="020B0604020202020204" pitchFamily="34" charset="-120"/>
                <a:ea typeface="Arial Unicode MS" panose="020B0604020202020204" pitchFamily="34" charset="-120"/>
                <a:cs typeface="Arial Unicode MS" panose="020B0604020202020204" pitchFamily="34" charset="-120"/>
              </a:rPr>
              <a:t>She sends the message and the MAC to Bob over the insecure channel.  </a:t>
            </a:r>
          </a:p>
          <a:p>
            <a:pPr marL="342900" indent="-342900" algn="just">
              <a:spcBef>
                <a:spcPts val="600"/>
              </a:spcBef>
              <a:buFont typeface="Arial" panose="020B0604020202020204" pitchFamily="34" charset="0"/>
              <a:buChar char="•"/>
            </a:pPr>
            <a:r>
              <a:rPr lang="en-US" altLang="en-US" sz="2400" b="0" dirty="0">
                <a:latin typeface="Arial Unicode MS" panose="020B0604020202020204" pitchFamily="34" charset="-120"/>
                <a:ea typeface="Arial Unicode MS" panose="020B0604020202020204" pitchFamily="34" charset="-120"/>
                <a:cs typeface="Arial Unicode MS" panose="020B0604020202020204" pitchFamily="34" charset="-120"/>
              </a:rPr>
              <a:t>Bob separates the message from the MAC. He then makes a new MAC from the concatenation of the message and the secret key. </a:t>
            </a:r>
          </a:p>
          <a:p>
            <a:pPr marL="342900" indent="-342900" algn="just">
              <a:spcBef>
                <a:spcPts val="600"/>
              </a:spcBef>
              <a:buFont typeface="Arial" panose="020B0604020202020204" pitchFamily="34" charset="0"/>
              <a:buChar char="•"/>
            </a:pPr>
            <a:r>
              <a:rPr lang="en-US" altLang="en-US" sz="2400" b="0" dirty="0">
                <a:latin typeface="Arial Unicode MS" panose="020B0604020202020204" pitchFamily="34" charset="-120"/>
                <a:ea typeface="Arial Unicode MS" panose="020B0604020202020204" pitchFamily="34" charset="-120"/>
                <a:cs typeface="Arial Unicode MS" panose="020B0604020202020204" pitchFamily="34" charset="-120"/>
              </a:rPr>
              <a:t>Bob then compares the newly created MAC with the one received. If the two MACs match, the message is authentic and has not been modified by an adversary.</a:t>
            </a:r>
          </a:p>
          <a:p>
            <a:pPr marL="342900" indent="-342900" algn="just">
              <a:spcBef>
                <a:spcPts val="600"/>
              </a:spcBef>
              <a:buFont typeface="Arial" panose="020B0604020202020204" pitchFamily="34" charset="0"/>
              <a:buChar char="•"/>
            </a:pPr>
            <a:endParaRPr lang="en-US" altLang="en-US" sz="2400" b="0" dirty="0">
              <a:latin typeface="Arial Unicode MS" panose="020B0604020202020204" pitchFamily="34" charset="-120"/>
              <a:ea typeface="Arial Unicode MS" panose="020B0604020202020204" pitchFamily="34" charset="-120"/>
              <a:cs typeface="Arial Unicode MS" panose="020B0604020202020204" pitchFamily="34" charset="-120"/>
            </a:endParaRPr>
          </a:p>
          <a:p>
            <a:pPr algn="just">
              <a:spcBef>
                <a:spcPts val="600"/>
              </a:spcBef>
            </a:pPr>
            <a:r>
              <a:rPr lang="en-US" altLang="en-US" sz="2400" dirty="0">
                <a:latin typeface="Arial Unicode MS" panose="020B0604020202020204" pitchFamily="34" charset="-120"/>
                <a:ea typeface="Arial Unicode MS" panose="020B0604020202020204" pitchFamily="34" charset="-120"/>
                <a:cs typeface="Arial Unicode MS" panose="020B0604020202020204" pitchFamily="34" charset="-120"/>
              </a:rPr>
              <a:t>The National Institute of Standards and Technology (NIST) has issued a standard for a nested MAC that is often referred to as HMAC (hashed MAC).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A797CE-E2E5-165D-E867-70205ABE6B85}"/>
              </a:ext>
            </a:extLst>
          </p:cNvPr>
          <p:cNvPicPr>
            <a:picLocks noChangeAspect="1"/>
          </p:cNvPicPr>
          <p:nvPr/>
        </p:nvPicPr>
        <p:blipFill>
          <a:blip r:embed="rId2"/>
          <a:stretch>
            <a:fillRect/>
          </a:stretch>
        </p:blipFill>
        <p:spPr>
          <a:xfrm>
            <a:off x="1768749" y="4211530"/>
            <a:ext cx="8551479" cy="2635199"/>
          </a:xfrm>
          <a:prstGeom prst="rect">
            <a:avLst/>
          </a:prstGeom>
        </p:spPr>
      </p:pic>
      <p:sp>
        <p:nvSpPr>
          <p:cNvPr id="2" name="投影片編號版面配置區 1">
            <a:extLst>
              <a:ext uri="{FF2B5EF4-FFF2-40B4-BE49-F238E27FC236}">
                <a16:creationId xmlns:a16="http://schemas.microsoft.com/office/drawing/2014/main" id="{9C1D1C9A-DDAA-691E-FBE8-B210A8CF7773}"/>
              </a:ext>
            </a:extLst>
          </p:cNvPr>
          <p:cNvSpPr>
            <a:spLocks noGrp="1"/>
          </p:cNvSpPr>
          <p:nvPr>
            <p:ph type="sldNum" sz="quarter" idx="12"/>
          </p:nvPr>
        </p:nvSpPr>
        <p:spPr/>
        <p:txBody>
          <a:bodyPr/>
          <a:lstStyle/>
          <a:p>
            <a:fld id="{C8DD4527-E66D-4764-91A6-DF278F55978B}" type="slidenum">
              <a:rPr lang="en-GB" smtClean="0"/>
              <a:t>22</a:t>
            </a:fld>
            <a:endParaRPr lang="en-GB"/>
          </a:p>
        </p:txBody>
      </p:sp>
      <p:sp>
        <p:nvSpPr>
          <p:cNvPr id="4" name="Rectangle 3">
            <a:extLst>
              <a:ext uri="{FF2B5EF4-FFF2-40B4-BE49-F238E27FC236}">
                <a16:creationId xmlns:a16="http://schemas.microsoft.com/office/drawing/2014/main" id="{FF21C364-D947-D774-7C62-D946C0C9A28B}"/>
              </a:ext>
            </a:extLst>
          </p:cNvPr>
          <p:cNvSpPr>
            <a:spLocks noChangeArrowheads="1"/>
          </p:cNvSpPr>
          <p:nvPr/>
        </p:nvSpPr>
        <p:spPr bwMode="auto">
          <a:xfrm>
            <a:off x="635167" y="2762916"/>
            <a:ext cx="10818644" cy="193899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lgn="just">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The sender uses a signing algorithm to sign the message. The message and the signature are sent to the receiver.</a:t>
            </a:r>
          </a:p>
          <a:p>
            <a:pPr marL="342900" indent="-342900" algn="just">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The receiver receives the message and the signature and applies the verifying algorithm to the combination. If the result is true, the message is accepted; otherwise, it is rejected.</a:t>
            </a:r>
          </a:p>
        </p:txBody>
      </p:sp>
      <p:sp>
        <p:nvSpPr>
          <p:cNvPr id="6" name="Text Box 2">
            <a:extLst>
              <a:ext uri="{FF2B5EF4-FFF2-40B4-BE49-F238E27FC236}">
                <a16:creationId xmlns:a16="http://schemas.microsoft.com/office/drawing/2014/main" id="{D3305D38-1A23-8901-029E-931E74F11936}"/>
              </a:ext>
            </a:extLst>
          </p:cNvPr>
          <p:cNvSpPr txBox="1">
            <a:spLocks noChangeArrowheads="1"/>
          </p:cNvSpPr>
          <p:nvPr/>
        </p:nvSpPr>
        <p:spPr bwMode="auto">
          <a:xfrm>
            <a:off x="460788" y="2261555"/>
            <a:ext cx="147008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dirty="0">
                <a:solidFill>
                  <a:srgbClr val="0070C0"/>
                </a:solidFill>
                <a:latin typeface="+mn-lt"/>
                <a:cs typeface="Arial" panose="020B0604020202020204" pitchFamily="34" charset="0"/>
              </a:rPr>
              <a:t>Process</a:t>
            </a:r>
          </a:p>
        </p:txBody>
      </p:sp>
      <p:sp>
        <p:nvSpPr>
          <p:cNvPr id="8" name="Text Box 2">
            <a:extLst>
              <a:ext uri="{FF2B5EF4-FFF2-40B4-BE49-F238E27FC236}">
                <a16:creationId xmlns:a16="http://schemas.microsoft.com/office/drawing/2014/main" id="{3FC8A468-B23F-5746-4FAF-FD0434E2E897}"/>
              </a:ext>
            </a:extLst>
          </p:cNvPr>
          <p:cNvSpPr txBox="1">
            <a:spLocks noChangeArrowheads="1"/>
          </p:cNvSpPr>
          <p:nvPr/>
        </p:nvSpPr>
        <p:spPr bwMode="auto">
          <a:xfrm>
            <a:off x="460788" y="134032"/>
            <a:ext cx="707136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3600" b="0" dirty="0">
                <a:solidFill>
                  <a:schemeClr val="accent6"/>
                </a:solidFill>
                <a:latin typeface="Calibri" panose="020F0502020204030204" pitchFamily="34" charset="0"/>
              </a:rPr>
              <a:t>17.4.3 DIGITAL SIGNATURES</a:t>
            </a:r>
          </a:p>
        </p:txBody>
      </p:sp>
      <p:sp>
        <p:nvSpPr>
          <p:cNvPr id="9" name="Rectangle 3">
            <a:extLst>
              <a:ext uri="{FF2B5EF4-FFF2-40B4-BE49-F238E27FC236}">
                <a16:creationId xmlns:a16="http://schemas.microsoft.com/office/drawing/2014/main" id="{1BBA3CB8-9A6B-F6D2-24DE-B582F395AB73}"/>
              </a:ext>
            </a:extLst>
          </p:cNvPr>
          <p:cNvSpPr>
            <a:spLocks noChangeArrowheads="1"/>
          </p:cNvSpPr>
          <p:nvPr/>
        </p:nvSpPr>
        <p:spPr bwMode="auto">
          <a:xfrm>
            <a:off x="586665" y="689638"/>
            <a:ext cx="11018669" cy="156966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457200" indent="-457200" algn="just">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Another way to provide message integrity and message authentication (and some more security services, as we will see shortly) is a digital signature. </a:t>
            </a:r>
          </a:p>
          <a:p>
            <a:pPr marL="457200" indent="-457200" algn="just">
              <a:buFont typeface="Arial" panose="020B0604020202020204" pitchFamily="34" charset="0"/>
              <a:buChar char="•"/>
            </a:pPr>
            <a:r>
              <a:rPr lang="en-US" altLang="en-US" sz="2400" dirty="0">
                <a:latin typeface="+mn-lt"/>
                <a:ea typeface="Arial Unicode MS" panose="020B0604020202020204" pitchFamily="34" charset="-120"/>
                <a:cs typeface="Arial Unicode MS" panose="020B0604020202020204" pitchFamily="34" charset="-120"/>
              </a:rPr>
              <a:t>A MAC uses a secret key to protect the digest.</a:t>
            </a:r>
          </a:p>
          <a:p>
            <a:pPr marL="457200" indent="-457200" algn="just">
              <a:buFont typeface="Arial" panose="020B0604020202020204" pitchFamily="34" charset="0"/>
              <a:buChar char="•"/>
            </a:pPr>
            <a:r>
              <a:rPr lang="en-US" altLang="en-US" sz="2400" dirty="0">
                <a:latin typeface="+mn-lt"/>
                <a:ea typeface="Arial Unicode MS" panose="020B0604020202020204" pitchFamily="34" charset="-120"/>
                <a:cs typeface="Arial Unicode MS" panose="020B0604020202020204" pitchFamily="34" charset="-120"/>
              </a:rPr>
              <a:t>A digital signature uses a pair of private–public keys.</a:t>
            </a:r>
          </a:p>
        </p:txBody>
      </p:sp>
    </p:spTree>
    <p:extLst>
      <p:ext uri="{BB962C8B-B14F-4D97-AF65-F5344CB8AC3E}">
        <p14:creationId xmlns:p14="http://schemas.microsoft.com/office/powerpoint/2010/main" val="1831561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42D3A25-3123-518B-4531-EAA27D739787}"/>
              </a:ext>
            </a:extLst>
          </p:cNvPr>
          <p:cNvPicPr>
            <a:picLocks noChangeAspect="1"/>
          </p:cNvPicPr>
          <p:nvPr/>
        </p:nvPicPr>
        <p:blipFill>
          <a:blip r:embed="rId2"/>
          <a:stretch>
            <a:fillRect/>
          </a:stretch>
        </p:blipFill>
        <p:spPr>
          <a:xfrm>
            <a:off x="620212" y="3444020"/>
            <a:ext cx="9481624" cy="3094892"/>
          </a:xfrm>
          <a:prstGeom prst="rect">
            <a:avLst/>
          </a:prstGeom>
        </p:spPr>
      </p:pic>
      <p:sp>
        <p:nvSpPr>
          <p:cNvPr id="2" name="投影片編號版面配置區 1">
            <a:extLst>
              <a:ext uri="{FF2B5EF4-FFF2-40B4-BE49-F238E27FC236}">
                <a16:creationId xmlns:a16="http://schemas.microsoft.com/office/drawing/2014/main" id="{C789A063-B9E9-D0EC-A771-5D4233659E8B}"/>
              </a:ext>
            </a:extLst>
          </p:cNvPr>
          <p:cNvSpPr>
            <a:spLocks noGrp="1"/>
          </p:cNvSpPr>
          <p:nvPr>
            <p:ph type="sldNum" sz="quarter" idx="12"/>
          </p:nvPr>
        </p:nvSpPr>
        <p:spPr/>
        <p:txBody>
          <a:bodyPr/>
          <a:lstStyle/>
          <a:p>
            <a:fld id="{C8DD4527-E66D-4764-91A6-DF278F55978B}" type="slidenum">
              <a:rPr lang="en-GB" smtClean="0"/>
              <a:t>23</a:t>
            </a:fld>
            <a:endParaRPr lang="en-GB"/>
          </a:p>
        </p:txBody>
      </p:sp>
      <p:sp>
        <p:nvSpPr>
          <p:cNvPr id="4" name="Rectangle 3">
            <a:extLst>
              <a:ext uri="{FF2B5EF4-FFF2-40B4-BE49-F238E27FC236}">
                <a16:creationId xmlns:a16="http://schemas.microsoft.com/office/drawing/2014/main" id="{972DF683-35EA-2593-FF46-624A19019515}"/>
              </a:ext>
            </a:extLst>
          </p:cNvPr>
          <p:cNvSpPr>
            <a:spLocks noChangeArrowheads="1"/>
          </p:cNvSpPr>
          <p:nvPr/>
        </p:nvSpPr>
        <p:spPr bwMode="auto">
          <a:xfrm>
            <a:off x="620212" y="1051754"/>
            <a:ext cx="10613923" cy="193899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lgn="just">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In a digital signature system, the messages are normally long, but we have to use asymmetric-key schemes. The solution is to sign a digest of the message, which is much shorter than the message. A carefully selected message digest has a one-to-one relationship with the message. The sender can sign the message digest and the receiver can verify the message digest. The effect is the same. </a:t>
            </a:r>
          </a:p>
        </p:txBody>
      </p:sp>
      <p:sp>
        <p:nvSpPr>
          <p:cNvPr id="6" name="Text Box 2">
            <a:extLst>
              <a:ext uri="{FF2B5EF4-FFF2-40B4-BE49-F238E27FC236}">
                <a16:creationId xmlns:a16="http://schemas.microsoft.com/office/drawing/2014/main" id="{BB2ED94F-5444-2588-1749-A29EBE1DDAA2}"/>
              </a:ext>
            </a:extLst>
          </p:cNvPr>
          <p:cNvSpPr txBox="1">
            <a:spLocks noChangeArrowheads="1"/>
          </p:cNvSpPr>
          <p:nvPr/>
        </p:nvSpPr>
        <p:spPr bwMode="auto">
          <a:xfrm>
            <a:off x="620212" y="308671"/>
            <a:ext cx="318125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dirty="0">
                <a:solidFill>
                  <a:srgbClr val="0070C0"/>
                </a:solidFill>
                <a:latin typeface="+mn-lt"/>
                <a:cs typeface="Arial" panose="020B0604020202020204" pitchFamily="34" charset="0"/>
              </a:rPr>
              <a:t>Signing the digest</a:t>
            </a:r>
          </a:p>
        </p:txBody>
      </p:sp>
    </p:spTree>
    <p:extLst>
      <p:ext uri="{BB962C8B-B14F-4D97-AF65-F5344CB8AC3E}">
        <p14:creationId xmlns:p14="http://schemas.microsoft.com/office/powerpoint/2010/main" val="6499745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B628901-D8C3-8F08-7278-403D9765C780}"/>
              </a:ext>
            </a:extLst>
          </p:cNvPr>
          <p:cNvPicPr>
            <a:picLocks noChangeAspect="1"/>
          </p:cNvPicPr>
          <p:nvPr/>
        </p:nvPicPr>
        <p:blipFill>
          <a:blip r:embed="rId2"/>
          <a:stretch>
            <a:fillRect/>
          </a:stretch>
        </p:blipFill>
        <p:spPr>
          <a:xfrm>
            <a:off x="928632" y="2898221"/>
            <a:ext cx="9144000" cy="3924886"/>
          </a:xfrm>
          <a:prstGeom prst="rect">
            <a:avLst/>
          </a:prstGeom>
        </p:spPr>
      </p:pic>
      <p:sp>
        <p:nvSpPr>
          <p:cNvPr id="2" name="投影片編號版面配置區 1">
            <a:extLst>
              <a:ext uri="{FF2B5EF4-FFF2-40B4-BE49-F238E27FC236}">
                <a16:creationId xmlns:a16="http://schemas.microsoft.com/office/drawing/2014/main" id="{722AAA18-1430-42C9-A394-B6933D29D419}"/>
              </a:ext>
            </a:extLst>
          </p:cNvPr>
          <p:cNvSpPr>
            <a:spLocks noGrp="1"/>
          </p:cNvSpPr>
          <p:nvPr>
            <p:ph type="sldNum" sz="quarter" idx="12"/>
          </p:nvPr>
        </p:nvSpPr>
        <p:spPr/>
        <p:txBody>
          <a:bodyPr/>
          <a:lstStyle/>
          <a:p>
            <a:fld id="{C8DD4527-E66D-4764-91A6-DF278F55978B}" type="slidenum">
              <a:rPr lang="en-GB" smtClean="0"/>
              <a:t>24</a:t>
            </a:fld>
            <a:endParaRPr lang="en-GB"/>
          </a:p>
        </p:txBody>
      </p:sp>
      <p:sp>
        <p:nvSpPr>
          <p:cNvPr id="4" name="Text Box 2">
            <a:extLst>
              <a:ext uri="{FF2B5EF4-FFF2-40B4-BE49-F238E27FC236}">
                <a16:creationId xmlns:a16="http://schemas.microsoft.com/office/drawing/2014/main" id="{5A719334-EE40-E5D6-14E0-957A5919DEE8}"/>
              </a:ext>
            </a:extLst>
          </p:cNvPr>
          <p:cNvSpPr txBox="1">
            <a:spLocks noChangeArrowheads="1"/>
          </p:cNvSpPr>
          <p:nvPr/>
        </p:nvSpPr>
        <p:spPr bwMode="auto">
          <a:xfrm>
            <a:off x="511277" y="285750"/>
            <a:ext cx="707136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4400" b="0" dirty="0">
                <a:solidFill>
                  <a:schemeClr val="accent6"/>
                </a:solidFill>
                <a:latin typeface="Calibri" panose="020F0502020204030204" pitchFamily="34" charset="0"/>
              </a:rPr>
              <a:t>SERVICES</a:t>
            </a:r>
          </a:p>
        </p:txBody>
      </p:sp>
      <p:sp>
        <p:nvSpPr>
          <p:cNvPr id="6" name="Rectangle 3">
            <a:extLst>
              <a:ext uri="{FF2B5EF4-FFF2-40B4-BE49-F238E27FC236}">
                <a16:creationId xmlns:a16="http://schemas.microsoft.com/office/drawing/2014/main" id="{F17ABA45-C3C1-3192-6B60-56E926513686}"/>
              </a:ext>
            </a:extLst>
          </p:cNvPr>
          <p:cNvSpPr>
            <a:spLocks noChangeArrowheads="1"/>
          </p:cNvSpPr>
          <p:nvPr/>
        </p:nvSpPr>
        <p:spPr bwMode="auto">
          <a:xfrm>
            <a:off x="511277" y="1191876"/>
            <a:ext cx="11061291" cy="156966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lgn="just">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We discussed several security services including message confidentiality, message authentication, message integrity, and non-repudiation. </a:t>
            </a:r>
          </a:p>
          <a:p>
            <a:pPr marL="342900" indent="-342900" algn="just">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A digital signature can directly provide the last three; for message confidentiality we still need encryption/decryption</a:t>
            </a:r>
            <a:r>
              <a:rPr lang="en-US" altLang="en-US" sz="2000" b="0" dirty="0">
                <a:latin typeface="Arial Unicode MS" panose="020B0604020202020204" pitchFamily="34" charset="-120"/>
                <a:ea typeface="Arial Unicode MS" panose="020B0604020202020204" pitchFamily="34" charset="-120"/>
                <a:cs typeface="Arial Unicode MS" panose="020B0604020202020204" pitchFamily="34" charset="-120"/>
              </a:rPr>
              <a:t>. </a:t>
            </a:r>
          </a:p>
        </p:txBody>
      </p:sp>
    </p:spTree>
    <p:extLst>
      <p:ext uri="{BB962C8B-B14F-4D97-AF65-F5344CB8AC3E}">
        <p14:creationId xmlns:p14="http://schemas.microsoft.com/office/powerpoint/2010/main" val="26790055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7BFC2653-0405-91DB-3F6F-EE0712F1BF1C}"/>
              </a:ext>
            </a:extLst>
          </p:cNvPr>
          <p:cNvSpPr>
            <a:spLocks noGrp="1"/>
          </p:cNvSpPr>
          <p:nvPr>
            <p:ph type="sldNum" sz="quarter" idx="12"/>
          </p:nvPr>
        </p:nvSpPr>
        <p:spPr/>
        <p:txBody>
          <a:bodyPr/>
          <a:lstStyle/>
          <a:p>
            <a:fld id="{C8DD4527-E66D-4764-91A6-DF278F55978B}" type="slidenum">
              <a:rPr lang="en-GB" smtClean="0"/>
              <a:t>25</a:t>
            </a:fld>
            <a:endParaRPr lang="en-GB"/>
          </a:p>
        </p:txBody>
      </p:sp>
      <p:sp>
        <p:nvSpPr>
          <p:cNvPr id="4" name="Text Box 2">
            <a:extLst>
              <a:ext uri="{FF2B5EF4-FFF2-40B4-BE49-F238E27FC236}">
                <a16:creationId xmlns:a16="http://schemas.microsoft.com/office/drawing/2014/main" id="{9FA20102-D12F-1EB0-ECE3-4739787D0A44}"/>
              </a:ext>
            </a:extLst>
          </p:cNvPr>
          <p:cNvSpPr txBox="1">
            <a:spLocks noChangeArrowheads="1"/>
          </p:cNvSpPr>
          <p:nvPr/>
        </p:nvSpPr>
        <p:spPr bwMode="auto">
          <a:xfrm>
            <a:off x="649709" y="400596"/>
            <a:ext cx="551830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3600" dirty="0">
                <a:solidFill>
                  <a:srgbClr val="0070C0"/>
                </a:solidFill>
                <a:latin typeface="+mn-lt"/>
                <a:cs typeface="Arial" panose="020B0604020202020204" pitchFamily="34" charset="0"/>
              </a:rPr>
              <a:t>17.4.4 Entity authentication</a:t>
            </a:r>
          </a:p>
        </p:txBody>
      </p:sp>
      <p:sp>
        <p:nvSpPr>
          <p:cNvPr id="5" name="Rectangle 3">
            <a:extLst>
              <a:ext uri="{FF2B5EF4-FFF2-40B4-BE49-F238E27FC236}">
                <a16:creationId xmlns:a16="http://schemas.microsoft.com/office/drawing/2014/main" id="{76CF7D3F-B58B-9F8C-3428-ED05CA3589FC}"/>
              </a:ext>
            </a:extLst>
          </p:cNvPr>
          <p:cNvSpPr>
            <a:spLocks noChangeArrowheads="1"/>
          </p:cNvSpPr>
          <p:nvPr/>
        </p:nvSpPr>
        <p:spPr bwMode="auto">
          <a:xfrm>
            <a:off x="649709" y="1106129"/>
            <a:ext cx="11103429" cy="193899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457200" indent="-457200" algn="just">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Entity authentication is a technique designed to let one party verify the identity of another party. </a:t>
            </a:r>
          </a:p>
          <a:p>
            <a:pPr marL="457200" indent="-457200" algn="just">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An entity can be a person, a process, a client, or a server. </a:t>
            </a:r>
          </a:p>
          <a:p>
            <a:pPr marL="457200" indent="-457200" algn="just">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The entity whose identity needs to be proven is called the </a:t>
            </a:r>
            <a:r>
              <a:rPr lang="en-US" altLang="en-US" sz="2400" dirty="0">
                <a:latin typeface="+mn-lt"/>
                <a:ea typeface="Arial Unicode MS" panose="020B0604020202020204" pitchFamily="34" charset="-120"/>
                <a:cs typeface="Arial Unicode MS" panose="020B0604020202020204" pitchFamily="34" charset="-120"/>
              </a:rPr>
              <a:t>claimant</a:t>
            </a:r>
            <a:r>
              <a:rPr lang="en-US" altLang="en-US" sz="2400" b="0" dirty="0">
                <a:latin typeface="+mn-lt"/>
                <a:ea typeface="Arial Unicode MS" panose="020B0604020202020204" pitchFamily="34" charset="-120"/>
                <a:cs typeface="Arial Unicode MS" panose="020B0604020202020204" pitchFamily="34" charset="-120"/>
              </a:rPr>
              <a:t>.</a:t>
            </a:r>
          </a:p>
          <a:p>
            <a:pPr marL="457200" indent="-457200" algn="just">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The party that tries to verify the identity of the claimant is called the </a:t>
            </a:r>
            <a:r>
              <a:rPr lang="en-US" altLang="en-US" sz="2400" dirty="0">
                <a:latin typeface="+mn-lt"/>
                <a:ea typeface="Arial Unicode MS" panose="020B0604020202020204" pitchFamily="34" charset="-120"/>
                <a:cs typeface="Arial Unicode MS" panose="020B0604020202020204" pitchFamily="34" charset="-120"/>
              </a:rPr>
              <a:t>verifier</a:t>
            </a:r>
            <a:r>
              <a:rPr lang="en-US" altLang="en-US" sz="2400" b="0" dirty="0">
                <a:latin typeface="+mn-lt"/>
                <a:ea typeface="Arial Unicode MS" panose="020B0604020202020204" pitchFamily="34" charset="-120"/>
                <a:cs typeface="Arial Unicode MS" panose="020B0604020202020204" pitchFamily="34" charset="-120"/>
              </a:rPr>
              <a:t>.</a:t>
            </a:r>
          </a:p>
        </p:txBody>
      </p:sp>
      <p:sp>
        <p:nvSpPr>
          <p:cNvPr id="7" name="文字方塊 6">
            <a:extLst>
              <a:ext uri="{FF2B5EF4-FFF2-40B4-BE49-F238E27FC236}">
                <a16:creationId xmlns:a16="http://schemas.microsoft.com/office/drawing/2014/main" id="{BE7F449C-8D87-52F3-B218-955056D6FBA5}"/>
              </a:ext>
            </a:extLst>
          </p:cNvPr>
          <p:cNvSpPr txBox="1"/>
          <p:nvPr/>
        </p:nvSpPr>
        <p:spPr>
          <a:xfrm>
            <a:off x="649709" y="3286232"/>
            <a:ext cx="6096000" cy="584775"/>
          </a:xfrm>
          <a:prstGeom prst="rect">
            <a:avLst/>
          </a:prstGeom>
          <a:noFill/>
        </p:spPr>
        <p:txBody>
          <a:bodyPr wrap="square">
            <a:spAutoFit/>
          </a:bodyPr>
          <a:lstStyle/>
          <a:p>
            <a:r>
              <a:rPr lang="en-US" altLang="en-US" sz="3200" dirty="0">
                <a:solidFill>
                  <a:srgbClr val="0070C0"/>
                </a:solidFill>
                <a:cs typeface="Arial" panose="020B0604020202020204" pitchFamily="34" charset="0"/>
              </a:rPr>
              <a:t>Verification categories</a:t>
            </a:r>
          </a:p>
        </p:txBody>
      </p:sp>
      <p:sp>
        <p:nvSpPr>
          <p:cNvPr id="8" name="Rectangle 3">
            <a:extLst>
              <a:ext uri="{FF2B5EF4-FFF2-40B4-BE49-F238E27FC236}">
                <a16:creationId xmlns:a16="http://schemas.microsoft.com/office/drawing/2014/main" id="{4DAB463A-4D9F-3CCA-E59C-7ED7B0473311}"/>
              </a:ext>
            </a:extLst>
          </p:cNvPr>
          <p:cNvSpPr>
            <a:spLocks noChangeArrowheads="1"/>
          </p:cNvSpPr>
          <p:nvPr/>
        </p:nvSpPr>
        <p:spPr bwMode="auto">
          <a:xfrm>
            <a:off x="643515" y="3972099"/>
            <a:ext cx="11049000" cy="230832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lgn="just">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In entity authentication, the claimant must identify him- or herself to the verifier. </a:t>
            </a:r>
          </a:p>
          <a:p>
            <a:pPr marL="342900" indent="-342900" algn="just">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This can be done with one of three kinds of witnesses: something known, something possessed, or something inherent.</a:t>
            </a:r>
          </a:p>
          <a:p>
            <a:pPr marL="1085850" lvl="1" indent="-342900" algn="just">
              <a:buFont typeface="Arial" panose="020B0604020202020204" pitchFamily="34" charset="0"/>
              <a:buChar char="•"/>
            </a:pPr>
            <a:r>
              <a:rPr lang="en-US" altLang="en-US" sz="2400" dirty="0">
                <a:latin typeface="+mn-lt"/>
                <a:cs typeface="Arial" panose="020B0604020202020204" pitchFamily="34" charset="0"/>
              </a:rPr>
              <a:t>Something known</a:t>
            </a:r>
          </a:p>
          <a:p>
            <a:pPr marL="1085850" lvl="1" indent="-342900" algn="just">
              <a:buFont typeface="Arial" panose="020B0604020202020204" pitchFamily="34" charset="0"/>
              <a:buChar char="•"/>
            </a:pPr>
            <a:r>
              <a:rPr lang="en-US" altLang="en-US" sz="2400" dirty="0">
                <a:latin typeface="+mn-lt"/>
                <a:cs typeface="Arial" panose="020B0604020202020204" pitchFamily="34" charset="0"/>
              </a:rPr>
              <a:t>Something possessed</a:t>
            </a:r>
          </a:p>
          <a:p>
            <a:pPr marL="1085850" lvl="1" indent="-342900" algn="just">
              <a:buFont typeface="Arial" panose="020B0604020202020204" pitchFamily="34" charset="0"/>
              <a:buChar char="•"/>
            </a:pPr>
            <a:r>
              <a:rPr lang="en-US" altLang="en-US" sz="2400" dirty="0">
                <a:latin typeface="+mn-lt"/>
                <a:cs typeface="Arial" panose="020B0604020202020204" pitchFamily="34" charset="0"/>
              </a:rPr>
              <a:t>Something inherent</a:t>
            </a:r>
          </a:p>
        </p:txBody>
      </p:sp>
    </p:spTree>
    <p:extLst>
      <p:ext uri="{BB962C8B-B14F-4D97-AF65-F5344CB8AC3E}">
        <p14:creationId xmlns:p14="http://schemas.microsoft.com/office/powerpoint/2010/main" val="26299235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8F30A2F5-ED3F-E965-3E83-7EB1C949330D}"/>
              </a:ext>
            </a:extLst>
          </p:cNvPr>
          <p:cNvSpPr>
            <a:spLocks noGrp="1"/>
          </p:cNvSpPr>
          <p:nvPr>
            <p:ph type="sldNum" sz="quarter" idx="12"/>
          </p:nvPr>
        </p:nvSpPr>
        <p:spPr/>
        <p:txBody>
          <a:bodyPr/>
          <a:lstStyle/>
          <a:p>
            <a:fld id="{C8DD4527-E66D-4764-91A6-DF278F55978B}" type="slidenum">
              <a:rPr lang="en-GB" smtClean="0"/>
              <a:t>26</a:t>
            </a:fld>
            <a:endParaRPr lang="en-GB"/>
          </a:p>
        </p:txBody>
      </p:sp>
      <p:sp>
        <p:nvSpPr>
          <p:cNvPr id="3" name="Text Box 2">
            <a:extLst>
              <a:ext uri="{FF2B5EF4-FFF2-40B4-BE49-F238E27FC236}">
                <a16:creationId xmlns:a16="http://schemas.microsoft.com/office/drawing/2014/main" id="{77CE8C6D-13C2-1A7E-BA9E-5E37CBDDC628}"/>
              </a:ext>
            </a:extLst>
          </p:cNvPr>
          <p:cNvSpPr txBox="1">
            <a:spLocks noChangeArrowheads="1"/>
          </p:cNvSpPr>
          <p:nvPr/>
        </p:nvSpPr>
        <p:spPr bwMode="auto">
          <a:xfrm>
            <a:off x="447367" y="356568"/>
            <a:ext cx="192289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b="0" dirty="0">
                <a:solidFill>
                  <a:srgbClr val="0070C0"/>
                </a:solidFill>
                <a:latin typeface="+mn-lt"/>
                <a:cs typeface="Arial" panose="020B0604020202020204" pitchFamily="34" charset="0"/>
              </a:rPr>
              <a:t>Passwords</a:t>
            </a:r>
          </a:p>
        </p:txBody>
      </p:sp>
      <p:sp>
        <p:nvSpPr>
          <p:cNvPr id="4" name="Rectangle 3">
            <a:extLst>
              <a:ext uri="{FF2B5EF4-FFF2-40B4-BE49-F238E27FC236}">
                <a16:creationId xmlns:a16="http://schemas.microsoft.com/office/drawing/2014/main" id="{446052F3-AB2B-F4D0-2C1F-D2216348B666}"/>
              </a:ext>
            </a:extLst>
          </p:cNvPr>
          <p:cNvSpPr>
            <a:spLocks noChangeArrowheads="1"/>
          </p:cNvSpPr>
          <p:nvPr/>
        </p:nvSpPr>
        <p:spPr bwMode="auto">
          <a:xfrm>
            <a:off x="499212" y="907087"/>
            <a:ext cx="11193575" cy="230832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lgn="just">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The simplest and oldest method of entity authentication is the use of a password, which is something that the claimant knows. </a:t>
            </a:r>
          </a:p>
          <a:p>
            <a:pPr marL="342900" indent="-342900" algn="just">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A password is used when a user needs to access a system’s resources (login). </a:t>
            </a:r>
          </a:p>
          <a:p>
            <a:pPr marL="342900" indent="-342900" algn="just">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Each user has a user identification that is public, and a password that is private. Passwords, however, are very prone to attack. </a:t>
            </a:r>
          </a:p>
          <a:p>
            <a:pPr marL="342900" indent="-342900" algn="just">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A password can be stolen, intercepted, guessed, and so on.</a:t>
            </a:r>
          </a:p>
        </p:txBody>
      </p:sp>
      <p:sp>
        <p:nvSpPr>
          <p:cNvPr id="5" name="Text Box 2">
            <a:extLst>
              <a:ext uri="{FF2B5EF4-FFF2-40B4-BE49-F238E27FC236}">
                <a16:creationId xmlns:a16="http://schemas.microsoft.com/office/drawing/2014/main" id="{F1C1B828-D224-1D4B-A7A7-5D81A042C86D}"/>
              </a:ext>
            </a:extLst>
          </p:cNvPr>
          <p:cNvSpPr txBox="1">
            <a:spLocks noChangeArrowheads="1"/>
          </p:cNvSpPr>
          <p:nvPr/>
        </p:nvSpPr>
        <p:spPr bwMode="auto">
          <a:xfrm>
            <a:off x="417181" y="3215411"/>
            <a:ext cx="362073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b="0" dirty="0">
                <a:solidFill>
                  <a:srgbClr val="0070C0"/>
                </a:solidFill>
                <a:latin typeface="+mn-lt"/>
                <a:cs typeface="Arial" panose="020B0604020202020204" pitchFamily="34" charset="0"/>
              </a:rPr>
              <a:t>Challenge-responses</a:t>
            </a:r>
          </a:p>
        </p:txBody>
      </p:sp>
      <p:sp>
        <p:nvSpPr>
          <p:cNvPr id="6" name="Rectangle 3">
            <a:extLst>
              <a:ext uri="{FF2B5EF4-FFF2-40B4-BE49-F238E27FC236}">
                <a16:creationId xmlns:a16="http://schemas.microsoft.com/office/drawing/2014/main" id="{BD4804C8-E0A5-E5E3-28F0-939AE1EA8AC5}"/>
              </a:ext>
            </a:extLst>
          </p:cNvPr>
          <p:cNvSpPr>
            <a:spLocks noChangeArrowheads="1"/>
          </p:cNvSpPr>
          <p:nvPr/>
        </p:nvSpPr>
        <p:spPr bwMode="auto">
          <a:xfrm>
            <a:off x="447367" y="3837941"/>
            <a:ext cx="11193575" cy="8302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lgn="just">
              <a:buFont typeface="Arial" panose="020B0604020202020204" pitchFamily="34" charset="0"/>
              <a:buChar char="•"/>
            </a:pPr>
            <a:r>
              <a:rPr lang="en-US" altLang="en-US" sz="2400" b="0" dirty="0">
                <a:latin typeface="Arial Unicode MS" panose="020B0604020202020204" pitchFamily="34" charset="-120"/>
                <a:ea typeface="Arial Unicode MS" panose="020B0604020202020204" pitchFamily="34" charset="-120"/>
                <a:cs typeface="Arial Unicode MS" panose="020B0604020202020204" pitchFamily="34" charset="-120"/>
              </a:rPr>
              <a:t>In challenge-response authentication, the claimant proves that she knows a secret without sending it to the verifier.</a:t>
            </a:r>
          </a:p>
        </p:txBody>
      </p:sp>
      <p:sp>
        <p:nvSpPr>
          <p:cNvPr id="7" name="Text Box 2">
            <a:extLst>
              <a:ext uri="{FF2B5EF4-FFF2-40B4-BE49-F238E27FC236}">
                <a16:creationId xmlns:a16="http://schemas.microsoft.com/office/drawing/2014/main" id="{98069608-78F2-4F7C-5236-B2447500C975}"/>
              </a:ext>
            </a:extLst>
          </p:cNvPr>
          <p:cNvSpPr txBox="1">
            <a:spLocks noChangeArrowheads="1"/>
          </p:cNvSpPr>
          <p:nvPr/>
        </p:nvSpPr>
        <p:spPr bwMode="auto">
          <a:xfrm>
            <a:off x="469809" y="4668204"/>
            <a:ext cx="195701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b="0" dirty="0">
                <a:solidFill>
                  <a:srgbClr val="0070C0"/>
                </a:solidFill>
                <a:latin typeface="+mn-lt"/>
                <a:cs typeface="Arial" panose="020B0604020202020204" pitchFamily="34" charset="0"/>
              </a:rPr>
              <a:t>Biometrics</a:t>
            </a:r>
          </a:p>
        </p:txBody>
      </p:sp>
      <p:sp>
        <p:nvSpPr>
          <p:cNvPr id="8" name="Rectangle 3">
            <a:extLst>
              <a:ext uri="{FF2B5EF4-FFF2-40B4-BE49-F238E27FC236}">
                <a16:creationId xmlns:a16="http://schemas.microsoft.com/office/drawing/2014/main" id="{607F54FE-3257-CBD4-FB7E-0CEB919999ED}"/>
              </a:ext>
            </a:extLst>
          </p:cNvPr>
          <p:cNvSpPr>
            <a:spLocks noChangeArrowheads="1"/>
          </p:cNvSpPr>
          <p:nvPr/>
        </p:nvSpPr>
        <p:spPr bwMode="auto">
          <a:xfrm>
            <a:off x="499212" y="5166083"/>
            <a:ext cx="11193575" cy="156966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lgn="just">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Biometrics is the measurement of physical or behavior features that identify a person – that is, authentication by something inherent.</a:t>
            </a:r>
          </a:p>
          <a:p>
            <a:pPr marL="342900" indent="-342900" algn="just">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Biometrics techniques can be divided into two broad categories: physiological and behavior.</a:t>
            </a:r>
          </a:p>
        </p:txBody>
      </p:sp>
    </p:spTree>
    <p:extLst>
      <p:ext uri="{BB962C8B-B14F-4D97-AF65-F5344CB8AC3E}">
        <p14:creationId xmlns:p14="http://schemas.microsoft.com/office/powerpoint/2010/main" val="36031967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3312C161-4B03-B6AE-A55F-9F380F91F791}"/>
              </a:ext>
            </a:extLst>
          </p:cNvPr>
          <p:cNvSpPr txBox="1">
            <a:spLocks noChangeArrowheads="1"/>
          </p:cNvSpPr>
          <p:nvPr/>
        </p:nvSpPr>
        <p:spPr bwMode="auto">
          <a:xfrm>
            <a:off x="676275" y="409576"/>
            <a:ext cx="5938549"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4400" dirty="0">
                <a:solidFill>
                  <a:schemeClr val="accent6"/>
                </a:solidFill>
                <a:latin typeface="Calibri" panose="020F0502020204030204" pitchFamily="34" charset="0"/>
              </a:rPr>
              <a:t>17.5 KEY MANAGEMENT </a:t>
            </a:r>
          </a:p>
        </p:txBody>
      </p:sp>
      <p:sp>
        <p:nvSpPr>
          <p:cNvPr id="2" name="投影片編號版面配置區 1">
            <a:extLst>
              <a:ext uri="{FF2B5EF4-FFF2-40B4-BE49-F238E27FC236}">
                <a16:creationId xmlns:a16="http://schemas.microsoft.com/office/drawing/2014/main" id="{EFBBB91F-5CBD-9BBB-269F-326BF390BE6F}"/>
              </a:ext>
            </a:extLst>
          </p:cNvPr>
          <p:cNvSpPr>
            <a:spLocks noGrp="1"/>
          </p:cNvSpPr>
          <p:nvPr>
            <p:ph type="sldNum" sz="quarter" idx="12"/>
          </p:nvPr>
        </p:nvSpPr>
        <p:spPr/>
        <p:txBody>
          <a:bodyPr/>
          <a:lstStyle/>
          <a:p>
            <a:fld id="{C8DD4527-E66D-4764-91A6-DF278F55978B}" type="slidenum">
              <a:rPr lang="en-GB" smtClean="0"/>
              <a:t>27</a:t>
            </a:fld>
            <a:endParaRPr lang="en-GB"/>
          </a:p>
        </p:txBody>
      </p:sp>
      <p:sp>
        <p:nvSpPr>
          <p:cNvPr id="5" name="Rectangle 3">
            <a:extLst>
              <a:ext uri="{FF2B5EF4-FFF2-40B4-BE49-F238E27FC236}">
                <a16:creationId xmlns:a16="http://schemas.microsoft.com/office/drawing/2014/main" id="{A2820F0E-BFD2-1756-B9EE-86F253862B5C}"/>
              </a:ext>
            </a:extLst>
          </p:cNvPr>
          <p:cNvSpPr>
            <a:spLocks noChangeArrowheads="1"/>
          </p:cNvSpPr>
          <p:nvPr/>
        </p:nvSpPr>
        <p:spPr bwMode="auto">
          <a:xfrm>
            <a:off x="753648" y="1108602"/>
            <a:ext cx="11193575" cy="193899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lgn="just">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To use symmetric-key cryptography, a shared key needs to be established between the two parties.</a:t>
            </a:r>
          </a:p>
          <a:p>
            <a:pPr marL="342900" indent="-342900" algn="just">
              <a:buFont typeface="Arial" panose="020B0604020202020204" pitchFamily="34" charset="0"/>
              <a:buChar char="•"/>
            </a:pPr>
            <a:r>
              <a:rPr lang="en-US" altLang="en-US" sz="2400" b="0" dirty="0">
                <a:latin typeface="+mn-lt"/>
                <a:ea typeface="Arial Unicode MS" panose="020B0604020202020204" pitchFamily="34" charset="-120"/>
                <a:cs typeface="Arial Unicode MS" panose="020B0604020202020204" pitchFamily="34" charset="-120"/>
              </a:rPr>
              <a:t>To use asymmetric-key cryptography, each entity needs to create a pair of keys and distribute the public key securely to the community. Key management defines some procedures to create and distribute keys securely.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6BC4DE4-8845-80A9-5D3D-26150527969F}"/>
              </a:ext>
            </a:extLst>
          </p:cNvPr>
          <p:cNvSpPr>
            <a:spLocks noGrp="1"/>
          </p:cNvSpPr>
          <p:nvPr>
            <p:ph type="title"/>
          </p:nvPr>
        </p:nvSpPr>
        <p:spPr>
          <a:xfrm>
            <a:off x="471996" y="307975"/>
            <a:ext cx="11248008" cy="931015"/>
          </a:xfrm>
        </p:spPr>
        <p:txBody>
          <a:bodyPr/>
          <a:lstStyle/>
          <a:p>
            <a:r>
              <a:rPr lang="en-US" altLang="zh-TW" dirty="0"/>
              <a:t>Exercises</a:t>
            </a:r>
            <a:endParaRPr lang="zh-TW" altLang="en-US" dirty="0"/>
          </a:p>
        </p:txBody>
      </p:sp>
      <p:sp>
        <p:nvSpPr>
          <p:cNvPr id="3" name="內容版面配置區 2">
            <a:extLst>
              <a:ext uri="{FF2B5EF4-FFF2-40B4-BE49-F238E27FC236}">
                <a16:creationId xmlns:a16="http://schemas.microsoft.com/office/drawing/2014/main" id="{D06ECA99-8C18-415A-FBD8-867571390C0C}"/>
              </a:ext>
            </a:extLst>
          </p:cNvPr>
          <p:cNvSpPr>
            <a:spLocks noGrp="1"/>
          </p:cNvSpPr>
          <p:nvPr>
            <p:ph idx="1"/>
          </p:nvPr>
        </p:nvSpPr>
        <p:spPr/>
        <p:txBody>
          <a:bodyPr/>
          <a:lstStyle/>
          <a:p>
            <a:r>
              <a:rPr lang="en-US" altLang="zh-TW" dirty="0"/>
              <a:t>P.442 17.7.3 Problems</a:t>
            </a:r>
          </a:p>
          <a:p>
            <a:pPr lvl="1"/>
            <a:r>
              <a:rPr lang="en-US" altLang="zh-TW" dirty="0"/>
              <a:t>P17-1, P17-6</a:t>
            </a:r>
            <a:r>
              <a:rPr lang="en-US" altLang="zh-TW"/>
              <a:t>, P17-7, P17-8, P17-9, P17-17 </a:t>
            </a:r>
            <a:endParaRPr lang="zh-TW" altLang="en-US" dirty="0"/>
          </a:p>
        </p:txBody>
      </p:sp>
      <p:sp>
        <p:nvSpPr>
          <p:cNvPr id="4" name="投影片編號版面配置區 3">
            <a:extLst>
              <a:ext uri="{FF2B5EF4-FFF2-40B4-BE49-F238E27FC236}">
                <a16:creationId xmlns:a16="http://schemas.microsoft.com/office/drawing/2014/main" id="{3503D9FA-DB0F-8A2B-5CE6-802CFB49A8CA}"/>
              </a:ext>
            </a:extLst>
          </p:cNvPr>
          <p:cNvSpPr>
            <a:spLocks noGrp="1"/>
          </p:cNvSpPr>
          <p:nvPr>
            <p:ph type="sldNum" sz="quarter" idx="12"/>
          </p:nvPr>
        </p:nvSpPr>
        <p:spPr/>
        <p:txBody>
          <a:bodyPr/>
          <a:lstStyle/>
          <a:p>
            <a:fld id="{C8DD4527-E66D-4764-91A6-DF278F55978B}" type="slidenum">
              <a:rPr lang="en-GB" smtClean="0"/>
              <a:t>28</a:t>
            </a:fld>
            <a:endParaRPr lang="en-GB"/>
          </a:p>
        </p:txBody>
      </p:sp>
    </p:spTree>
    <p:extLst>
      <p:ext uri="{BB962C8B-B14F-4D97-AF65-F5344CB8AC3E}">
        <p14:creationId xmlns:p14="http://schemas.microsoft.com/office/powerpoint/2010/main" val="3214958973"/>
      </p:ext>
    </p:extLst>
  </p:cSld>
  <p:clrMapOvr>
    <a:masterClrMapping/>
  </p:clrMapOvr>
</p:sld>
</file>

<file path=ppt/theme/theme1.xml><?xml version="1.0" encoding="utf-8"?>
<a:theme xmlns:a="http://schemas.openxmlformats.org/drawingml/2006/main" name="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1720</TotalTime>
  <Words>2644</Words>
  <Application>Microsoft Office PowerPoint</Application>
  <PresentationFormat>寬螢幕</PresentationFormat>
  <Paragraphs>243</Paragraphs>
  <Slides>28</Slides>
  <Notes>17</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28</vt:i4>
      </vt:variant>
    </vt:vector>
  </HeadingPairs>
  <TitlesOfParts>
    <vt:vector size="33" baseType="lpstr">
      <vt:lpstr>Arial Unicode MS</vt:lpstr>
      <vt:lpstr>Arial</vt:lpstr>
      <vt:lpstr>Calibri</vt:lpstr>
      <vt:lpstr>Times New Roman</vt:lpstr>
      <vt:lpstr>Office Theme</vt:lpstr>
      <vt:lpstr>Chapter 17 Security</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Exercises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Botha, Veronique</dc:creator>
  <cp:lastModifiedBy>ran-zan wang</cp:lastModifiedBy>
  <cp:revision>47</cp:revision>
  <dcterms:created xsi:type="dcterms:W3CDTF">2022-11-16T14:24:59Z</dcterms:created>
  <dcterms:modified xsi:type="dcterms:W3CDTF">2023-12-27T23:54:49Z</dcterms:modified>
</cp:coreProperties>
</file>