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2" r:id="rId3"/>
    <p:sldId id="263" r:id="rId4"/>
    <p:sldId id="264" r:id="rId5"/>
    <p:sldId id="261" r:id="rId6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5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1.jpg"/>
          <p:cNvPicPr>
            <a:picLocks noChangeAspect="1"/>
          </p:cNvPicPr>
          <p:nvPr/>
        </p:nvPicPr>
        <p:blipFill>
          <a:blip r:embed="rId2" cstate="print">
            <a:duotone>
              <a:schemeClr val="accent1"/>
              <a:srgbClr val="FFFFFF"/>
            </a:duotone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2.png"/>
          <p:cNvPicPr>
            <a:picLocks noChangeAspect="1"/>
          </p:cNvPicPr>
          <p:nvPr/>
        </p:nvPicPr>
        <p:blipFill>
          <a:blip r:embed="rId3" cstate="print">
            <a:duotone>
              <a:schemeClr val="accent1"/>
              <a:srgbClr val="FFFFFF"/>
            </a:duotone>
          </a:blip>
          <a:stretch>
            <a:fillRect/>
          </a:stretch>
        </p:blipFill>
        <p:spPr>
          <a:xfrm>
            <a:off x="572" y="430"/>
            <a:ext cx="9142858" cy="6857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image3.png"/>
          <p:cNvPicPr>
            <a:picLocks noChangeAspect="1"/>
          </p:cNvPicPr>
          <p:nvPr/>
        </p:nvPicPr>
        <p:blipFill>
          <a:blip r:embed="rId4" cstate="print">
            <a:duotone>
              <a:schemeClr val="accent1"/>
              <a:srgbClr val="FFFFFF"/>
            </a:duotone>
          </a:blip>
          <a:stretch>
            <a:fillRect/>
          </a:stretch>
        </p:blipFill>
        <p:spPr>
          <a:xfrm>
            <a:off x="572" y="430"/>
            <a:ext cx="9142858" cy="6857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image4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72" y="430"/>
            <a:ext cx="9142858" cy="68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Rectangle 31"/>
          <p:cNvSpPr>
            <a:spLocks noGrp="1"/>
          </p:cNvSpPr>
          <p:nvPr>
            <p:ph type="subTitle" idx="1"/>
          </p:nvPr>
        </p:nvSpPr>
        <p:spPr>
          <a:xfrm>
            <a:off x="2492734" y="5094579"/>
            <a:ext cx="6194066" cy="925223"/>
          </a:xfrm>
        </p:spPr>
        <p:txBody>
          <a:bodyPr/>
          <a:lstStyle>
            <a:lvl1pPr marL="0" indent="0" algn="r" latinLnBrk="0">
              <a:buNone/>
              <a:defRPr lang="zh-TW" sz="2100"/>
            </a:lvl1pPr>
            <a:lvl2pPr marL="342900" indent="0" algn="ctr">
              <a:buNone/>
            </a:lvl2pPr>
            <a:lvl3pPr marL="685800" indent="0" algn="ctr">
              <a:buNone/>
            </a:lvl3pPr>
            <a:lvl4pPr marL="1028700" indent="0" algn="ctr">
              <a:buNone/>
            </a:lvl4pPr>
            <a:lvl5pPr marL="1371600" indent="0" algn="ctr">
              <a:buNone/>
            </a:lvl5pPr>
            <a:lvl6pPr marL="1714500" indent="0" algn="ctr">
              <a:buNone/>
            </a:lvl6pPr>
            <a:lvl7pPr marL="2057400" indent="0" algn="ctr">
              <a:buNone/>
            </a:lvl7pPr>
            <a:lvl8pPr marL="2400300" indent="0" algn="ctr">
              <a:buNone/>
            </a:lvl8pPr>
            <a:lvl9pPr marL="2743200" indent="0" algn="ctr">
              <a:buNone/>
            </a:lvl9pPr>
          </a:lstStyle>
          <a:p>
            <a:r>
              <a:rPr lang="zh-TW" altLang="en-US"/>
              <a:t>按一下以編輯母片副標題樣式</a:t>
            </a:r>
            <a:endParaRPr lang="zh-TW"/>
          </a:p>
        </p:txBody>
      </p:sp>
      <p:sp>
        <p:nvSpPr>
          <p:cNvPr id="5" name="Rectangle 5"/>
          <p:cNvSpPr>
            <a:spLocks noGrp="1"/>
          </p:cNvSpPr>
          <p:nvPr>
            <p:ph type="ctrTitle"/>
          </p:nvPr>
        </p:nvSpPr>
        <p:spPr>
          <a:xfrm>
            <a:off x="1108986" y="3606802"/>
            <a:ext cx="7577814" cy="1470025"/>
          </a:xfrm>
        </p:spPr>
        <p:txBody>
          <a:bodyPr anchor="b" anchorCtr="0"/>
          <a:lstStyle>
            <a:lvl1pPr algn="r" latinLnBrk="0">
              <a:defRPr lang="zh-TW" sz="3000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7EC77-3A8D-471E-94F2-81AF5CB0F055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9F933FF-1EA1-4EE8-BC3D-16E5392AAC0B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0176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9" name="Rectangle 8"/>
          <p:cNvSpPr>
            <a:spLocks noGrp="1"/>
          </p:cNvSpPr>
          <p:nvPr>
            <p:ph type="title"/>
          </p:nvPr>
        </p:nvSpPr>
        <p:spPr>
          <a:xfrm>
            <a:off x="457200" y="359465"/>
            <a:ext cx="8229600" cy="1143000"/>
          </a:xfrm>
          <a:prstGeom prst="rect">
            <a:avLst/>
          </a:prstGeom>
        </p:spPr>
        <p:txBody>
          <a:bodyPr anchor="b" anchorCtr="0">
            <a:normAutofit/>
          </a:bodyPr>
          <a:lstStyle/>
          <a:p>
            <a:pPr algn="l"/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7EC77-3A8D-471E-94F2-81AF5CB0F055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9F933FF-1EA1-4EE8-BC3D-16E5392AAC0B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8610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Grp="1"/>
          </p:cNvSpPr>
          <p:nvPr>
            <p:ph type="title"/>
          </p:nvPr>
        </p:nvSpPr>
        <p:spPr>
          <a:xfrm>
            <a:off x="457200" y="359465"/>
            <a:ext cx="8229600" cy="1143000"/>
          </a:xfrm>
          <a:prstGeom prst="rect">
            <a:avLst/>
          </a:prstGeom>
        </p:spPr>
        <p:txBody>
          <a:bodyPr anchor="b" anchorCtr="0">
            <a:normAutofit/>
          </a:bodyPr>
          <a:lstStyle/>
          <a:p>
            <a:pPr algn="l"/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7EC77-3A8D-471E-94F2-81AF5CB0F055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9F933FF-1EA1-4EE8-BC3D-16E5392AAC0B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7689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7EC77-3A8D-471E-94F2-81AF5CB0F055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9F933FF-1EA1-4EE8-BC3D-16E5392AAC0B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0851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及兩欄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/>
          </p:cNvSpPr>
          <p:nvPr>
            <p:ph type="body"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11" name="Rectangle 11"/>
          <p:cNvSpPr>
            <a:spLocks noGrp="1"/>
          </p:cNvSpPr>
          <p:nvPr>
            <p:ph type="body"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8" name="Rectangle 7"/>
          <p:cNvSpPr>
            <a:spLocks noGrp="1"/>
          </p:cNvSpPr>
          <p:nvPr>
            <p:ph type="title"/>
          </p:nvPr>
        </p:nvSpPr>
        <p:spPr>
          <a:xfrm>
            <a:off x="457200" y="359465"/>
            <a:ext cx="8229600" cy="1143000"/>
          </a:xfrm>
          <a:prstGeom prst="rect">
            <a:avLst/>
          </a:prstGeom>
        </p:spPr>
        <p:txBody>
          <a:bodyPr anchor="b" anchorCtr="0">
            <a:normAutofit/>
          </a:bodyPr>
          <a:lstStyle/>
          <a:p>
            <a:pPr algn="l"/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7EC77-3A8D-471E-94F2-81AF5CB0F055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9F933FF-1EA1-4EE8-BC3D-16E5392AAC0B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3181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7" name="Rectangle 6"/>
          <p:cNvSpPr>
            <a:spLocks noGrp="1"/>
          </p:cNvSpPr>
          <p:nvPr>
            <p:ph type="title"/>
          </p:nvPr>
        </p:nvSpPr>
        <p:spPr>
          <a:xfrm>
            <a:off x="457200" y="359465"/>
            <a:ext cx="8229600" cy="1143000"/>
          </a:xfrm>
          <a:prstGeom prst="rect">
            <a:avLst/>
          </a:prstGeom>
        </p:spPr>
        <p:txBody>
          <a:bodyPr anchor="b" anchorCtr="0">
            <a:normAutofit/>
          </a:bodyPr>
          <a:lstStyle/>
          <a:p>
            <a:pPr algn="l"/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7EC77-3A8D-471E-94F2-81AF5CB0F055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9F933FF-1EA1-4EE8-BC3D-16E5392AAC0B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337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及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30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17" name="Rectangle 17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8" name="Rectangle 7"/>
          <p:cNvSpPr>
            <a:spLocks noGrp="1"/>
          </p:cNvSpPr>
          <p:nvPr>
            <p:ph type="title"/>
          </p:nvPr>
        </p:nvSpPr>
        <p:spPr>
          <a:xfrm>
            <a:off x="457200" y="359465"/>
            <a:ext cx="8229600" cy="1143000"/>
          </a:xfrm>
          <a:prstGeom prst="rect">
            <a:avLst/>
          </a:prstGeom>
        </p:spPr>
        <p:txBody>
          <a:bodyPr anchor="b" anchorCtr="0">
            <a:normAutofit/>
          </a:bodyPr>
          <a:lstStyle/>
          <a:p>
            <a:pPr algn="l"/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7EC77-3A8D-471E-94F2-81AF5CB0F055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9F933FF-1EA1-4EE8-BC3D-16E5392AAC0B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5700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shade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5.png"/>
          <p:cNvPicPr>
            <a:picLocks noChangeAspect="1"/>
          </p:cNvPicPr>
          <p:nvPr/>
        </p:nvPicPr>
        <p:blipFill>
          <a:blip r:embed="rId9" cstate="print">
            <a:duotone>
              <a:schemeClr val="accent1"/>
              <a:srgbClr val="FFFFFF"/>
            </a:duotone>
          </a:blip>
          <a:stretch>
            <a:fillRect/>
          </a:stretch>
        </p:blipFill>
        <p:spPr>
          <a:xfrm>
            <a:off x="572" y="430"/>
            <a:ext cx="9142858" cy="6857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image6.pn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572" y="430"/>
            <a:ext cx="9142858" cy="68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Rectangle 30"/>
          <p:cNvSpPr>
            <a:spLocks noGrp="1"/>
          </p:cNvSpPr>
          <p:nvPr>
            <p:ph type="title"/>
          </p:nvPr>
        </p:nvSpPr>
        <p:spPr>
          <a:xfrm>
            <a:off x="457200" y="359465"/>
            <a:ext cx="8229600" cy="1143000"/>
          </a:xfrm>
          <a:prstGeom prst="rect">
            <a:avLst/>
          </a:prstGeom>
        </p:spPr>
        <p:txBody>
          <a:bodyPr anchor="b" anchorCtr="0">
            <a:normAutofit/>
          </a:bodyPr>
          <a:lstStyle/>
          <a:p>
            <a:pPr algn="l"/>
            <a:r>
              <a:rPr lang="zh-TW"/>
              <a:t>按一下以編輯母片標題樣式</a:t>
            </a:r>
          </a:p>
        </p:txBody>
      </p:sp>
      <p:sp>
        <p:nvSpPr>
          <p:cNvPr id="12" name="Rectangle 1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</a:p>
        </p:txBody>
      </p:sp>
      <p:sp>
        <p:nvSpPr>
          <p:cNvPr id="6" name="Rectangle 6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 latinLnBrk="0">
              <a:defRPr lang="zh-TW" sz="750">
                <a:latin typeface="+mn-lt"/>
              </a:defRPr>
            </a:lvl1pPr>
          </a:lstStyle>
          <a:p>
            <a:fld id="{B277EC77-3A8D-471E-94F2-81AF5CB0F055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20" name="Rectangle 20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 algn="ctr" latinLnBrk="0">
              <a:defRPr lang="zh-TW" sz="750">
                <a:latin typeface="+mn-lt"/>
              </a:defRPr>
            </a:lvl1pPr>
          </a:lstStyle>
          <a:p>
            <a:endParaRPr lang="zh-TW" altLang="en-US"/>
          </a:p>
        </p:txBody>
      </p:sp>
      <p:sp>
        <p:nvSpPr>
          <p:cNvPr id="21" name="Rectangle 21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>
            <a:lvl1pPr latinLnBrk="0">
              <a:defRPr lang="zh-TW" sz="750">
                <a:latin typeface="+mn-lt"/>
              </a:defRPr>
            </a:lvl1pPr>
          </a:lstStyle>
          <a:p>
            <a:fld id="{D9F933FF-1EA1-4EE8-BC3D-16E5392AAC0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2237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defPPr>
        <a:defRPr lang="zh-TW" sz="3300">
          <a:solidFill>
            <a:schemeClr val="tx1"/>
          </a:solidFill>
          <a:latin typeface="+mj-lt"/>
          <a:ea typeface="+mj-ea"/>
          <a:cs typeface="+mj-cs"/>
        </a:defRPr>
      </a:defPPr>
      <a:lvl1pPr algn="l" eaLnBrk="1" latinLnBrk="0" hangingPunct="1">
        <a:buNone/>
        <a:defRPr lang="zh-TW" sz="2700">
          <a:solidFill>
            <a:schemeClr val="tx1">
              <a:alpha val="100000"/>
            </a:schemeClr>
          </a:solidFill>
          <a:latin typeface="+mj-lt"/>
        </a:defRPr>
      </a:lvl1pPr>
    </p:titleStyle>
    <p:bodyStyle>
      <a:defPPr>
        <a:defRPr lang="zh-TW">
          <a:solidFill>
            <a:schemeClr val="tx1"/>
          </a:solidFill>
          <a:latin typeface="+mn-lt"/>
          <a:ea typeface="+mn-ea"/>
          <a:cs typeface="+mn-cs"/>
        </a:defRPr>
      </a:defPPr>
      <a:lvl1pPr marL="257175" indent="-257175" eaLnBrk="1" latinLnBrk="0" hangingPunct="1">
        <a:buChar char="•"/>
        <a:defRPr lang="zh-TW" sz="2100">
          <a:latin typeface="+mn-lt"/>
        </a:defRPr>
      </a:lvl1pPr>
      <a:lvl2pPr marL="557213" indent="-214313" eaLnBrk="1" hangingPunct="1">
        <a:buChar char="–"/>
        <a:defRPr lang="zh-TW" sz="1800">
          <a:latin typeface="+mn-lt"/>
        </a:defRPr>
      </a:lvl2pPr>
      <a:lvl3pPr marL="857250" indent="-171450" eaLnBrk="1" hangingPunct="1">
        <a:buChar char="•"/>
        <a:defRPr lang="zh-TW" sz="1800">
          <a:latin typeface="+mn-lt"/>
        </a:defRPr>
      </a:lvl3pPr>
      <a:lvl4pPr marL="1200150" indent="-171450" eaLnBrk="1" hangingPunct="1">
        <a:buChar char="–"/>
        <a:defRPr lang="zh-TW" sz="1500">
          <a:latin typeface="+mn-lt"/>
        </a:defRPr>
      </a:lvl4pPr>
      <a:lvl5pPr marL="1543050" indent="-171450" eaLnBrk="1" hangingPunct="1">
        <a:buChar char="»"/>
        <a:defRPr lang="zh-TW" sz="1500">
          <a:latin typeface="+mn-lt"/>
        </a:defRPr>
      </a:lvl5pPr>
      <a:lvl6pPr marL="1885950" indent="-171450" eaLnBrk="1" hangingPunct="1">
        <a:buChar char="•"/>
        <a:defRPr lang="zh-TW" sz="1500"/>
      </a:lvl6pPr>
      <a:lvl7pPr marL="2228850" indent="-171450" eaLnBrk="1" hangingPunct="1">
        <a:buChar char="•"/>
        <a:defRPr lang="zh-TW" sz="1500"/>
      </a:lvl7pPr>
      <a:lvl8pPr marL="2571750" indent="-171450" eaLnBrk="1" hangingPunct="1">
        <a:buChar char="•"/>
        <a:defRPr lang="zh-TW" sz="1500"/>
      </a:lvl8pPr>
      <a:lvl9pPr marL="2914650" indent="-171450" eaLnBrk="1" hangingPunct="1">
        <a:buChar char="•"/>
        <a:defRPr lang="zh-TW" sz="1500"/>
      </a:lvl9pPr>
    </p:bodyStyle>
    <p:otherStyle>
      <a:defPPr>
        <a:defRPr lang="zh-TW">
          <a:solidFill>
            <a:schemeClr val="tx1"/>
          </a:solidFill>
          <a:latin typeface="+mn-lt"/>
          <a:ea typeface="+mn-ea"/>
          <a:cs typeface="+mn-cs"/>
        </a:defRPr>
      </a:defPPr>
      <a:lvl1pPr marL="0" eaLnBrk="1" latinLnBrk="0" hangingPunct="1">
        <a:defRPr/>
      </a:lvl1pPr>
      <a:lvl2pPr marL="342900" eaLnBrk="1" hangingPunct="1">
        <a:defRPr/>
      </a:lvl2pPr>
      <a:lvl3pPr marL="685800" eaLnBrk="1" hangingPunct="1">
        <a:defRPr/>
      </a:lvl3pPr>
      <a:lvl4pPr marL="1028700" eaLnBrk="1" hangingPunct="1">
        <a:defRPr/>
      </a:lvl4pPr>
      <a:lvl5pPr marL="1371600" eaLnBrk="1" hangingPunct="1">
        <a:defRPr/>
      </a:lvl5pPr>
      <a:lvl6pPr marL="1714500" eaLnBrk="1" hangingPunct="1">
        <a:defRPr/>
      </a:lvl6pPr>
      <a:lvl7pPr marL="2057400" eaLnBrk="1" hangingPunct="1">
        <a:defRPr/>
      </a:lvl7pPr>
      <a:lvl8pPr marL="2400300" eaLnBrk="1" hangingPunct="1">
        <a:defRPr/>
      </a:lvl8pPr>
      <a:lvl9pPr marL="2743200" eaLnBrk="1" hangingPunct="1">
        <a:defRPr/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pg.paiza.jp/denno2088" TargetMode="External"/><Relationship Id="rId2" Type="http://schemas.openxmlformats.org/officeDocument/2006/relationships/hyperlink" Target="https://paiza.jp/poh/hatsukoi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gameapps.hk/news/31822/2019-01-23-13-29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err="1"/>
              <a:t>paiza</a:t>
            </a:r>
            <a:r>
              <a:rPr lang="en-US" altLang="zh-TW" dirty="0"/>
              <a:t> bonus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40891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官方網址</a:t>
            </a:r>
            <a:endParaRPr lang="en-US" altLang="zh-TW" dirty="0">
              <a:hlinkClick r:id="rId2"/>
            </a:endParaRPr>
          </a:p>
          <a:p>
            <a:pPr lvl="1"/>
            <a:r>
              <a:rPr lang="en-US" altLang="zh-TW" dirty="0">
                <a:hlinkClick r:id="rId3"/>
              </a:rPr>
              <a:t>https://</a:t>
            </a:r>
            <a:r>
              <a:rPr lang="en-US" altLang="zh-TW" dirty="0" err="1">
                <a:hlinkClick r:id="rId3"/>
              </a:rPr>
              <a:t>ppg.paiza.jp</a:t>
            </a:r>
            <a:r>
              <a:rPr lang="en-US" altLang="zh-TW" dirty="0">
                <a:hlinkClick r:id="rId3"/>
              </a:rPr>
              <a:t>/</a:t>
            </a:r>
            <a:r>
              <a:rPr lang="en-US" altLang="zh-TW" dirty="0" err="1">
                <a:hlinkClick r:id="rId3"/>
              </a:rPr>
              <a:t>denno2088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/>
              <a:t>相關介紹</a:t>
            </a:r>
            <a:endParaRPr lang="en-US" altLang="zh-TW" dirty="0"/>
          </a:p>
          <a:p>
            <a:pPr lvl="1"/>
            <a:r>
              <a:rPr lang="en-US" altLang="zh-TW" dirty="0">
                <a:hlinkClick r:id="rId4"/>
              </a:rPr>
              <a:t>https://www.gameapps.hk/news/31822/2019-01-23-13-29</a:t>
            </a:r>
            <a:endParaRPr lang="en-US" altLang="zh-TW" dirty="0"/>
          </a:p>
          <a:p>
            <a:pPr lvl="1"/>
            <a:endParaRPr lang="en-US" altLang="zh-TW" dirty="0"/>
          </a:p>
          <a:p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paiza</a:t>
            </a:r>
            <a:r>
              <a:rPr lang="en-US" altLang="zh-TW" dirty="0"/>
              <a:t> bonus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51538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計分方式</a:t>
            </a:r>
            <a:r>
              <a:rPr lang="en-US" altLang="zh-TW" dirty="0"/>
              <a:t>(</a:t>
            </a:r>
            <a:r>
              <a:rPr lang="zh-TW" altLang="en-US" dirty="0"/>
              <a:t>完成綠底</a:t>
            </a:r>
            <a:r>
              <a:rPr lang="en-US" altLang="zh-TW" dirty="0"/>
              <a:t>)</a:t>
            </a:r>
          </a:p>
          <a:p>
            <a:pPr lvl="1"/>
            <a:r>
              <a:rPr lang="en-US" altLang="zh-TW" dirty="0"/>
              <a:t>S</a:t>
            </a:r>
            <a:r>
              <a:rPr lang="zh-TW" altLang="en-US" dirty="0"/>
              <a:t>級</a:t>
            </a:r>
            <a:r>
              <a:rPr lang="en-US" altLang="zh-TW" dirty="0"/>
              <a:t>:3</a:t>
            </a:r>
            <a:r>
              <a:rPr lang="zh-TW" altLang="en-US" dirty="0"/>
              <a:t>分</a:t>
            </a:r>
            <a:endParaRPr lang="en-US" altLang="zh-TW" dirty="0"/>
          </a:p>
          <a:p>
            <a:pPr lvl="1"/>
            <a:r>
              <a:rPr lang="en-US" altLang="zh-TW" dirty="0"/>
              <a:t>A</a:t>
            </a:r>
            <a:r>
              <a:rPr lang="zh-TW" altLang="en-US" dirty="0"/>
              <a:t>級</a:t>
            </a:r>
            <a:r>
              <a:rPr lang="en-US" altLang="zh-TW" dirty="0"/>
              <a:t>:2</a:t>
            </a:r>
            <a:r>
              <a:rPr lang="zh-TW" altLang="en-US" dirty="0"/>
              <a:t>分</a:t>
            </a:r>
            <a:endParaRPr lang="en-US" altLang="zh-TW" dirty="0"/>
          </a:p>
          <a:p>
            <a:pPr lvl="1"/>
            <a:r>
              <a:rPr lang="en-US" altLang="zh-TW" dirty="0"/>
              <a:t>B</a:t>
            </a:r>
            <a:r>
              <a:rPr lang="zh-TW" altLang="en-US" dirty="0"/>
              <a:t>級</a:t>
            </a:r>
            <a:r>
              <a:rPr lang="en-US" altLang="zh-TW" dirty="0"/>
              <a:t>:2</a:t>
            </a:r>
            <a:r>
              <a:rPr lang="zh-TW" altLang="en-US" dirty="0"/>
              <a:t>題各</a:t>
            </a:r>
            <a:r>
              <a:rPr lang="en-US" altLang="zh-TW" dirty="0"/>
              <a:t>1</a:t>
            </a:r>
            <a:r>
              <a:rPr lang="zh-TW" altLang="en-US" dirty="0"/>
              <a:t>分</a:t>
            </a:r>
            <a:endParaRPr lang="en-US" altLang="zh-TW" dirty="0"/>
          </a:p>
          <a:p>
            <a:pPr lvl="1"/>
            <a:r>
              <a:rPr lang="en-US" altLang="zh-TW" dirty="0"/>
              <a:t>C</a:t>
            </a:r>
            <a:r>
              <a:rPr lang="zh-TW" altLang="en-US" dirty="0"/>
              <a:t>級</a:t>
            </a:r>
            <a:r>
              <a:rPr lang="en-US" altLang="zh-TW" dirty="0"/>
              <a:t>:3</a:t>
            </a:r>
            <a:r>
              <a:rPr lang="zh-TW" altLang="en-US" dirty="0"/>
              <a:t>題</a:t>
            </a:r>
            <a:r>
              <a:rPr lang="en-US" altLang="zh-TW" dirty="0"/>
              <a:t>2</a:t>
            </a:r>
            <a:r>
              <a:rPr lang="zh-TW" altLang="en-US" dirty="0"/>
              <a:t>分</a:t>
            </a:r>
            <a:endParaRPr lang="en-US" altLang="zh-TW" dirty="0"/>
          </a:p>
          <a:p>
            <a:pPr lvl="1"/>
            <a:r>
              <a:rPr lang="en-US" altLang="zh-TW" dirty="0"/>
              <a:t>D</a:t>
            </a:r>
            <a:r>
              <a:rPr lang="zh-TW" altLang="en-US" dirty="0"/>
              <a:t>跟</a:t>
            </a:r>
            <a:r>
              <a:rPr lang="en-US" altLang="zh-TW" dirty="0"/>
              <a:t>E</a:t>
            </a:r>
            <a:r>
              <a:rPr lang="zh-TW" altLang="en-US" dirty="0"/>
              <a:t>級</a:t>
            </a:r>
            <a:r>
              <a:rPr lang="en-US" altLang="zh-TW" dirty="0"/>
              <a:t>: 4</a:t>
            </a:r>
            <a:r>
              <a:rPr lang="zh-TW" altLang="en-US" dirty="0"/>
              <a:t>題</a:t>
            </a:r>
            <a:r>
              <a:rPr lang="en-US" altLang="zh-TW" dirty="0"/>
              <a:t>1</a:t>
            </a:r>
            <a:r>
              <a:rPr lang="zh-TW" altLang="en-US" dirty="0"/>
              <a:t>分</a:t>
            </a: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paiza</a:t>
            </a:r>
            <a:r>
              <a:rPr lang="en-US" altLang="zh-TW" dirty="0"/>
              <a:t> bonus</a:t>
            </a:r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221FAD1-661B-45D8-9246-6371C3DCC6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702" y="2220937"/>
            <a:ext cx="6262296" cy="4416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954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上傳方式</a:t>
            </a:r>
            <a:endParaRPr lang="en-US" altLang="zh-TW" dirty="0"/>
          </a:p>
          <a:p>
            <a:pPr lvl="1"/>
            <a:r>
              <a:rPr lang="en-US" altLang="zh-TW" dirty="0"/>
              <a:t>Portal</a:t>
            </a:r>
            <a:r>
              <a:rPr lang="zh-TW" altLang="en-US" dirty="0"/>
              <a:t>作業區 </a:t>
            </a:r>
            <a:r>
              <a:rPr lang="en-US" altLang="zh-TW" dirty="0"/>
              <a:t>(</a:t>
            </a:r>
            <a:r>
              <a:rPr lang="en-US" altLang="zh-TW" dirty="0" err="1"/>
              <a:t>Paiza</a:t>
            </a:r>
            <a:r>
              <a:rPr lang="en-US" altLang="zh-TW" dirty="0"/>
              <a:t> Bonus)</a:t>
            </a:r>
          </a:p>
          <a:p>
            <a:pPr lvl="2"/>
            <a:r>
              <a:rPr lang="en-US" altLang="zh-TW" dirty="0"/>
              <a:t>s</a:t>
            </a:r>
            <a:r>
              <a:rPr lang="zh-TW" altLang="en-US" dirty="0"/>
              <a:t>學號</a:t>
            </a:r>
            <a:r>
              <a:rPr lang="en-US" altLang="zh-TW" dirty="0"/>
              <a:t>_paiza.zip</a:t>
            </a:r>
          </a:p>
          <a:p>
            <a:pPr lvl="3"/>
            <a:r>
              <a:rPr lang="zh-TW" altLang="en-US" dirty="0"/>
              <a:t>完成地圖</a:t>
            </a:r>
            <a:endParaRPr lang="en-US" altLang="zh-TW" dirty="0"/>
          </a:p>
          <a:p>
            <a:pPr lvl="4"/>
            <a:r>
              <a:rPr lang="en-US" altLang="zh-TW" dirty="0"/>
              <a:t>s</a:t>
            </a:r>
            <a:r>
              <a:rPr lang="zh-TW" altLang="en-US" dirty="0"/>
              <a:t>學號</a:t>
            </a:r>
            <a:r>
              <a:rPr lang="en-US" altLang="zh-TW" dirty="0"/>
              <a:t>_paiza.png</a:t>
            </a:r>
          </a:p>
          <a:p>
            <a:pPr lvl="3"/>
            <a:r>
              <a:rPr lang="zh-TW" altLang="en-US" dirty="0"/>
              <a:t>程式碼</a:t>
            </a:r>
            <a:r>
              <a:rPr lang="en-US" altLang="zh-TW" dirty="0"/>
              <a:t>(S</a:t>
            </a:r>
            <a:r>
              <a:rPr lang="zh-TW" altLang="en-US" dirty="0"/>
              <a:t>、</a:t>
            </a:r>
            <a:r>
              <a:rPr lang="en-US" altLang="zh-TW" dirty="0"/>
              <a:t>A</a:t>
            </a:r>
            <a:r>
              <a:rPr lang="zh-TW" altLang="en-US" dirty="0"/>
              <a:t>、</a:t>
            </a:r>
            <a:r>
              <a:rPr lang="en-US" altLang="zh-TW" dirty="0"/>
              <a:t>B</a:t>
            </a:r>
            <a:r>
              <a:rPr lang="zh-TW" altLang="en-US" dirty="0"/>
              <a:t>級</a:t>
            </a:r>
            <a:r>
              <a:rPr lang="en-US" altLang="zh-TW" dirty="0"/>
              <a:t>)</a:t>
            </a:r>
          </a:p>
          <a:p>
            <a:pPr lvl="4"/>
            <a:r>
              <a:rPr lang="ja-JP" altLang="en-US" dirty="0"/>
              <a:t>思い出の屋上</a:t>
            </a:r>
            <a:r>
              <a:rPr lang="en-US" altLang="zh-TW" dirty="0"/>
              <a:t>(S</a:t>
            </a:r>
            <a:r>
              <a:rPr lang="zh-TW" altLang="en-US" dirty="0"/>
              <a:t>級</a:t>
            </a:r>
            <a:r>
              <a:rPr lang="en-US" altLang="zh-TW" dirty="0"/>
              <a:t>)</a:t>
            </a:r>
          </a:p>
          <a:p>
            <a:pPr lvl="5"/>
            <a:r>
              <a:rPr lang="en-US" altLang="zh-TW" dirty="0"/>
              <a:t>s</a:t>
            </a:r>
            <a:r>
              <a:rPr lang="zh-TW" altLang="en-US" dirty="0"/>
              <a:t>學號</a:t>
            </a:r>
            <a:r>
              <a:rPr lang="en-US" altLang="zh-TW" dirty="0"/>
              <a:t>_1.cpp </a:t>
            </a:r>
          </a:p>
          <a:p>
            <a:pPr lvl="4"/>
            <a:r>
              <a:rPr lang="ja-JP" altLang="en-US" dirty="0"/>
              <a:t>新都心のハイウェイ</a:t>
            </a:r>
            <a:r>
              <a:rPr lang="en-US" altLang="ja-JP" dirty="0"/>
              <a:t>(A</a:t>
            </a:r>
            <a:r>
              <a:rPr lang="zh-TW" altLang="en-US" dirty="0"/>
              <a:t>級</a:t>
            </a:r>
            <a:r>
              <a:rPr lang="en-US" altLang="zh-TW" dirty="0"/>
              <a:t>)</a:t>
            </a:r>
          </a:p>
          <a:p>
            <a:pPr lvl="5"/>
            <a:r>
              <a:rPr lang="en-US" altLang="zh-TW" dirty="0"/>
              <a:t>s</a:t>
            </a:r>
            <a:r>
              <a:rPr lang="zh-TW" altLang="en-US" dirty="0"/>
              <a:t>學號</a:t>
            </a:r>
            <a:r>
              <a:rPr lang="en-US" altLang="zh-TW" dirty="0"/>
              <a:t>_2.cpp </a:t>
            </a:r>
          </a:p>
          <a:p>
            <a:pPr lvl="4"/>
            <a:r>
              <a:rPr lang="ja-JP" altLang="en-US" dirty="0"/>
              <a:t>一番通りの繁華街</a:t>
            </a:r>
            <a:r>
              <a:rPr lang="en-US" altLang="ja-JP" dirty="0"/>
              <a:t>(B</a:t>
            </a:r>
            <a:r>
              <a:rPr lang="zh-TW" altLang="en-US" dirty="0"/>
              <a:t>級</a:t>
            </a:r>
            <a:r>
              <a:rPr lang="en-US" altLang="zh-TW" dirty="0"/>
              <a:t>)</a:t>
            </a:r>
          </a:p>
          <a:p>
            <a:pPr lvl="5"/>
            <a:r>
              <a:rPr lang="en-US" altLang="zh-TW" dirty="0"/>
              <a:t>s</a:t>
            </a:r>
            <a:r>
              <a:rPr lang="zh-TW" altLang="en-US" dirty="0"/>
              <a:t>學號</a:t>
            </a:r>
            <a:r>
              <a:rPr lang="en-US" altLang="zh-TW" dirty="0"/>
              <a:t>_3.cpp </a:t>
            </a:r>
          </a:p>
          <a:p>
            <a:pPr lvl="4"/>
            <a:r>
              <a:rPr lang="ja-JP" altLang="en-US" dirty="0"/>
              <a:t>ギャングのアジト</a:t>
            </a:r>
            <a:r>
              <a:rPr lang="en-US" altLang="ja-JP" dirty="0"/>
              <a:t>(B</a:t>
            </a:r>
            <a:r>
              <a:rPr lang="zh-TW" altLang="en-US" dirty="0"/>
              <a:t>級</a:t>
            </a:r>
            <a:r>
              <a:rPr lang="en-US" altLang="zh-TW" dirty="0"/>
              <a:t>)</a:t>
            </a:r>
          </a:p>
          <a:p>
            <a:pPr lvl="5"/>
            <a:r>
              <a:rPr lang="en-US" altLang="zh-TW" dirty="0"/>
              <a:t>s</a:t>
            </a:r>
            <a:r>
              <a:rPr lang="zh-TW" altLang="en-US" dirty="0"/>
              <a:t>學號</a:t>
            </a:r>
            <a:r>
              <a:rPr lang="en-US" altLang="zh-TW" dirty="0"/>
              <a:t>_4.cpp </a:t>
            </a:r>
          </a:p>
          <a:p>
            <a:r>
              <a:rPr lang="zh-TW" altLang="en-US" dirty="0"/>
              <a:t>不限任何程式語言 </a:t>
            </a:r>
            <a:r>
              <a:rPr lang="en-US" altLang="zh-TW" dirty="0"/>
              <a:t>(</a:t>
            </a:r>
            <a:r>
              <a:rPr lang="zh-TW" altLang="en-US" dirty="0"/>
              <a:t>程式碼副檔名可修改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可用</a:t>
            </a:r>
            <a:r>
              <a:rPr lang="en-US" altLang="zh-TW" dirty="0"/>
              <a:t>google</a:t>
            </a:r>
            <a:r>
              <a:rPr lang="zh-TW" altLang="en-US" dirty="0"/>
              <a:t>翻譯題目</a:t>
            </a:r>
            <a:endParaRPr lang="en-US" altLang="zh-TW" dirty="0"/>
          </a:p>
          <a:p>
            <a:pPr lvl="2"/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paiza</a:t>
            </a:r>
            <a:r>
              <a:rPr lang="en-US" altLang="zh-TW" dirty="0"/>
              <a:t> bonus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62685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Deadline</a:t>
            </a:r>
          </a:p>
          <a:p>
            <a:pPr lvl="1"/>
            <a:r>
              <a:rPr lang="en-US" altLang="zh-TW"/>
              <a:t>2026/01/08 </a:t>
            </a:r>
            <a:r>
              <a:rPr lang="en-US" altLang="zh-TW" dirty="0"/>
              <a:t>23:59</a:t>
            </a:r>
          </a:p>
          <a:p>
            <a:pPr marL="0" indent="0">
              <a:buNone/>
            </a:pPr>
            <a:endParaRPr lang="en-US" altLang="zh-TW" dirty="0"/>
          </a:p>
          <a:p>
            <a:r>
              <a:rPr lang="zh-TW" altLang="en-US" dirty="0"/>
              <a:t>繳交方式 </a:t>
            </a:r>
            <a:r>
              <a:rPr lang="en-US" altLang="zh-TW" dirty="0"/>
              <a:t>(</a:t>
            </a:r>
            <a:r>
              <a:rPr lang="zh-TW" altLang="en-US" dirty="0"/>
              <a:t>可不繳交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上傳到</a:t>
            </a:r>
            <a:r>
              <a:rPr lang="en-US" altLang="zh-TW" dirty="0"/>
              <a:t>portal</a:t>
            </a:r>
          </a:p>
          <a:p>
            <a:pPr lvl="2"/>
            <a:r>
              <a:rPr lang="en-US" altLang="zh-TW" dirty="0"/>
              <a:t>s</a:t>
            </a:r>
            <a:r>
              <a:rPr lang="zh-TW" altLang="en-US" dirty="0"/>
              <a:t>學號</a:t>
            </a:r>
            <a:r>
              <a:rPr lang="en-US" altLang="zh-TW" dirty="0"/>
              <a:t>_paiza.zip</a:t>
            </a:r>
          </a:p>
          <a:p>
            <a:pPr lvl="3"/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Deadline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7634315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模組">
      <a:majorFont>
        <a:latin typeface="Corbel"/>
        <a:ea typeface=""/>
        <a:cs typeface=""/>
        <a:font script="Jpan" typeface="HGｺﾞｼｯｸM"/>
        <a:font script="Hang" typeface="HY엽서L"/>
        <a:font script="Hans" typeface="楷体_GB2312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楷体_GB2312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 Effects">
      <a:fillStyleLst>
        <a:solidFill>
          <a:schemeClr val="phClr">
            <a:tint val="100000"/>
            <a:shade val="100000"/>
            <a:satMod val="100000"/>
          </a:schemeClr>
        </a:solidFill>
        <a:gradFill rotWithShape="1">
          <a:gsLst>
            <a:gs pos="0">
              <a:schemeClr val="phClr">
                <a:tint val="65000"/>
                <a:shade val="100000"/>
                <a:satMod val="133000"/>
              </a:schemeClr>
            </a:gs>
            <a:gs pos="15000">
              <a:schemeClr val="phClr">
                <a:tint val="50000"/>
                <a:shade val="100000"/>
                <a:satMod val="140000"/>
              </a:schemeClr>
            </a:gs>
            <a:gs pos="100000">
              <a:schemeClr val="phClr">
                <a:tint val="10000"/>
                <a:shade val="100000"/>
                <a:satMod val="13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75000"/>
                <a:satMod val="160000"/>
              </a:schemeClr>
            </a:gs>
            <a:gs pos="62000">
              <a:schemeClr val="phClr">
                <a:tint val="100000"/>
                <a:shade val="100000"/>
                <a:satMod val="125000"/>
              </a:schemeClr>
            </a:gs>
            <a:gs pos="100000">
              <a:schemeClr val="phClr">
                <a:tint val="80000"/>
                <a:shade val="100000"/>
                <a:satMod val="140000"/>
              </a:schemeClr>
            </a:gs>
          </a:gsLst>
          <a:lin ang="16200000" scaled="1"/>
        </a:gradFill>
      </a:fillStyleLst>
      <a:lnStyleLst>
        <a:ln w="1270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>
              <a:srgbClr val="000000">
                <a:alpha val="61176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contourW="12700" prstMaterial="powder">
            <a:bevelT h="50800"/>
            <a:contourClr>
              <a:schemeClr val="phClr">
                <a:tint val="100000"/>
                <a:shade val="100000"/>
                <a:satMod val="100000"/>
              </a:schemeClr>
            </a:contourClr>
          </a:sp3d>
        </a:effectStyle>
        <a:effectStyle>
          <a:effectLst>
            <a:reflection blurRad="12700" stA="25000" endPos="28000" dist="38100" dir="5400000" sy="-100000" rotWithShape="0"/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>
            <a:bevelT w="139700" h="38100"/>
            <a:contourClr>
              <a:schemeClr val="phClr">
                <a:tint val="100000"/>
                <a:shade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satMod val="100000"/>
          </a:schemeClr>
        </a:solidFill>
        <a:gradFill rotWithShape="1">
          <a:gsLst>
            <a:gs pos="0">
              <a:schemeClr val="phClr">
                <a:tint val="100000"/>
                <a:shade val="50000"/>
                <a:satMod val="145000"/>
              </a:schemeClr>
            </a:gs>
            <a:gs pos="40000">
              <a:schemeClr val="phClr">
                <a:tint val="100000"/>
                <a:shade val="70000"/>
                <a:satMod val="145000"/>
              </a:schemeClr>
            </a:gs>
            <a:gs pos="100000">
              <a:schemeClr val="phClr">
                <a:tint val="85000"/>
                <a:shade val="100000"/>
                <a:satMod val="15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50000"/>
                <a:satMod val="145000"/>
              </a:schemeClr>
            </a:gs>
            <a:gs pos="30000">
              <a:schemeClr val="phClr">
                <a:tint val="100000"/>
                <a:shade val="65000"/>
                <a:satMod val="155000"/>
              </a:schemeClr>
            </a:gs>
            <a:gs pos="100000">
              <a:schemeClr val="phClr">
                <a:tint val="60000"/>
                <a:shade val="100000"/>
                <a:satMod val="17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Week 4 Q&amp;A.v1</Template>
  <TotalTime>5160</TotalTime>
  <Words>218</Words>
  <Application>Microsoft Office PowerPoint</Application>
  <PresentationFormat>如螢幕大小 (4:3)</PresentationFormat>
  <Paragraphs>38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7" baseType="lpstr">
      <vt:lpstr>Corbel</vt:lpstr>
      <vt:lpstr>Custom Theme</vt:lpstr>
      <vt:lpstr>paiza bonus</vt:lpstr>
      <vt:lpstr>paiza bonus</vt:lpstr>
      <vt:lpstr>paiza bonus</vt:lpstr>
      <vt:lpstr>paiza bonus</vt:lpstr>
      <vt:lpstr>Deadline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Homework2</dc:title>
  <dc:creator>tinin</dc:creator>
  <cp:lastModifiedBy>簡廷因</cp:lastModifiedBy>
  <cp:revision>88</cp:revision>
  <dcterms:created xsi:type="dcterms:W3CDTF">2014-10-13T00:41:19Z</dcterms:created>
  <dcterms:modified xsi:type="dcterms:W3CDTF">2025-12-10T15:10:53Z</dcterms:modified>
</cp:coreProperties>
</file>