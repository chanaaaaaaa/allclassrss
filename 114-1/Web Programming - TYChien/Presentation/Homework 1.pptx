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5" r:id="rId4"/>
    <p:sldId id="351" r:id="rId5"/>
    <p:sldId id="350" r:id="rId6"/>
    <p:sldId id="262" r:id="rId7"/>
    <p:sldId id="257" r:id="rId8"/>
    <p:sldId id="260" r:id="rId9"/>
    <p:sldId id="261" r:id="rId10"/>
    <p:sldId id="266" r:id="rId11"/>
    <p:sldId id="264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1.jpg"/>
          <p:cNvPicPr>
            <a:picLocks noChangeAspect="1"/>
          </p:cNvPicPr>
          <p:nvPr/>
        </p:nvPicPr>
        <p:blipFill>
          <a:blip r:embed="rId2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2.png"/>
          <p:cNvPicPr>
            <a:picLocks noChangeAspect="1"/>
          </p:cNvPicPr>
          <p:nvPr/>
        </p:nvPicPr>
        <p:blipFill>
          <a:blip r:embed="rId3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3" y="431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3.png"/>
          <p:cNvPicPr>
            <a:picLocks noChangeAspect="1"/>
          </p:cNvPicPr>
          <p:nvPr/>
        </p:nvPicPr>
        <p:blipFill>
          <a:blip r:embed="rId4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3" y="431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3" y="431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1"/>
          <p:cNvSpPr>
            <a:spLocks noGrp="1"/>
          </p:cNvSpPr>
          <p:nvPr>
            <p:ph type="subTitle" idx="1"/>
          </p:nvPr>
        </p:nvSpPr>
        <p:spPr>
          <a:xfrm>
            <a:off x="3323645" y="5094580"/>
            <a:ext cx="8258755" cy="925223"/>
          </a:xfrm>
        </p:spPr>
        <p:txBody>
          <a:bodyPr/>
          <a:lstStyle>
            <a:lvl1pPr marL="0" indent="0" algn="r" latinLnBrk="0">
              <a:buNone/>
              <a:defRPr lang="zh-TW" sz="2100"/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  <p:sp>
        <p:nvSpPr>
          <p:cNvPr id="5" name="Rectangle 5"/>
          <p:cNvSpPr>
            <a:spLocks noGrp="1"/>
          </p:cNvSpPr>
          <p:nvPr>
            <p:ph type="ctrTitle"/>
          </p:nvPr>
        </p:nvSpPr>
        <p:spPr>
          <a:xfrm>
            <a:off x="1478648" y="3606803"/>
            <a:ext cx="10103752" cy="1470025"/>
          </a:xfrm>
        </p:spPr>
        <p:txBody>
          <a:bodyPr anchor="b" anchorCtr="0"/>
          <a:lstStyle>
            <a:lvl1pPr algn="r" latinLnBrk="0">
              <a:defRPr lang="zh-TW" sz="30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176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9" name="Rectang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61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68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085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兩欄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11" name="Rectangle 11"/>
          <p:cNvSpPr>
            <a:spLocks noGrp="1"/>
          </p:cNvSpPr>
          <p:nvPr>
            <p:ph type="body"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8" name="Rectang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81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337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0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17" name="Rectangle 17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8" name="Rectang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70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5.png"/>
          <p:cNvPicPr>
            <a:picLocks noChangeAspect="1"/>
          </p:cNvPicPr>
          <p:nvPr/>
        </p:nvPicPr>
        <p:blipFill>
          <a:blip r:embed="rId9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3" y="431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6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63" y="431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Rectangle 30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/>
              <a:t>按一下以編輯母片標題樣式</a:t>
            </a:r>
          </a:p>
        </p:txBody>
      </p:sp>
      <p:sp>
        <p:nvSpPr>
          <p:cNvPr id="12" name="Rectangle 1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Rectangle 6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latinLnBrk="0">
              <a:defRPr lang="zh-TW" sz="750">
                <a:latin typeface="+mn-lt"/>
              </a:defRPr>
            </a:lvl1pPr>
          </a:lstStyle>
          <a:p>
            <a:fld id="{B277EC77-3A8D-471E-94F2-81AF5CB0F055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20" name="Rectangle 20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 latinLnBrk="0">
              <a:defRPr lang="zh-TW" sz="750"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21" name="Rectangle 21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 latinLnBrk="0">
              <a:defRPr lang="zh-TW" sz="750">
                <a:latin typeface="+mn-lt"/>
              </a:defRPr>
            </a:lvl1pPr>
          </a:lstStyle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223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defPPr>
        <a:defRPr lang="zh-TW" sz="3300">
          <a:solidFill>
            <a:schemeClr val="tx1"/>
          </a:solidFill>
          <a:latin typeface="+mj-lt"/>
          <a:ea typeface="+mj-ea"/>
          <a:cs typeface="+mj-cs"/>
        </a:defRPr>
      </a:defPPr>
      <a:lvl1pPr algn="l" eaLnBrk="1" latinLnBrk="0" hangingPunct="1">
        <a:buNone/>
        <a:defRPr lang="zh-TW" sz="2700">
          <a:solidFill>
            <a:schemeClr val="tx1">
              <a:alpha val="100000"/>
            </a:schemeClr>
          </a:solidFill>
          <a:latin typeface="+mj-lt"/>
        </a:defRPr>
      </a:lvl1pPr>
    </p:titleStyle>
    <p:bodyStyle>
      <a:defPPr>
        <a:defRPr lang="zh-TW">
          <a:solidFill>
            <a:schemeClr val="tx1"/>
          </a:solidFill>
          <a:latin typeface="+mn-lt"/>
          <a:ea typeface="+mn-ea"/>
          <a:cs typeface="+mn-cs"/>
        </a:defRPr>
      </a:defPPr>
      <a:lvl1pPr marL="257175" indent="-257175" eaLnBrk="1" latinLnBrk="0" hangingPunct="1">
        <a:buChar char="•"/>
        <a:defRPr lang="zh-TW" sz="2100">
          <a:latin typeface="+mn-lt"/>
        </a:defRPr>
      </a:lvl1pPr>
      <a:lvl2pPr marL="557213" indent="-214313" eaLnBrk="1" hangingPunct="1">
        <a:buChar char="–"/>
        <a:defRPr lang="zh-TW" sz="1800">
          <a:latin typeface="+mn-lt"/>
        </a:defRPr>
      </a:lvl2pPr>
      <a:lvl3pPr marL="857250" indent="-171450" eaLnBrk="1" hangingPunct="1">
        <a:buChar char="•"/>
        <a:defRPr lang="zh-TW" sz="1800">
          <a:latin typeface="+mn-lt"/>
        </a:defRPr>
      </a:lvl3pPr>
      <a:lvl4pPr marL="1200150" indent="-171450" eaLnBrk="1" hangingPunct="1">
        <a:buChar char="–"/>
        <a:defRPr lang="zh-TW" sz="1500">
          <a:latin typeface="+mn-lt"/>
        </a:defRPr>
      </a:lvl4pPr>
      <a:lvl5pPr marL="1543050" indent="-171450" eaLnBrk="1" hangingPunct="1">
        <a:buChar char="»"/>
        <a:defRPr lang="zh-TW" sz="1500">
          <a:latin typeface="+mn-lt"/>
        </a:defRPr>
      </a:lvl5pPr>
      <a:lvl6pPr marL="1885950" indent="-171450" eaLnBrk="1" hangingPunct="1">
        <a:buChar char="•"/>
        <a:defRPr lang="zh-TW" sz="1500"/>
      </a:lvl6pPr>
      <a:lvl7pPr marL="2228850" indent="-171450" eaLnBrk="1" hangingPunct="1">
        <a:buChar char="•"/>
        <a:defRPr lang="zh-TW" sz="1500"/>
      </a:lvl7pPr>
      <a:lvl8pPr marL="2571750" indent="-171450" eaLnBrk="1" hangingPunct="1">
        <a:buChar char="•"/>
        <a:defRPr lang="zh-TW" sz="1500"/>
      </a:lvl8pPr>
      <a:lvl9pPr marL="2914650" indent="-171450" eaLnBrk="1" hangingPunct="1">
        <a:buChar char="•"/>
        <a:defRPr lang="zh-TW" sz="1500"/>
      </a:lvl9pPr>
    </p:bodyStyle>
    <p:otherStyle>
      <a:defPPr>
        <a:defRPr lang="zh-TW">
          <a:solidFill>
            <a:schemeClr val="tx1"/>
          </a:solidFill>
          <a:latin typeface="+mn-lt"/>
          <a:ea typeface="+mn-ea"/>
          <a:cs typeface="+mn-cs"/>
        </a:defRPr>
      </a:defPPr>
      <a:lvl1pPr marL="0" eaLnBrk="1" latinLnBrk="0" hangingPunct="1">
        <a:defRPr/>
      </a:lvl1pPr>
      <a:lvl2pPr marL="342900" eaLnBrk="1" hangingPunct="1">
        <a:defRPr/>
      </a:lvl2pPr>
      <a:lvl3pPr marL="685800" eaLnBrk="1" hangingPunct="1">
        <a:defRPr/>
      </a:lvl3pPr>
      <a:lvl4pPr marL="1028700" eaLnBrk="1" hangingPunct="1">
        <a:defRPr/>
      </a:lvl4pPr>
      <a:lvl5pPr marL="1371600" eaLnBrk="1" hangingPunct="1">
        <a:defRPr/>
      </a:lvl5pPr>
      <a:lvl6pPr marL="1714500" eaLnBrk="1" hangingPunct="1">
        <a:defRPr/>
      </a:lvl6pPr>
      <a:lvl7pPr marL="2057400" eaLnBrk="1" hangingPunct="1">
        <a:defRPr/>
      </a:lvl7pPr>
      <a:lvl8pPr marL="2400300" eaLnBrk="1" hangingPunct="1">
        <a:defRPr/>
      </a:lvl8pPr>
      <a:lvl9pPr marL="2743200" eaLnBrk="1" hangingPunct="1">
        <a:defRPr/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onos.com/digitalguide/hosting/cms/cms-comparison-a-review-of-the-best-platforms/?fbclid=IwAR29ecu8ISPnFT-dmKw6kABKJZgZYc3OIt-MnTlAsvTQPyI1PxpGCsYOxro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tw.wordpress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Homework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089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根據調查在</a:t>
            </a:r>
            <a:r>
              <a:rPr lang="en-US" altLang="zh-TW" dirty="0"/>
              <a:t>2019</a:t>
            </a:r>
            <a:r>
              <a:rPr lang="zh-TW" altLang="en-US" dirty="0"/>
              <a:t>年全世界約有</a:t>
            </a:r>
            <a:r>
              <a:rPr lang="en-US" altLang="zh-TW" dirty="0"/>
              <a:t>18 million</a:t>
            </a:r>
            <a:r>
              <a:rPr lang="zh-TW" altLang="en-US" dirty="0"/>
              <a:t>網站利用</a:t>
            </a:r>
            <a:r>
              <a:rPr lang="en-US" altLang="zh-TW" dirty="0" err="1"/>
              <a:t>wordpress</a:t>
            </a:r>
            <a:r>
              <a:rPr lang="zh-TW" altLang="en-US" dirty="0"/>
              <a:t>架設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Personal</a:t>
            </a:r>
            <a:r>
              <a:rPr lang="zh-TW" altLang="en-US" dirty="0"/>
              <a:t> </a:t>
            </a:r>
            <a:r>
              <a:rPr lang="en-US" altLang="zh-TW" dirty="0"/>
              <a:t>Blog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38" y="2405322"/>
            <a:ext cx="6791325" cy="27622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180706" y="5092870"/>
            <a:ext cx="84872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900" dirty="0">
                <a:hlinkClick r:id="rId3"/>
              </a:rPr>
              <a:t>https://www.ionos.com/digitalguide/hosting/cms/cms-comparison-a-review-of-the-best-platforms/?fbclid=IwAR29ecu8ISPnFT-dmKw6kABKJZgZYc3OIt-MnTlAsvTQPyI1PxpGCsYOxro</a:t>
            </a:r>
            <a:endParaRPr lang="zh-TW" altLang="en-US" sz="900" dirty="0"/>
          </a:p>
        </p:txBody>
      </p:sp>
    </p:spTree>
    <p:extLst>
      <p:ext uri="{BB962C8B-B14F-4D97-AF65-F5344CB8AC3E}">
        <p14:creationId xmlns:p14="http://schemas.microsoft.com/office/powerpoint/2010/main" val="328652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136B9E24-EC87-4509-8277-D5CA924DD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15 Best and Most Popular CMS Platforms in 2022</a:t>
            </a:r>
          </a:p>
          <a:p>
            <a:pPr lvl="1"/>
            <a:r>
              <a:rPr lang="en-US" altLang="zh-TW" dirty="0" err="1"/>
              <a:t>wordpress</a:t>
            </a:r>
            <a:r>
              <a:rPr lang="zh-TW" altLang="en-US" dirty="0"/>
              <a:t>排名第一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16DF940-95B8-4C79-82F5-AD5B0180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Personal</a:t>
            </a:r>
            <a:r>
              <a:rPr lang="zh-TW" altLang="en-US" dirty="0"/>
              <a:t> </a:t>
            </a:r>
            <a:r>
              <a:rPr lang="en-US" altLang="zh-TW" dirty="0"/>
              <a:t>Blog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CB4CB21-B55C-4507-BEB3-072C111B8A54}"/>
              </a:ext>
            </a:extLst>
          </p:cNvPr>
          <p:cNvSpPr txBox="1"/>
          <p:nvPr/>
        </p:nvSpPr>
        <p:spPr>
          <a:xfrm>
            <a:off x="1981200" y="6415044"/>
            <a:ext cx="5507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https://www.wpbeginner.com/showcase/best-cms-platforms-compared/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1F2D641-D5DA-4274-B801-8A623564B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963" y="2885813"/>
            <a:ext cx="4085534" cy="352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8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根據調查在</a:t>
            </a:r>
            <a:r>
              <a:rPr lang="en-US" altLang="zh-TW" dirty="0"/>
              <a:t>2025</a:t>
            </a:r>
            <a:r>
              <a:rPr lang="zh-TW" altLang="en-US" dirty="0"/>
              <a:t>年全世界約有</a:t>
            </a:r>
            <a:r>
              <a:rPr lang="en-US" altLang="zh-TW" dirty="0"/>
              <a:t>43.2%</a:t>
            </a:r>
            <a:r>
              <a:rPr lang="zh-TW" altLang="en-US" dirty="0"/>
              <a:t>的網站利用</a:t>
            </a:r>
            <a:r>
              <a:rPr lang="en-US" altLang="zh-TW" dirty="0" err="1"/>
              <a:t>wordpress</a:t>
            </a:r>
            <a:r>
              <a:rPr lang="zh-TW" altLang="en-US" dirty="0"/>
              <a:t>架設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wordpress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B6F59B2-9126-4D64-97E6-9DC6D9A21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479" y="2178392"/>
            <a:ext cx="7236771" cy="467960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F40B107-9F89-4896-922F-E8E39503B2DE}"/>
              </a:ext>
            </a:extLst>
          </p:cNvPr>
          <p:cNvSpPr txBox="1"/>
          <p:nvPr/>
        </p:nvSpPr>
        <p:spPr>
          <a:xfrm>
            <a:off x="706772" y="6581001"/>
            <a:ext cx="60946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https://colorlib.com/wp/cms-market-share/</a:t>
            </a:r>
          </a:p>
        </p:txBody>
      </p:sp>
    </p:spTree>
    <p:extLst>
      <p:ext uri="{BB962C8B-B14F-4D97-AF65-F5344CB8AC3E}">
        <p14:creationId xmlns:p14="http://schemas.microsoft.com/office/powerpoint/2010/main" val="238408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9D1F4AC8-FBA0-45ED-B3B8-04B6F8DA9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83440"/>
            <a:ext cx="10972800" cy="4525963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8D34356-C97F-4E76-8C7D-1B12C0FC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工作機會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9D14891-2ED9-4716-A29D-259302EE8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39" y="1688340"/>
            <a:ext cx="5046190" cy="452596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F92F534-0585-4268-B5B8-F349FCAD8D7F}"/>
              </a:ext>
            </a:extLst>
          </p:cNvPr>
          <p:cNvSpPr/>
          <p:nvPr/>
        </p:nvSpPr>
        <p:spPr>
          <a:xfrm>
            <a:off x="1115736" y="4153707"/>
            <a:ext cx="1191237" cy="296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D71B7F0-B38D-4E90-961B-289264B5C090}"/>
              </a:ext>
            </a:extLst>
          </p:cNvPr>
          <p:cNvSpPr txBox="1"/>
          <p:nvPr/>
        </p:nvSpPr>
        <p:spPr>
          <a:xfrm>
            <a:off x="807440" y="6180704"/>
            <a:ext cx="60946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https://www.104.com.tw/job/8flu9?jobsource=joblist_search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CEF7201-6A65-418D-B78C-4F2D422E5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529" y="1725682"/>
            <a:ext cx="6231172" cy="448862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9ED87B6-91C2-4B78-88DA-56C361ADF0E9}"/>
              </a:ext>
            </a:extLst>
          </p:cNvPr>
          <p:cNvSpPr/>
          <p:nvPr/>
        </p:nvSpPr>
        <p:spPr>
          <a:xfrm>
            <a:off x="6627303" y="3132800"/>
            <a:ext cx="1359016" cy="296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CDC6A8C-BD05-45E0-8990-33B9979D7945}"/>
              </a:ext>
            </a:extLst>
          </p:cNvPr>
          <p:cNvSpPr txBox="1"/>
          <p:nvPr/>
        </p:nvSpPr>
        <p:spPr>
          <a:xfrm>
            <a:off x="5619259" y="6108432"/>
            <a:ext cx="60946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https://www.104.com.tw/job/8l2oe?jobsource=joblist_search</a:t>
            </a:r>
          </a:p>
        </p:txBody>
      </p:sp>
    </p:spTree>
    <p:extLst>
      <p:ext uri="{BB962C8B-B14F-4D97-AF65-F5344CB8AC3E}">
        <p14:creationId xmlns:p14="http://schemas.microsoft.com/office/powerpoint/2010/main" val="2945279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請利用 </a:t>
            </a:r>
            <a:r>
              <a:rPr lang="en-US" altLang="zh-TW" dirty="0"/>
              <a:t>WordPress</a:t>
            </a:r>
            <a:r>
              <a:rPr lang="zh-TW" altLang="en-US" dirty="0"/>
              <a:t> 架設個人</a:t>
            </a:r>
            <a:r>
              <a:rPr lang="en-US" altLang="zh-TW" dirty="0"/>
              <a:t>Blog</a:t>
            </a:r>
          </a:p>
          <a:p>
            <a:pPr lvl="1"/>
            <a:r>
              <a:rPr lang="en-US" altLang="zh-TW" dirty="0">
                <a:hlinkClick r:id="rId2"/>
              </a:rPr>
              <a:t>https://tw.wordpress.org/</a:t>
            </a:r>
            <a:endParaRPr lang="en-US" altLang="zh-TW" dirty="0"/>
          </a:p>
          <a:p>
            <a:pPr lvl="1"/>
            <a:r>
              <a:rPr lang="zh-TW" altLang="en-US" dirty="0"/>
              <a:t>自行架設 </a:t>
            </a:r>
            <a:r>
              <a:rPr lang="en-US" altLang="zh-TW" dirty="0"/>
              <a:t>web server</a:t>
            </a:r>
          </a:p>
          <a:p>
            <a:pPr lvl="1"/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Personal</a:t>
            </a:r>
            <a:r>
              <a:rPr lang="zh-TW" altLang="en-US" dirty="0"/>
              <a:t> </a:t>
            </a:r>
            <a:r>
              <a:rPr lang="en-US" altLang="zh-TW" dirty="0"/>
              <a:t>Blog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3AD4A66-A060-4253-8337-E38F23533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046" y="2680102"/>
            <a:ext cx="9383907" cy="395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47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sz="2400" dirty="0"/>
              <a:t>Install</a:t>
            </a:r>
            <a:r>
              <a:rPr lang="zh-TW" altLang="en-US" sz="2400" dirty="0"/>
              <a:t> </a:t>
            </a:r>
            <a:r>
              <a:rPr lang="en-US" altLang="zh-TW" sz="2400" dirty="0"/>
              <a:t>server </a:t>
            </a:r>
            <a:r>
              <a:rPr lang="zh-TW" altLang="en-US" sz="2400" dirty="0"/>
              <a:t> </a:t>
            </a:r>
            <a:r>
              <a:rPr lang="en-US" altLang="zh-TW" sz="2400" dirty="0"/>
              <a:t>40%</a:t>
            </a:r>
          </a:p>
          <a:p>
            <a:pPr lvl="1"/>
            <a:r>
              <a:rPr lang="en-US" altLang="zh-TW" sz="2000" dirty="0"/>
              <a:t>apache 10%</a:t>
            </a:r>
          </a:p>
          <a:p>
            <a:pPr lvl="2"/>
            <a:r>
              <a:rPr lang="en-US" altLang="zh-TW" sz="2000" dirty="0"/>
              <a:t>Error</a:t>
            </a:r>
            <a:r>
              <a:rPr lang="zh-TW" altLang="en-US" sz="2000" dirty="0"/>
              <a:t> </a:t>
            </a:r>
            <a:r>
              <a:rPr lang="en-US" altLang="zh-TW" sz="2000" dirty="0"/>
              <a:t>page</a:t>
            </a:r>
            <a:r>
              <a:rPr lang="zh-TW" altLang="en-US" sz="2000" dirty="0"/>
              <a:t> </a:t>
            </a:r>
            <a:r>
              <a:rPr lang="en-US" altLang="zh-TW" sz="2000" dirty="0"/>
              <a:t>10%</a:t>
            </a:r>
          </a:p>
          <a:p>
            <a:pPr lvl="1"/>
            <a:r>
              <a:rPr lang="en-US" altLang="zh-TW" sz="2000" dirty="0"/>
              <a:t>php</a:t>
            </a:r>
            <a:r>
              <a:rPr lang="zh-TW" altLang="en-US" sz="2000" dirty="0"/>
              <a:t> </a:t>
            </a:r>
            <a:r>
              <a:rPr lang="en-US" altLang="zh-TW" sz="2000" dirty="0"/>
              <a:t>5</a:t>
            </a:r>
            <a:r>
              <a:rPr lang="zh-TW" altLang="en-US" sz="2000" dirty="0"/>
              <a:t> </a:t>
            </a:r>
            <a:r>
              <a:rPr lang="en-US" altLang="zh-TW" sz="2000" dirty="0"/>
              <a:t>% </a:t>
            </a:r>
          </a:p>
          <a:p>
            <a:pPr lvl="2"/>
            <a:r>
              <a:rPr lang="en-US" altLang="zh-TW" sz="2000">
                <a:solidFill>
                  <a:srgbClr val="FF0000"/>
                </a:solidFill>
              </a:rPr>
              <a:t>upgrade </a:t>
            </a:r>
            <a:r>
              <a:rPr lang="en-US" altLang="zh-TW" sz="2000" dirty="0">
                <a:solidFill>
                  <a:srgbClr val="FF0000"/>
                </a:solidFill>
              </a:rPr>
              <a:t>to php 8.3 10%</a:t>
            </a:r>
          </a:p>
          <a:p>
            <a:pPr lvl="1"/>
            <a:r>
              <a:rPr lang="en-US" altLang="zh-TW" sz="2000" dirty="0"/>
              <a:t>MySQL</a:t>
            </a:r>
            <a:r>
              <a:rPr lang="zh-TW" altLang="en-US" sz="2000" dirty="0"/>
              <a:t> </a:t>
            </a:r>
            <a:r>
              <a:rPr lang="en-US" altLang="zh-TW" sz="2000" dirty="0"/>
              <a:t>5%</a:t>
            </a:r>
          </a:p>
          <a:p>
            <a:pPr lvl="1"/>
            <a:endParaRPr lang="en-US" altLang="zh-TW" sz="2000" dirty="0"/>
          </a:p>
          <a:p>
            <a:r>
              <a:rPr lang="en-US" altLang="zh-TW" sz="2400" dirty="0"/>
              <a:t>Install</a:t>
            </a:r>
            <a:r>
              <a:rPr lang="zh-TW" altLang="en-US" sz="2400" dirty="0"/>
              <a:t> </a:t>
            </a:r>
            <a:r>
              <a:rPr lang="en-US" altLang="zh-TW" sz="2400" dirty="0"/>
              <a:t>WordPress</a:t>
            </a:r>
            <a:r>
              <a:rPr lang="zh-TW" altLang="en-US" sz="2400" dirty="0"/>
              <a:t> </a:t>
            </a:r>
            <a:r>
              <a:rPr lang="en-US" altLang="zh-TW" sz="2400" dirty="0"/>
              <a:t>30%</a:t>
            </a:r>
          </a:p>
          <a:p>
            <a:pPr lvl="1"/>
            <a:r>
              <a:rPr lang="en-US" altLang="zh-TW" sz="2000" dirty="0"/>
              <a:t>Install</a:t>
            </a:r>
            <a:r>
              <a:rPr lang="zh-TW" altLang="en-US" sz="2000" dirty="0"/>
              <a:t> </a:t>
            </a:r>
            <a:r>
              <a:rPr lang="en-US" altLang="zh-TW" sz="2000" dirty="0"/>
              <a:t>WordPress</a:t>
            </a:r>
            <a:r>
              <a:rPr lang="zh-TW" altLang="en-US" sz="2000" dirty="0"/>
              <a:t> </a:t>
            </a:r>
            <a:r>
              <a:rPr lang="en-US" altLang="zh-TW" sz="2000" dirty="0"/>
              <a:t>10%</a:t>
            </a:r>
          </a:p>
          <a:p>
            <a:pPr lvl="1"/>
            <a:r>
              <a:rPr lang="en-US" altLang="zh-TW" sz="2000" dirty="0"/>
              <a:t>Change</a:t>
            </a:r>
            <a:r>
              <a:rPr lang="zh-TW" altLang="en-US" sz="2000" dirty="0"/>
              <a:t> </a:t>
            </a:r>
            <a:r>
              <a:rPr lang="en-US" altLang="zh-TW" sz="2000" dirty="0"/>
              <a:t>WordPress</a:t>
            </a:r>
            <a:r>
              <a:rPr lang="zh-TW" altLang="en-US" sz="2000" dirty="0"/>
              <a:t> </a:t>
            </a:r>
            <a:r>
              <a:rPr lang="en-US" altLang="zh-TW" sz="2000" dirty="0"/>
              <a:t>template</a:t>
            </a:r>
            <a:r>
              <a:rPr lang="zh-TW" altLang="en-US" sz="2000" dirty="0"/>
              <a:t> </a:t>
            </a:r>
            <a:r>
              <a:rPr lang="en-US" altLang="zh-TW" sz="2000" dirty="0"/>
              <a:t>10%</a:t>
            </a:r>
          </a:p>
          <a:p>
            <a:pPr lvl="2"/>
            <a:r>
              <a:rPr lang="zh-TW" altLang="en-US" sz="2000" dirty="0"/>
              <a:t>更新外觀</a:t>
            </a:r>
            <a:endParaRPr lang="en-US" altLang="zh-TW" sz="2000" dirty="0"/>
          </a:p>
          <a:p>
            <a:pPr lvl="1"/>
            <a:r>
              <a:rPr lang="en-US" altLang="zh-TW" sz="2000" dirty="0"/>
              <a:t>Add</a:t>
            </a:r>
            <a:r>
              <a:rPr lang="zh-TW" altLang="en-US" sz="2000" dirty="0"/>
              <a:t> </a:t>
            </a:r>
            <a:r>
              <a:rPr lang="en-US" altLang="zh-TW" sz="2000" dirty="0"/>
              <a:t>gallery</a:t>
            </a:r>
            <a:r>
              <a:rPr lang="zh-TW" altLang="en-US" sz="2000" dirty="0"/>
              <a:t> </a:t>
            </a:r>
            <a:r>
              <a:rPr lang="en-US" altLang="zh-TW" sz="2000" dirty="0"/>
              <a:t>(plugin)</a:t>
            </a:r>
            <a:r>
              <a:rPr lang="zh-TW" altLang="en-US" sz="2000" dirty="0"/>
              <a:t> </a:t>
            </a:r>
            <a:r>
              <a:rPr lang="en-US" altLang="zh-TW" sz="2000" dirty="0"/>
              <a:t>10%</a:t>
            </a:r>
          </a:p>
          <a:p>
            <a:pPr lvl="2"/>
            <a:r>
              <a:rPr lang="zh-TW" altLang="en-US" sz="2000" dirty="0"/>
              <a:t>增加相簿功能</a:t>
            </a:r>
            <a:endParaRPr lang="en-US" altLang="zh-TW" sz="2000" dirty="0"/>
          </a:p>
          <a:p>
            <a:endParaRPr lang="en-US" altLang="zh-TW" sz="2000" dirty="0"/>
          </a:p>
          <a:p>
            <a:r>
              <a:rPr lang="en-US" altLang="zh-TW" sz="2000" dirty="0"/>
              <a:t>Scan website </a:t>
            </a:r>
            <a:r>
              <a:rPr lang="en-US" altLang="zh-TW" sz="2000" dirty="0">
                <a:solidFill>
                  <a:srgbClr val="FF0000"/>
                </a:solidFill>
              </a:rPr>
              <a:t>10%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Post</a:t>
            </a:r>
            <a:r>
              <a:rPr lang="zh-TW" altLang="en-US" dirty="0"/>
              <a:t> </a:t>
            </a:r>
            <a:r>
              <a:rPr lang="en-US" altLang="zh-TW" dirty="0"/>
              <a:t>2 articles</a:t>
            </a:r>
            <a:r>
              <a:rPr lang="zh-TW" altLang="en-US" dirty="0"/>
              <a:t> </a:t>
            </a:r>
            <a:r>
              <a:rPr lang="en-US" altLang="zh-TW" dirty="0"/>
              <a:t>on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Blog</a:t>
            </a:r>
            <a:r>
              <a:rPr lang="zh-TW" altLang="en-US" dirty="0"/>
              <a:t> </a:t>
            </a:r>
            <a:r>
              <a:rPr lang="en-US" altLang="zh-TW" dirty="0"/>
              <a:t>20%</a:t>
            </a:r>
          </a:p>
          <a:p>
            <a:pPr lvl="1"/>
            <a:r>
              <a:rPr lang="en-US" altLang="zh-TW" dirty="0"/>
              <a:t>Self-introduction</a:t>
            </a:r>
          </a:p>
          <a:p>
            <a:pPr lvl="1"/>
            <a:r>
              <a:rPr lang="en-US" altLang="zh-TW" dirty="0"/>
              <a:t>Any</a:t>
            </a:r>
            <a:r>
              <a:rPr lang="zh-TW" altLang="en-US" dirty="0"/>
              <a:t> </a:t>
            </a:r>
            <a:r>
              <a:rPr lang="en-US" altLang="zh-TW" dirty="0"/>
              <a:t>suggestion</a:t>
            </a:r>
            <a:r>
              <a:rPr lang="zh-TW" altLang="en-US" dirty="0"/>
              <a:t> </a:t>
            </a:r>
            <a:r>
              <a:rPr lang="en-US" altLang="zh-TW" dirty="0"/>
              <a:t>about</a:t>
            </a:r>
            <a:r>
              <a:rPr lang="zh-TW" altLang="en-US" dirty="0"/>
              <a:t> </a:t>
            </a:r>
            <a:r>
              <a:rPr lang="en-US" altLang="zh-TW" dirty="0"/>
              <a:t>this</a:t>
            </a:r>
            <a:r>
              <a:rPr lang="zh-TW" altLang="en-US" dirty="0"/>
              <a:t> </a:t>
            </a:r>
            <a:r>
              <a:rPr lang="en-US" altLang="zh-TW" dirty="0"/>
              <a:t>class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Personal</a:t>
            </a:r>
            <a:r>
              <a:rPr lang="zh-TW" altLang="en-US" dirty="0"/>
              <a:t> </a:t>
            </a:r>
            <a:r>
              <a:rPr lang="en-US" altLang="zh-TW" dirty="0"/>
              <a:t>Blog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29166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000" dirty="0"/>
              <a:t>Register</a:t>
            </a:r>
            <a:r>
              <a:rPr lang="zh-TW" altLang="en-US" sz="2000" dirty="0"/>
              <a:t> </a:t>
            </a:r>
            <a:r>
              <a:rPr lang="en-US" altLang="zh-TW" sz="2000" dirty="0"/>
              <a:t>hostname</a:t>
            </a:r>
            <a:r>
              <a:rPr lang="zh-TW" altLang="en-US" sz="2000" dirty="0"/>
              <a:t> </a:t>
            </a:r>
            <a:r>
              <a:rPr lang="en-US" altLang="zh-TW" sz="2000" dirty="0"/>
              <a:t>(DNS) +10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https protocol +10</a:t>
            </a:r>
          </a:p>
          <a:p>
            <a:endParaRPr lang="en-US" altLang="zh-TW" dirty="0"/>
          </a:p>
          <a:p>
            <a:r>
              <a:rPr lang="en-US" altLang="zh-TW" dirty="0"/>
              <a:t>9/18</a:t>
            </a:r>
            <a:r>
              <a:rPr lang="zh-TW" altLang="en-US" dirty="0"/>
              <a:t>前繳交且原始分數達</a:t>
            </a:r>
            <a:r>
              <a:rPr lang="en-US" altLang="zh-TW" dirty="0"/>
              <a:t>90</a:t>
            </a:r>
            <a:r>
              <a:rPr lang="zh-TW" altLang="en-US" dirty="0"/>
              <a:t>分 </a:t>
            </a:r>
            <a:r>
              <a:rPr lang="en-US" altLang="zh-TW"/>
              <a:t>+10</a:t>
            </a:r>
            <a:endParaRPr lang="en-US" altLang="zh-TW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Bonus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545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Deadline</a:t>
            </a:r>
          </a:p>
          <a:p>
            <a:pPr lvl="1"/>
            <a:r>
              <a:rPr lang="en-US" altLang="zh-TW" dirty="0"/>
              <a:t>10/09 23:59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繳交方式</a:t>
            </a:r>
            <a:endParaRPr lang="en-US" altLang="zh-TW" dirty="0"/>
          </a:p>
          <a:p>
            <a:pPr lvl="1"/>
            <a:r>
              <a:rPr lang="en-US" altLang="zh-TW" dirty="0"/>
              <a:t>Demo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zh-TW" altLang="en-US" dirty="0"/>
              <a:t>請跟助教約時間</a:t>
            </a:r>
            <a:endParaRPr lang="en-US" altLang="zh-TW" dirty="0"/>
          </a:p>
          <a:p>
            <a:pPr lvl="2"/>
            <a:endParaRPr lang="en-US" altLang="zh-TW" dirty="0"/>
          </a:p>
          <a:p>
            <a:pPr lvl="1"/>
            <a:r>
              <a:rPr lang="en-US" altLang="zh-TW" dirty="0"/>
              <a:t>Word</a:t>
            </a:r>
            <a:r>
              <a:rPr lang="zh-TW" altLang="en-US" dirty="0"/>
              <a:t>檔上傳到</a:t>
            </a:r>
            <a:r>
              <a:rPr lang="en-US" altLang="zh-TW" dirty="0"/>
              <a:t>portal</a:t>
            </a:r>
          </a:p>
          <a:p>
            <a:pPr lvl="2"/>
            <a:r>
              <a:rPr lang="zh-TW" altLang="en-US" dirty="0"/>
              <a:t>檔名：</a:t>
            </a:r>
            <a:r>
              <a:rPr lang="en-US" altLang="zh-TW" dirty="0"/>
              <a:t>s</a:t>
            </a:r>
            <a:r>
              <a:rPr lang="zh-TW" altLang="en-US" dirty="0"/>
              <a:t>學號</a:t>
            </a:r>
            <a:r>
              <a:rPr lang="en-US" altLang="zh-TW" dirty="0"/>
              <a:t>_</a:t>
            </a:r>
            <a:r>
              <a:rPr lang="en-US" altLang="zh-TW" dirty="0" err="1"/>
              <a:t>HW1.doc</a:t>
            </a:r>
            <a:r>
              <a:rPr lang="en-US" altLang="zh-TW" dirty="0"/>
              <a:t> </a:t>
            </a:r>
            <a:r>
              <a:rPr lang="zh-TW" altLang="en-US" dirty="0"/>
              <a:t>或 </a:t>
            </a:r>
            <a:r>
              <a:rPr lang="en-US" altLang="zh-TW" dirty="0"/>
              <a:t>s</a:t>
            </a:r>
            <a:r>
              <a:rPr lang="zh-TW" altLang="en-US" dirty="0"/>
              <a:t>學號</a:t>
            </a:r>
            <a:r>
              <a:rPr lang="en-US" altLang="zh-TW" dirty="0"/>
              <a:t>_</a:t>
            </a:r>
            <a:r>
              <a:rPr lang="en-US" altLang="zh-TW" dirty="0" err="1"/>
              <a:t>HW1.docx</a:t>
            </a:r>
            <a:endParaRPr lang="en-US" altLang="zh-TW" dirty="0"/>
          </a:p>
          <a:p>
            <a:pPr lvl="3"/>
            <a:r>
              <a:rPr lang="zh-TW" altLang="en-US" dirty="0"/>
              <a:t>內容包含：網址、網站首頁截圖、自我介紹</a:t>
            </a:r>
            <a:r>
              <a:rPr lang="en-US" altLang="zh-TW" dirty="0"/>
              <a:t>(</a:t>
            </a:r>
            <a:r>
              <a:rPr lang="zh-TW" altLang="en-US" dirty="0"/>
              <a:t>純文字</a:t>
            </a:r>
            <a:r>
              <a:rPr lang="en-US" altLang="zh-TW" dirty="0"/>
              <a:t>)</a:t>
            </a:r>
            <a:r>
              <a:rPr lang="zh-TW" altLang="en-US" dirty="0"/>
              <a:t>、課程建議</a:t>
            </a:r>
            <a:r>
              <a:rPr lang="en-US" altLang="zh-TW" dirty="0"/>
              <a:t>(</a:t>
            </a:r>
            <a:r>
              <a:rPr lang="zh-TW" altLang="en-US" dirty="0"/>
              <a:t>純文字</a:t>
            </a:r>
            <a:r>
              <a:rPr lang="en-US" altLang="zh-TW" dirty="0"/>
              <a:t>)</a:t>
            </a:r>
          </a:p>
          <a:p>
            <a:pPr lvl="3"/>
            <a:r>
              <a:rPr lang="zh-TW" altLang="en-US" dirty="0">
                <a:solidFill>
                  <a:srgbClr val="FF0000"/>
                </a:solidFill>
              </a:rPr>
              <a:t>檔名未依格式扣</a:t>
            </a:r>
            <a:r>
              <a:rPr lang="en-US" altLang="zh-TW" dirty="0">
                <a:solidFill>
                  <a:srgbClr val="FF0000"/>
                </a:solidFill>
              </a:rPr>
              <a:t>10%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Deadline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6343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9CA55D68-5AB6-4AD1-B5DE-0C5904684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6D24AC2-6CF5-48B3-ACFD-1ECB57A3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B3D3D61-8B2E-4D07-B484-83B215C6F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949" y="0"/>
            <a:ext cx="59561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78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Q&amp;A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08556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模組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 4 Q&amp;A.v1</Template>
  <TotalTime>145</TotalTime>
  <Words>386</Words>
  <Application>Microsoft Office PowerPoint</Application>
  <PresentationFormat>寬螢幕</PresentationFormat>
  <Paragraphs>58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3" baseType="lpstr">
      <vt:lpstr>Corbel</vt:lpstr>
      <vt:lpstr>Custom Theme</vt:lpstr>
      <vt:lpstr>Homework 1</vt:lpstr>
      <vt:lpstr>Personal Blog</vt:lpstr>
      <vt:lpstr>Personal Blog</vt:lpstr>
      <vt:lpstr>wordpress</vt:lpstr>
      <vt:lpstr>工作機會</vt:lpstr>
      <vt:lpstr>Personal Blog</vt:lpstr>
      <vt:lpstr>Personal Blog</vt:lpstr>
      <vt:lpstr>Bonus</vt:lpstr>
      <vt:lpstr>Deadline</vt:lpstr>
      <vt:lpstr>PowerPoint 簡報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Homework2</dc:title>
  <dc:creator>tinin</dc:creator>
  <cp:lastModifiedBy>簡廷因</cp:lastModifiedBy>
  <cp:revision>46</cp:revision>
  <dcterms:created xsi:type="dcterms:W3CDTF">2014-10-13T00:41:19Z</dcterms:created>
  <dcterms:modified xsi:type="dcterms:W3CDTF">2025-09-10T16:30:32Z</dcterms:modified>
</cp:coreProperties>
</file>