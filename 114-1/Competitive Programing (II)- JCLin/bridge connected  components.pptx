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51" r:id="rId1"/>
  </p:sldMasterIdLst>
  <p:notesMasterIdLst>
    <p:notesMasterId r:id="rId221"/>
  </p:notesMasterIdLst>
  <p:handoutMasterIdLst>
    <p:handoutMasterId r:id="rId222"/>
  </p:handoutMasterIdLst>
  <p:sldIdLst>
    <p:sldId id="1033" r:id="rId2"/>
    <p:sldId id="1037" r:id="rId3"/>
    <p:sldId id="1046" r:id="rId4"/>
    <p:sldId id="1039" r:id="rId5"/>
    <p:sldId id="1047" r:id="rId6"/>
    <p:sldId id="1048" r:id="rId7"/>
    <p:sldId id="1221" r:id="rId8"/>
    <p:sldId id="1045" r:id="rId9"/>
    <p:sldId id="1040" r:id="rId10"/>
    <p:sldId id="1043" r:id="rId11"/>
    <p:sldId id="1222" r:id="rId12"/>
    <p:sldId id="1041" r:id="rId13"/>
    <p:sldId id="1224" r:id="rId14"/>
    <p:sldId id="1153" r:id="rId15"/>
    <p:sldId id="1154" r:id="rId16"/>
    <p:sldId id="1155" r:id="rId17"/>
    <p:sldId id="1156" r:id="rId18"/>
    <p:sldId id="1157" r:id="rId19"/>
    <p:sldId id="1158" r:id="rId20"/>
    <p:sldId id="1159" r:id="rId21"/>
    <p:sldId id="1160" r:id="rId22"/>
    <p:sldId id="1161" r:id="rId23"/>
    <p:sldId id="1162" r:id="rId24"/>
    <p:sldId id="1163" r:id="rId25"/>
    <p:sldId id="1164" r:id="rId26"/>
    <p:sldId id="1165" r:id="rId27"/>
    <p:sldId id="1166" r:id="rId28"/>
    <p:sldId id="1167" r:id="rId29"/>
    <p:sldId id="1168" r:id="rId30"/>
    <p:sldId id="1327" r:id="rId31"/>
    <p:sldId id="1169" r:id="rId32"/>
    <p:sldId id="1170" r:id="rId33"/>
    <p:sldId id="1171" r:id="rId34"/>
    <p:sldId id="1328" r:id="rId35"/>
    <p:sldId id="1172" r:id="rId36"/>
    <p:sldId id="1173" r:id="rId37"/>
    <p:sldId id="1174" r:id="rId38"/>
    <p:sldId id="1175" r:id="rId39"/>
    <p:sldId id="1176" r:id="rId40"/>
    <p:sldId id="1177" r:id="rId41"/>
    <p:sldId id="1178" r:id="rId42"/>
    <p:sldId id="1179" r:id="rId43"/>
    <p:sldId id="910" r:id="rId44"/>
    <p:sldId id="1192" r:id="rId45"/>
    <p:sldId id="1186" r:id="rId46"/>
    <p:sldId id="1187" r:id="rId47"/>
    <p:sldId id="1188" r:id="rId48"/>
    <p:sldId id="1189" r:id="rId49"/>
    <p:sldId id="1190" r:id="rId50"/>
    <p:sldId id="1191" r:id="rId51"/>
    <p:sldId id="1185" r:id="rId52"/>
    <p:sldId id="1181" r:id="rId53"/>
    <p:sldId id="1182" r:id="rId54"/>
    <p:sldId id="1183" r:id="rId55"/>
    <p:sldId id="1184" r:id="rId56"/>
    <p:sldId id="1180" r:id="rId57"/>
    <p:sldId id="1226" r:id="rId58"/>
    <p:sldId id="1227" r:id="rId59"/>
    <p:sldId id="1118" r:id="rId60"/>
    <p:sldId id="932" r:id="rId61"/>
    <p:sldId id="934" r:id="rId62"/>
    <p:sldId id="935" r:id="rId63"/>
    <p:sldId id="936" r:id="rId64"/>
    <p:sldId id="937" r:id="rId65"/>
    <p:sldId id="938" r:id="rId66"/>
    <p:sldId id="939" r:id="rId67"/>
    <p:sldId id="940" r:id="rId68"/>
    <p:sldId id="941" r:id="rId69"/>
    <p:sldId id="942" r:id="rId70"/>
    <p:sldId id="943" r:id="rId71"/>
    <p:sldId id="944" r:id="rId72"/>
    <p:sldId id="945" r:id="rId73"/>
    <p:sldId id="946" r:id="rId74"/>
    <p:sldId id="947" r:id="rId75"/>
    <p:sldId id="1329" r:id="rId76"/>
    <p:sldId id="948" r:id="rId77"/>
    <p:sldId id="949" r:id="rId78"/>
    <p:sldId id="950" r:id="rId79"/>
    <p:sldId id="951" r:id="rId80"/>
    <p:sldId id="1330" r:id="rId81"/>
    <p:sldId id="952" r:id="rId82"/>
    <p:sldId id="953" r:id="rId83"/>
    <p:sldId id="954" r:id="rId84"/>
    <p:sldId id="955" r:id="rId85"/>
    <p:sldId id="956" r:id="rId86"/>
    <p:sldId id="957" r:id="rId87"/>
    <p:sldId id="958" r:id="rId88"/>
    <p:sldId id="959" r:id="rId89"/>
    <p:sldId id="960" r:id="rId90"/>
    <p:sldId id="1331" r:id="rId91"/>
    <p:sldId id="961" r:id="rId92"/>
    <p:sldId id="962" r:id="rId93"/>
    <p:sldId id="963" r:id="rId94"/>
    <p:sldId id="964" r:id="rId95"/>
    <p:sldId id="1122" r:id="rId96"/>
    <p:sldId id="1228" r:id="rId97"/>
    <p:sldId id="1125" r:id="rId98"/>
    <p:sldId id="1229" r:id="rId99"/>
    <p:sldId id="1101" r:id="rId100"/>
    <p:sldId id="1102" r:id="rId101"/>
    <p:sldId id="1124" r:id="rId102"/>
    <p:sldId id="1127" r:id="rId103"/>
    <p:sldId id="1128" r:id="rId104"/>
    <p:sldId id="1129" r:id="rId105"/>
    <p:sldId id="1130" r:id="rId106"/>
    <p:sldId id="1131" r:id="rId107"/>
    <p:sldId id="1132" r:id="rId108"/>
    <p:sldId id="1133" r:id="rId109"/>
    <p:sldId id="1134" r:id="rId110"/>
    <p:sldId id="1135" r:id="rId111"/>
    <p:sldId id="1136" r:id="rId112"/>
    <p:sldId id="1137" r:id="rId113"/>
    <p:sldId id="1138" r:id="rId114"/>
    <p:sldId id="1139" r:id="rId115"/>
    <p:sldId id="1140" r:id="rId116"/>
    <p:sldId id="1141" r:id="rId117"/>
    <p:sldId id="1142" r:id="rId118"/>
    <p:sldId id="1143" r:id="rId119"/>
    <p:sldId id="1144" r:id="rId120"/>
    <p:sldId id="1145" r:id="rId121"/>
    <p:sldId id="1146" r:id="rId122"/>
    <p:sldId id="1147" r:id="rId123"/>
    <p:sldId id="1148" r:id="rId124"/>
    <p:sldId id="1149" r:id="rId125"/>
    <p:sldId id="1150" r:id="rId126"/>
    <p:sldId id="1151" r:id="rId127"/>
    <p:sldId id="1152" r:id="rId128"/>
    <p:sldId id="1230" r:id="rId129"/>
    <p:sldId id="1231" r:id="rId130"/>
    <p:sldId id="1232" r:id="rId131"/>
    <p:sldId id="1233" r:id="rId132"/>
    <p:sldId id="1234" r:id="rId133"/>
    <p:sldId id="1235" r:id="rId134"/>
    <p:sldId id="1236" r:id="rId135"/>
    <p:sldId id="1237" r:id="rId136"/>
    <p:sldId id="1238" r:id="rId137"/>
    <p:sldId id="1239" r:id="rId138"/>
    <p:sldId id="1240" r:id="rId139"/>
    <p:sldId id="1241" r:id="rId140"/>
    <p:sldId id="1242" r:id="rId141"/>
    <p:sldId id="1243" r:id="rId142"/>
    <p:sldId id="1244" r:id="rId143"/>
    <p:sldId id="1245" r:id="rId144"/>
    <p:sldId id="1246" r:id="rId145"/>
    <p:sldId id="1247" r:id="rId146"/>
    <p:sldId id="1248" r:id="rId147"/>
    <p:sldId id="1249" r:id="rId148"/>
    <p:sldId id="1250" r:id="rId149"/>
    <p:sldId id="1251" r:id="rId150"/>
    <p:sldId id="1252" r:id="rId151"/>
    <p:sldId id="1253" r:id="rId152"/>
    <p:sldId id="1254" r:id="rId153"/>
    <p:sldId id="1255" r:id="rId154"/>
    <p:sldId id="1256" r:id="rId155"/>
    <p:sldId id="1257" r:id="rId156"/>
    <p:sldId id="1258" r:id="rId157"/>
    <p:sldId id="1259" r:id="rId158"/>
    <p:sldId id="1260" r:id="rId159"/>
    <p:sldId id="1261" r:id="rId160"/>
    <p:sldId id="1262" r:id="rId161"/>
    <p:sldId id="1263" r:id="rId162"/>
    <p:sldId id="1264" r:id="rId163"/>
    <p:sldId id="1265" r:id="rId164"/>
    <p:sldId id="1266" r:id="rId165"/>
    <p:sldId id="1267" r:id="rId166"/>
    <p:sldId id="1268" r:id="rId167"/>
    <p:sldId id="1269" r:id="rId168"/>
    <p:sldId id="1270" r:id="rId169"/>
    <p:sldId id="1271" r:id="rId170"/>
    <p:sldId id="1272" r:id="rId171"/>
    <p:sldId id="1273" r:id="rId172"/>
    <p:sldId id="1274" r:id="rId173"/>
    <p:sldId id="1275" r:id="rId174"/>
    <p:sldId id="1276" r:id="rId175"/>
    <p:sldId id="1326" r:id="rId176"/>
    <p:sldId id="1283" r:id="rId177"/>
    <p:sldId id="1284" r:id="rId178"/>
    <p:sldId id="1332" r:id="rId179"/>
    <p:sldId id="1285" r:id="rId180"/>
    <p:sldId id="1286" r:id="rId181"/>
    <p:sldId id="1287" r:id="rId182"/>
    <p:sldId id="1288" r:id="rId183"/>
    <p:sldId id="1289" r:id="rId184"/>
    <p:sldId id="1290" r:id="rId185"/>
    <p:sldId id="1291" r:id="rId186"/>
    <p:sldId id="1292" r:id="rId187"/>
    <p:sldId id="1293" r:id="rId188"/>
    <p:sldId id="1294" r:id="rId189"/>
    <p:sldId id="1295" r:id="rId190"/>
    <p:sldId id="1296" r:id="rId191"/>
    <p:sldId id="1297" r:id="rId192"/>
    <p:sldId id="1298" r:id="rId193"/>
    <p:sldId id="1299" r:id="rId194"/>
    <p:sldId id="1300" r:id="rId195"/>
    <p:sldId id="1301" r:id="rId196"/>
    <p:sldId id="1302" r:id="rId197"/>
    <p:sldId id="1303" r:id="rId198"/>
    <p:sldId id="1304" r:id="rId199"/>
    <p:sldId id="1305" r:id="rId200"/>
    <p:sldId id="1306" r:id="rId201"/>
    <p:sldId id="1307" r:id="rId202"/>
    <p:sldId id="1308" r:id="rId203"/>
    <p:sldId id="1309" r:id="rId204"/>
    <p:sldId id="1310" r:id="rId205"/>
    <p:sldId id="1311" r:id="rId206"/>
    <p:sldId id="1312" r:id="rId207"/>
    <p:sldId id="1313" r:id="rId208"/>
    <p:sldId id="1314" r:id="rId209"/>
    <p:sldId id="1315" r:id="rId210"/>
    <p:sldId id="1316" r:id="rId211"/>
    <p:sldId id="1317" r:id="rId212"/>
    <p:sldId id="1318" r:id="rId213"/>
    <p:sldId id="1319" r:id="rId214"/>
    <p:sldId id="1320" r:id="rId215"/>
    <p:sldId id="1321" r:id="rId216"/>
    <p:sldId id="1322" r:id="rId217"/>
    <p:sldId id="1323" r:id="rId218"/>
    <p:sldId id="1324" r:id="rId219"/>
    <p:sldId id="1325" r:id="rId220"/>
  </p:sldIdLst>
  <p:sldSz cx="9144000" cy="6858000" type="overhead"/>
  <p:notesSz cx="9928225" cy="6669088"/>
  <p:defaultTextStyle>
    <a:defPPr>
      <a:defRPr lang="zh-TW"/>
    </a:defPPr>
    <a:lvl1pPr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5pPr>
    <a:lvl6pPr marL="2286000" algn="l" defTabSz="914400" rtl="0" eaLnBrk="1" latinLnBrk="0" hangingPunct="1"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6pPr>
    <a:lvl7pPr marL="2743200" algn="l" defTabSz="914400" rtl="0" eaLnBrk="1" latinLnBrk="0" hangingPunct="1"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7pPr>
    <a:lvl8pPr marL="3200400" algn="l" defTabSz="914400" rtl="0" eaLnBrk="1" latinLnBrk="0" hangingPunct="1"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8pPr>
    <a:lvl9pPr marL="3657600" algn="l" defTabSz="914400" rtl="0" eaLnBrk="1" latinLnBrk="0" hangingPunct="1">
      <a:defRPr kumimoji="1" sz="3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065">
          <p15:clr>
            <a:srgbClr val="A4A3A4"/>
          </p15:clr>
        </p15:guide>
        <p15:guide id="2" pos="567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00CC00"/>
    <a:srgbClr val="00B0F0"/>
    <a:srgbClr val="00E4A8"/>
    <a:srgbClr val="FFFF00"/>
    <a:srgbClr val="FF99FF"/>
    <a:srgbClr val="B2B2B2"/>
    <a:srgbClr val="008000"/>
    <a:srgbClr val="00FF00"/>
    <a:srgbClr val="96969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等深淺樣式 2 - 輔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無樣式、表格格線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982" autoAdjust="0"/>
    <p:restoredTop sz="95455" autoAdjust="0"/>
  </p:normalViewPr>
  <p:slideViewPr>
    <p:cSldViewPr showGuides="1">
      <p:cViewPr varScale="1">
        <p:scale>
          <a:sx n="95" d="100"/>
          <a:sy n="95" d="100"/>
        </p:scale>
        <p:origin x="149" y="77"/>
      </p:cViewPr>
      <p:guideLst>
        <p:guide orient="horz" pos="4065"/>
        <p:guide pos="567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680"/>
    </p:cViewPr>
  </p:sorterViewPr>
  <p:gridSpacing cx="180000" cy="1800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tableStyles" Target="tableStyles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0" Type="http://schemas.openxmlformats.org/officeDocument/2006/relationships/slide" Target="slides/slide219.xml"/><Relationship Id="rId225" Type="http://schemas.openxmlformats.org/officeDocument/2006/relationships/theme" Target="theme/theme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slide" Target="slides/slide214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notesMaster" Target="notesMasters/notesMaster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handoutMaster" Target="handoutMasters/handoutMaster1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presProps" Target="presProps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viewProps" Target="viewProps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302125" cy="331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>
            <a:lvl1pPr algn="l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4579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624513" y="0"/>
            <a:ext cx="4302125" cy="331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>
            <a:lvl1pPr algn="r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4580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6335713"/>
            <a:ext cx="4302125" cy="331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b" anchorCtr="0" compatLnSpc="1">
            <a:prstTxWarp prst="textNoShape">
              <a:avLst/>
            </a:prstTxWarp>
          </a:bodyPr>
          <a:lstStyle>
            <a:lvl1pPr algn="l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4581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624513" y="6335713"/>
            <a:ext cx="4302125" cy="331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b" anchorCtr="0" compatLnSpc="1">
            <a:prstTxWarp prst="textNoShape">
              <a:avLst/>
            </a:prstTxWarp>
          </a:bodyPr>
          <a:lstStyle>
            <a:lvl1pPr algn="r" defTabSz="947738">
              <a:defRPr sz="1200"/>
            </a:lvl1pPr>
          </a:lstStyle>
          <a:p>
            <a:pPr>
              <a:defRPr/>
            </a:pPr>
            <a:fld id="{7027CD03-75DA-4C94-8D1F-69A636C2E8BB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302125" cy="331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>
            <a:lvl1pPr algn="l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253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624513" y="0"/>
            <a:ext cx="4302125" cy="331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>
            <a:lvl1pPr algn="r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7613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298825" y="501650"/>
            <a:ext cx="3330575" cy="249872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253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92188" y="3167063"/>
            <a:ext cx="7943850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noProof="0"/>
              <a:t>按一下以編輯母片</a:t>
            </a:r>
          </a:p>
          <a:p>
            <a:pPr lvl="1"/>
            <a:r>
              <a:rPr lang="zh-TW" altLang="en-US" noProof="0"/>
              <a:t>第二層</a:t>
            </a:r>
          </a:p>
          <a:p>
            <a:pPr lvl="2"/>
            <a:r>
              <a:rPr lang="zh-TW" altLang="en-US" noProof="0"/>
              <a:t>第三層</a:t>
            </a:r>
          </a:p>
          <a:p>
            <a:pPr lvl="3"/>
            <a:r>
              <a:rPr lang="zh-TW" altLang="en-US" noProof="0"/>
              <a:t>第四層</a:t>
            </a:r>
          </a:p>
          <a:p>
            <a:pPr lvl="4"/>
            <a:r>
              <a:rPr lang="zh-TW" altLang="en-US" noProof="0"/>
              <a:t>第五層</a:t>
            </a:r>
          </a:p>
        </p:txBody>
      </p:sp>
      <p:sp>
        <p:nvSpPr>
          <p:cNvPr id="2253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6335713"/>
            <a:ext cx="4302125" cy="331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b" anchorCtr="0" compatLnSpc="1">
            <a:prstTxWarp prst="textNoShape">
              <a:avLst/>
            </a:prstTxWarp>
          </a:bodyPr>
          <a:lstStyle>
            <a:lvl1pPr algn="l" defTabSz="947738">
              <a:defRPr sz="1200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253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624513" y="6335713"/>
            <a:ext cx="4302125" cy="331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4838" tIns="47419" rIns="94838" bIns="47419" numCol="1" anchor="b" anchorCtr="0" compatLnSpc="1">
            <a:prstTxWarp prst="textNoShape">
              <a:avLst/>
            </a:prstTxWarp>
          </a:bodyPr>
          <a:lstStyle>
            <a:lvl1pPr algn="r" defTabSz="947738">
              <a:defRPr sz="1200"/>
            </a:lvl1pPr>
          </a:lstStyle>
          <a:p>
            <a:pPr>
              <a:defRPr/>
            </a:pPr>
            <a:fld id="{33D4C07E-077C-4BB7-B7DE-F984120537F1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432000" y="2708999"/>
            <a:ext cx="8280000" cy="1440000"/>
          </a:xfrm>
        </p:spPr>
        <p:txBody>
          <a:bodyPr anchor="ctr" anchorCtr="0"/>
          <a:lstStyle>
            <a:lvl1pPr>
              <a:defRPr sz="4800"/>
            </a:lvl1pPr>
          </a:lstStyle>
          <a:p>
            <a:r>
              <a:rPr lang="zh-TW" altLang="en-US" dirty="0"/>
              <a:t>按一下以編輯母片標題樣式</a:t>
            </a: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TW" altLang="en-US" dirty="0"/>
              <a:t>按一下以編輯母片文字樣式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22507971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>
          <a:xfrm>
            <a:off x="252000" y="909001"/>
            <a:ext cx="4140000" cy="4320000"/>
          </a:xfrm>
        </p:spPr>
        <p:txBody>
          <a:bodyPr/>
          <a:lstStyle>
            <a:lvl1pPr>
              <a:defRPr sz="2000"/>
            </a:lvl1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28755591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 hasCustomPrompt="1"/>
          </p:nvPr>
        </p:nvSpPr>
        <p:spPr>
          <a:xfrm>
            <a:off x="252000" y="909001"/>
            <a:ext cx="4320000" cy="4140000"/>
          </a:xfrm>
        </p:spPr>
        <p:txBody>
          <a:bodyPr/>
          <a:lstStyle>
            <a:lvl1pPr>
              <a:defRPr sz="2000"/>
            </a:lvl1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1421947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sz="half" idx="1" hasCustomPrompt="1"/>
          </p:nvPr>
        </p:nvSpPr>
        <p:spPr>
          <a:xfrm>
            <a:off x="5472000" y="369000"/>
            <a:ext cx="3420000" cy="612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_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1" hasCustomPrompt="1"/>
          </p:nvPr>
        </p:nvSpPr>
        <p:spPr>
          <a:xfrm>
            <a:off x="432000" y="1269000"/>
            <a:ext cx="3960000" cy="504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 hasCustomPrompt="1"/>
          </p:nvPr>
        </p:nvSpPr>
        <p:spPr>
          <a:xfrm>
            <a:off x="4752000" y="1269000"/>
            <a:ext cx="3960000" cy="504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272622592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sz="half" idx="1" hasCustomPrompt="1"/>
          </p:nvPr>
        </p:nvSpPr>
        <p:spPr>
          <a:xfrm>
            <a:off x="432000" y="549000"/>
            <a:ext cx="3960000" cy="576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 hasCustomPrompt="1"/>
          </p:nvPr>
        </p:nvSpPr>
        <p:spPr>
          <a:xfrm>
            <a:off x="4752000" y="549000"/>
            <a:ext cx="3960000" cy="5760000"/>
          </a:xfrm>
        </p:spPr>
        <p:txBody>
          <a:bodyPr/>
          <a:lstStyle>
            <a:lvl1pPr>
              <a:defRPr sz="20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92076061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432000" y="189000"/>
            <a:ext cx="8280000" cy="9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dirty="0"/>
              <a:t>按一下以編輯母片標題樣式</a:t>
            </a:r>
          </a:p>
        </p:txBody>
      </p:sp>
      <p:sp>
        <p:nvSpPr>
          <p:cNvPr id="2051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432000" y="1268413"/>
            <a:ext cx="8280000" cy="504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dirty="0"/>
              <a:t>按一下以編輯母片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63" r:id="rId3"/>
    <p:sldLayoutId id="2147483659" r:id="rId4"/>
    <p:sldLayoutId id="2147483664" r:id="rId5"/>
    <p:sldLayoutId id="2147483655" r:id="rId6"/>
    <p:sldLayoutId id="2147483662" r:id="rId7"/>
    <p:sldLayoutId id="2147483661" r:id="rId8"/>
    <p:sldLayoutId id="2147483657" r:id="rId9"/>
    <p:sldLayoutId id="2147483658" r:id="rId10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5pPr>
      <a:lvl6pPr marL="457200" algn="l" rtl="0" fontAlgn="base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6pPr>
      <a:lvl7pPr marL="914400" algn="l" rtl="0" fontAlgn="base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7pPr>
      <a:lvl8pPr marL="1371600" algn="l" rtl="0" fontAlgn="base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8pPr>
      <a:lvl9pPr marL="1828800" algn="l" rtl="0" fontAlgn="base">
        <a:spcBef>
          <a:spcPct val="0"/>
        </a:spcBef>
        <a:spcAft>
          <a:spcPct val="0"/>
        </a:spcAft>
        <a:defRPr kumimoji="1" sz="4000">
          <a:solidFill>
            <a:srgbClr val="0000FF"/>
          </a:solidFill>
          <a:latin typeface="Times New Roman" pitchFamily="18" charset="0"/>
          <a:ea typeface="標楷體" pitchFamily="65" charset="-12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  <a:cs typeface="+mn-cs"/>
        </a:defRPr>
      </a:lvl1pPr>
      <a:lvl2pPr marL="830263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2pPr>
      <a:lvl3pPr marL="123825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3pPr>
      <a:lvl4pPr marL="1646238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defRPr kumimoji="1" sz="24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標題 3"/>
          <p:cNvSpPr>
            <a:spLocks noGrp="1"/>
          </p:cNvSpPr>
          <p:nvPr>
            <p:ph type="ctrTitle"/>
          </p:nvPr>
        </p:nvSpPr>
        <p:spPr/>
        <p:txBody>
          <a:bodyPr anchor="ctr" anchorCtr="0"/>
          <a:lstStyle/>
          <a:p>
            <a:r>
              <a:rPr lang="en-US" altLang="zh-TW" dirty="0"/>
              <a:t>Bridge Connected Components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23703381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/>
              <a:t>Bridge Connected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620587"/>
          </a:xfrm>
        </p:spPr>
        <p:txBody>
          <a:bodyPr/>
          <a:lstStyle/>
          <a:p>
            <a:pPr marL="0" indent="0"/>
            <a:r>
              <a:rPr lang="en-US" altLang="zh-TW" dirty="0"/>
              <a:t>A graph is </a:t>
            </a:r>
            <a:r>
              <a:rPr lang="en-US" altLang="zh-TW" i="1" dirty="0">
                <a:solidFill>
                  <a:srgbClr val="0000FF"/>
                </a:solidFill>
              </a:rPr>
              <a:t>bridge connected</a:t>
            </a:r>
            <a:r>
              <a:rPr lang="en-US" altLang="zh-TW" dirty="0"/>
              <a:t> if it contains no bridges. A </a:t>
            </a:r>
            <a:r>
              <a:rPr lang="en-US" altLang="zh-TW" i="1" dirty="0">
                <a:solidFill>
                  <a:srgbClr val="0000FF"/>
                </a:solidFill>
              </a:rPr>
              <a:t>bridge connected component</a:t>
            </a:r>
            <a:r>
              <a:rPr lang="en-US" altLang="zh-TW" dirty="0"/>
              <a:t> is a maximal bridge connected subgraph </a:t>
            </a:r>
            <a:r>
              <a:rPr lang="en-US" altLang="zh-TW" dirty="0" smtClean="0">
                <a:latin typeface="Cambria Math" panose="02040503050406030204" pitchFamily="18" charset="0"/>
                <a:ea typeface="Cambria Math" panose="02040503050406030204" pitchFamily="18" charset="0"/>
              </a:rPr>
              <a:t>−</a:t>
            </a:r>
            <a:r>
              <a:rPr lang="en-US" altLang="zh-TW" dirty="0" smtClean="0"/>
              <a:t>  </a:t>
            </a:r>
            <a:r>
              <a:rPr lang="en-US" altLang="zh-TW" dirty="0"/>
              <a:t>a bridge connected subgraph that is not properly contained in a larger bridge connected subgraph. </a:t>
            </a:r>
            <a:endParaRPr lang="zh-TW" altLang="en-US" dirty="0"/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32464225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2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9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2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8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8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2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9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2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8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8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9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2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8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8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9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41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409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2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8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4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2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8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9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6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3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5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414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3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6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9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35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68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9" name="AutoShape 56"/>
          <p:cNvCxnSpPr>
            <a:cxnSpLocks noChangeShapeType="1"/>
            <a:stCxn id="61" idx="7"/>
            <a:endCxn id="62" idx="3"/>
          </p:cNvCxnSpPr>
          <p:nvPr/>
        </p:nvCxnSpPr>
        <p:spPr bwMode="auto">
          <a:xfrm flipV="1">
            <a:off x="739279" y="10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60" name="Oval 49"/>
          <p:cNvSpPr>
            <a:spLocks noChangeArrowheads="1"/>
          </p:cNvSpPr>
          <p:nvPr/>
        </p:nvSpPr>
        <p:spPr bwMode="auto">
          <a:xfrm>
            <a:off x="151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1" name="Oval 51"/>
          <p:cNvSpPr>
            <a:spLocks noChangeArrowheads="1"/>
          </p:cNvSpPr>
          <p:nvPr/>
        </p:nvSpPr>
        <p:spPr bwMode="auto">
          <a:xfrm>
            <a:off x="43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2" name="Oval 51"/>
          <p:cNvSpPr>
            <a:spLocks noChangeArrowheads="1"/>
          </p:cNvSpPr>
          <p:nvPr/>
        </p:nvSpPr>
        <p:spPr bwMode="auto">
          <a:xfrm>
            <a:off x="972000" y="7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3" name="直線接點 62"/>
          <p:cNvCxnSpPr>
            <a:stCxn id="62" idx="5"/>
            <a:endCxn id="60" idx="1"/>
          </p:cNvCxnSpPr>
          <p:nvPr/>
        </p:nvCxnSpPr>
        <p:spPr bwMode="auto">
          <a:xfrm>
            <a:off x="1279279" y="10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4" name="AutoShape 56"/>
          <p:cNvCxnSpPr>
            <a:cxnSpLocks noChangeShapeType="1"/>
            <a:stCxn id="61" idx="5"/>
            <a:endCxn id="65" idx="1"/>
          </p:cNvCxnSpPr>
          <p:nvPr/>
        </p:nvCxnSpPr>
        <p:spPr bwMode="auto">
          <a:xfrm>
            <a:off x="739279" y="15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65" name="Oval 51"/>
          <p:cNvSpPr>
            <a:spLocks noChangeArrowheads="1"/>
          </p:cNvSpPr>
          <p:nvPr/>
        </p:nvSpPr>
        <p:spPr bwMode="auto">
          <a:xfrm>
            <a:off x="972000" y="18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6" name="直線接點 65"/>
          <p:cNvCxnSpPr>
            <a:stCxn id="65" idx="7"/>
            <a:endCxn id="60" idx="3"/>
          </p:cNvCxnSpPr>
          <p:nvPr/>
        </p:nvCxnSpPr>
        <p:spPr bwMode="auto">
          <a:xfrm flipV="1">
            <a:off x="1279279" y="15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7" name="AutoShape 56"/>
          <p:cNvCxnSpPr>
            <a:cxnSpLocks noChangeShapeType="1"/>
            <a:stCxn id="69" idx="7"/>
            <a:endCxn id="70" idx="3"/>
          </p:cNvCxnSpPr>
          <p:nvPr/>
        </p:nvCxnSpPr>
        <p:spPr bwMode="auto">
          <a:xfrm flipV="1">
            <a:off x="4159279" y="10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68" name="Oval 49"/>
          <p:cNvSpPr>
            <a:spLocks noChangeArrowheads="1"/>
          </p:cNvSpPr>
          <p:nvPr/>
        </p:nvSpPr>
        <p:spPr bwMode="auto">
          <a:xfrm>
            <a:off x="493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9" name="Oval 51"/>
          <p:cNvSpPr>
            <a:spLocks noChangeArrowheads="1"/>
          </p:cNvSpPr>
          <p:nvPr/>
        </p:nvSpPr>
        <p:spPr bwMode="auto">
          <a:xfrm>
            <a:off x="385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0" name="Oval 51"/>
          <p:cNvSpPr>
            <a:spLocks noChangeArrowheads="1"/>
          </p:cNvSpPr>
          <p:nvPr/>
        </p:nvSpPr>
        <p:spPr bwMode="auto">
          <a:xfrm>
            <a:off x="4392000" y="7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71" name="直線接點 70"/>
          <p:cNvCxnSpPr>
            <a:stCxn id="70" idx="5"/>
            <a:endCxn id="68" idx="1"/>
          </p:cNvCxnSpPr>
          <p:nvPr/>
        </p:nvCxnSpPr>
        <p:spPr bwMode="auto">
          <a:xfrm>
            <a:off x="4699279" y="10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2" name="AutoShape 56"/>
          <p:cNvCxnSpPr>
            <a:cxnSpLocks noChangeShapeType="1"/>
            <a:stCxn id="69" idx="5"/>
            <a:endCxn id="73" idx="1"/>
          </p:cNvCxnSpPr>
          <p:nvPr/>
        </p:nvCxnSpPr>
        <p:spPr bwMode="auto">
          <a:xfrm>
            <a:off x="4159279" y="15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73" name="Oval 51"/>
          <p:cNvSpPr>
            <a:spLocks noChangeArrowheads="1"/>
          </p:cNvSpPr>
          <p:nvPr/>
        </p:nvSpPr>
        <p:spPr bwMode="auto">
          <a:xfrm>
            <a:off x="4392000" y="18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74" name="直線接點 73"/>
          <p:cNvCxnSpPr>
            <a:stCxn id="73" idx="7"/>
            <a:endCxn id="68" idx="3"/>
          </p:cNvCxnSpPr>
          <p:nvPr/>
        </p:nvCxnSpPr>
        <p:spPr bwMode="auto">
          <a:xfrm flipV="1">
            <a:off x="4699279" y="15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75" name="Oval 49"/>
          <p:cNvSpPr>
            <a:spLocks noChangeArrowheads="1"/>
          </p:cNvSpPr>
          <p:nvPr/>
        </p:nvSpPr>
        <p:spPr bwMode="auto">
          <a:xfrm>
            <a:off x="745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6" name="Oval 51"/>
          <p:cNvSpPr>
            <a:spLocks noChangeArrowheads="1"/>
          </p:cNvSpPr>
          <p:nvPr/>
        </p:nvSpPr>
        <p:spPr bwMode="auto">
          <a:xfrm>
            <a:off x="637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7" name="Oval 51"/>
          <p:cNvSpPr>
            <a:spLocks noChangeArrowheads="1"/>
          </p:cNvSpPr>
          <p:nvPr/>
        </p:nvSpPr>
        <p:spPr bwMode="auto">
          <a:xfrm>
            <a:off x="6912000" y="7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78" name="直線接點 77"/>
          <p:cNvCxnSpPr>
            <a:stCxn id="77" idx="5"/>
            <a:endCxn id="75" idx="1"/>
          </p:cNvCxnSpPr>
          <p:nvPr/>
        </p:nvCxnSpPr>
        <p:spPr bwMode="auto">
          <a:xfrm>
            <a:off x="7219279" y="10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9" name="AutoShape 56"/>
          <p:cNvCxnSpPr>
            <a:cxnSpLocks noChangeShapeType="1"/>
            <a:stCxn id="76" idx="5"/>
            <a:endCxn id="80" idx="1"/>
          </p:cNvCxnSpPr>
          <p:nvPr/>
        </p:nvCxnSpPr>
        <p:spPr bwMode="auto">
          <a:xfrm>
            <a:off x="6679279" y="15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80" name="Oval 51"/>
          <p:cNvSpPr>
            <a:spLocks noChangeArrowheads="1"/>
          </p:cNvSpPr>
          <p:nvPr/>
        </p:nvSpPr>
        <p:spPr bwMode="auto">
          <a:xfrm>
            <a:off x="6912000" y="18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1" name="直線接點 80"/>
          <p:cNvCxnSpPr>
            <a:stCxn id="80" idx="7"/>
            <a:endCxn id="75" idx="3"/>
          </p:cNvCxnSpPr>
          <p:nvPr/>
        </p:nvCxnSpPr>
        <p:spPr bwMode="auto">
          <a:xfrm flipV="1">
            <a:off x="7219279" y="15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2" name="AutoShape 56"/>
          <p:cNvCxnSpPr>
            <a:cxnSpLocks noChangeShapeType="1"/>
            <a:stCxn id="84" idx="6"/>
            <a:endCxn id="85" idx="2"/>
          </p:cNvCxnSpPr>
          <p:nvPr/>
        </p:nvCxnSpPr>
        <p:spPr bwMode="auto">
          <a:xfrm>
            <a:off x="2412000" y="7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83" name="Oval 49"/>
          <p:cNvSpPr>
            <a:spLocks noChangeArrowheads="1"/>
          </p:cNvSpPr>
          <p:nvPr/>
        </p:nvSpPr>
        <p:spPr bwMode="auto">
          <a:xfrm>
            <a:off x="277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84" name="Oval 51"/>
          <p:cNvSpPr>
            <a:spLocks noChangeArrowheads="1"/>
          </p:cNvSpPr>
          <p:nvPr/>
        </p:nvSpPr>
        <p:spPr bwMode="auto">
          <a:xfrm>
            <a:off x="2052000" y="5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85" name="Oval 51"/>
          <p:cNvSpPr>
            <a:spLocks noChangeArrowheads="1"/>
          </p:cNvSpPr>
          <p:nvPr/>
        </p:nvSpPr>
        <p:spPr bwMode="auto">
          <a:xfrm>
            <a:off x="2772000" y="5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6" name="直線接點 85"/>
          <p:cNvCxnSpPr>
            <a:stCxn id="85" idx="4"/>
            <a:endCxn id="83" idx="0"/>
          </p:cNvCxnSpPr>
          <p:nvPr/>
        </p:nvCxnSpPr>
        <p:spPr bwMode="auto">
          <a:xfrm>
            <a:off x="2952000" y="9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7" name="AutoShape 56"/>
          <p:cNvCxnSpPr>
            <a:cxnSpLocks noChangeShapeType="1"/>
            <a:stCxn id="84" idx="5"/>
            <a:endCxn id="83" idx="1"/>
          </p:cNvCxnSpPr>
          <p:nvPr/>
        </p:nvCxnSpPr>
        <p:spPr bwMode="auto">
          <a:xfrm>
            <a:off x="2359279" y="85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88" name="Oval 51"/>
          <p:cNvSpPr>
            <a:spLocks noChangeArrowheads="1"/>
          </p:cNvSpPr>
          <p:nvPr/>
        </p:nvSpPr>
        <p:spPr bwMode="auto">
          <a:xfrm>
            <a:off x="2772000" y="19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9" name="直線接點 88"/>
          <p:cNvCxnSpPr>
            <a:stCxn id="88" idx="0"/>
            <a:endCxn id="83" idx="4"/>
          </p:cNvCxnSpPr>
          <p:nvPr/>
        </p:nvCxnSpPr>
        <p:spPr bwMode="auto">
          <a:xfrm flipV="1">
            <a:off x="2952000" y="16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0" name="AutoShape 56"/>
          <p:cNvCxnSpPr>
            <a:cxnSpLocks noChangeShapeType="1"/>
            <a:stCxn id="91" idx="6"/>
            <a:endCxn id="88" idx="2"/>
          </p:cNvCxnSpPr>
          <p:nvPr/>
        </p:nvCxnSpPr>
        <p:spPr bwMode="auto">
          <a:xfrm>
            <a:off x="2412000" y="21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91" name="Oval 51"/>
          <p:cNvSpPr>
            <a:spLocks noChangeArrowheads="1"/>
          </p:cNvSpPr>
          <p:nvPr/>
        </p:nvSpPr>
        <p:spPr bwMode="auto">
          <a:xfrm>
            <a:off x="2052000" y="19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2" name="AutoShape 56"/>
          <p:cNvCxnSpPr>
            <a:cxnSpLocks noChangeShapeType="1"/>
            <a:stCxn id="91" idx="7"/>
            <a:endCxn id="83" idx="3"/>
          </p:cNvCxnSpPr>
          <p:nvPr/>
        </p:nvCxnSpPr>
        <p:spPr bwMode="auto">
          <a:xfrm flipV="1">
            <a:off x="2359279" y="15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3" name="AutoShape 56"/>
          <p:cNvCxnSpPr>
            <a:cxnSpLocks noChangeShapeType="1"/>
            <a:stCxn id="60" idx="6"/>
            <a:endCxn id="83" idx="2"/>
          </p:cNvCxnSpPr>
          <p:nvPr/>
        </p:nvCxnSpPr>
        <p:spPr bwMode="auto">
          <a:xfrm>
            <a:off x="1872000" y="1449000"/>
            <a:ext cx="90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94" name="Oval 51"/>
          <p:cNvSpPr>
            <a:spLocks noChangeArrowheads="1"/>
          </p:cNvSpPr>
          <p:nvPr/>
        </p:nvSpPr>
        <p:spPr bwMode="auto">
          <a:xfrm>
            <a:off x="2052000" y="27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5" name="直線接點 94"/>
          <p:cNvCxnSpPr>
            <a:stCxn id="94" idx="0"/>
            <a:endCxn id="91" idx="4"/>
          </p:cNvCxnSpPr>
          <p:nvPr/>
        </p:nvCxnSpPr>
        <p:spPr bwMode="auto">
          <a:xfrm flipV="1">
            <a:off x="2232000" y="23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6" name="AutoShape 56"/>
          <p:cNvCxnSpPr>
            <a:cxnSpLocks noChangeShapeType="1"/>
            <a:stCxn id="61" idx="6"/>
            <a:endCxn id="60" idx="2"/>
          </p:cNvCxnSpPr>
          <p:nvPr/>
        </p:nvCxnSpPr>
        <p:spPr bwMode="auto">
          <a:xfrm>
            <a:off x="792000" y="144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7" name="AutoShape 56"/>
          <p:cNvCxnSpPr>
            <a:cxnSpLocks noChangeShapeType="1"/>
            <a:stCxn id="62" idx="4"/>
            <a:endCxn id="65" idx="0"/>
          </p:cNvCxnSpPr>
          <p:nvPr/>
        </p:nvCxnSpPr>
        <p:spPr bwMode="auto">
          <a:xfrm>
            <a:off x="1152000" y="108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98" name="Oval 49"/>
          <p:cNvSpPr>
            <a:spLocks noChangeArrowheads="1"/>
          </p:cNvSpPr>
          <p:nvPr/>
        </p:nvSpPr>
        <p:spPr bwMode="auto">
          <a:xfrm>
            <a:off x="8352000" y="12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9" name="直線接點 98"/>
          <p:cNvCxnSpPr>
            <a:stCxn id="77" idx="6"/>
            <a:endCxn id="98" idx="1"/>
          </p:cNvCxnSpPr>
          <p:nvPr/>
        </p:nvCxnSpPr>
        <p:spPr bwMode="auto">
          <a:xfrm>
            <a:off x="7272000" y="90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00" name="AutoShape 56"/>
          <p:cNvCxnSpPr>
            <a:cxnSpLocks noChangeShapeType="1"/>
            <a:stCxn id="77" idx="4"/>
            <a:endCxn id="80" idx="0"/>
          </p:cNvCxnSpPr>
          <p:nvPr/>
        </p:nvCxnSpPr>
        <p:spPr bwMode="auto">
          <a:xfrm>
            <a:off x="7092000" y="108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1" name="AutoShape 56"/>
          <p:cNvCxnSpPr>
            <a:cxnSpLocks noChangeShapeType="1"/>
            <a:stCxn id="76" idx="6"/>
            <a:endCxn id="75" idx="2"/>
          </p:cNvCxnSpPr>
          <p:nvPr/>
        </p:nvCxnSpPr>
        <p:spPr bwMode="auto">
          <a:xfrm>
            <a:off x="6732000" y="144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2" name="AutoShape 56"/>
          <p:cNvCxnSpPr>
            <a:cxnSpLocks noChangeShapeType="1"/>
            <a:stCxn id="83" idx="6"/>
            <a:endCxn id="69" idx="2"/>
          </p:cNvCxnSpPr>
          <p:nvPr/>
        </p:nvCxnSpPr>
        <p:spPr bwMode="auto">
          <a:xfrm>
            <a:off x="3132000" y="1449000"/>
            <a:ext cx="72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3" name="AutoShape 56"/>
          <p:cNvCxnSpPr>
            <a:cxnSpLocks noChangeShapeType="1"/>
            <a:stCxn id="68" idx="6"/>
            <a:endCxn id="76" idx="2"/>
          </p:cNvCxnSpPr>
          <p:nvPr/>
        </p:nvCxnSpPr>
        <p:spPr bwMode="auto">
          <a:xfrm>
            <a:off x="5292000" y="1449000"/>
            <a:ext cx="1080000" cy="0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4" name="AutoShape 56"/>
          <p:cNvCxnSpPr>
            <a:cxnSpLocks noChangeShapeType="1"/>
            <a:stCxn id="106" idx="7"/>
            <a:endCxn id="80" idx="3"/>
          </p:cNvCxnSpPr>
          <p:nvPr/>
        </p:nvCxnSpPr>
        <p:spPr bwMode="auto">
          <a:xfrm flipV="1">
            <a:off x="6499279" y="2116279"/>
            <a:ext cx="465442" cy="465442"/>
          </a:xfrm>
          <a:prstGeom prst="straightConnector1">
            <a:avLst/>
          </a:prstGeom>
          <a:noFill/>
          <a:ln w="22225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5" name="Oval 49"/>
          <p:cNvSpPr>
            <a:spLocks noChangeArrowheads="1"/>
          </p:cNvSpPr>
          <p:nvPr/>
        </p:nvSpPr>
        <p:spPr bwMode="auto">
          <a:xfrm>
            <a:off x="7632000" y="25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06" name="Oval 51"/>
          <p:cNvSpPr>
            <a:spLocks noChangeArrowheads="1"/>
          </p:cNvSpPr>
          <p:nvPr/>
        </p:nvSpPr>
        <p:spPr bwMode="auto">
          <a:xfrm>
            <a:off x="6192000" y="25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07" name="直線接點 106"/>
          <p:cNvCxnSpPr>
            <a:stCxn id="80" idx="5"/>
            <a:endCxn id="105" idx="1"/>
          </p:cNvCxnSpPr>
          <p:nvPr/>
        </p:nvCxnSpPr>
        <p:spPr bwMode="auto">
          <a:xfrm>
            <a:off x="7219279" y="211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08" name="Oval 51"/>
          <p:cNvSpPr>
            <a:spLocks noChangeArrowheads="1"/>
          </p:cNvSpPr>
          <p:nvPr/>
        </p:nvSpPr>
        <p:spPr bwMode="auto">
          <a:xfrm>
            <a:off x="5472000" y="18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09" name="Oval 51"/>
          <p:cNvSpPr>
            <a:spLocks noChangeArrowheads="1"/>
          </p:cNvSpPr>
          <p:nvPr/>
        </p:nvSpPr>
        <p:spPr bwMode="auto">
          <a:xfrm>
            <a:off x="5472000" y="25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0" name="直線接點 109"/>
          <p:cNvCxnSpPr>
            <a:stCxn id="109" idx="0"/>
            <a:endCxn id="108" idx="4"/>
          </p:cNvCxnSpPr>
          <p:nvPr/>
        </p:nvCxnSpPr>
        <p:spPr bwMode="auto">
          <a:xfrm flipV="1">
            <a:off x="5652000" y="21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11" name="AutoShape 56"/>
          <p:cNvCxnSpPr>
            <a:cxnSpLocks noChangeShapeType="1"/>
            <a:stCxn id="109" idx="6"/>
            <a:endCxn id="106" idx="2"/>
          </p:cNvCxnSpPr>
          <p:nvPr/>
        </p:nvCxnSpPr>
        <p:spPr bwMode="auto">
          <a:xfrm>
            <a:off x="5832000" y="27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2" name="直線接點 111"/>
          <p:cNvCxnSpPr>
            <a:stCxn id="108" idx="5"/>
            <a:endCxn id="106" idx="1"/>
          </p:cNvCxnSpPr>
          <p:nvPr/>
        </p:nvCxnSpPr>
        <p:spPr bwMode="auto">
          <a:xfrm>
            <a:off x="5779279" y="211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13" name="AutoShape 56"/>
          <p:cNvCxnSpPr>
            <a:cxnSpLocks noChangeShapeType="1"/>
            <a:stCxn id="75" idx="6"/>
            <a:endCxn id="98" idx="2"/>
          </p:cNvCxnSpPr>
          <p:nvPr/>
        </p:nvCxnSpPr>
        <p:spPr bwMode="auto">
          <a:xfrm>
            <a:off x="7812000" y="144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42017495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620587"/>
          </a:xfrm>
        </p:spPr>
        <p:txBody>
          <a:bodyPr/>
          <a:lstStyle/>
          <a:p>
            <a:pPr marL="0" lvl="0" indent="0"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A graph is </a:t>
            </a:r>
            <a:r>
              <a:rPr lang="en-US" altLang="zh-TW" sz="2300" i="1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if it has no cut points. 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component</a:t>
            </a:r>
            <a:r>
              <a:rPr lang="en-US" altLang="zh-TW" sz="2300" dirty="0">
                <a:solidFill>
                  <a:srgbClr val="000000"/>
                </a:solidFill>
              </a:rPr>
              <a:t> is a maximal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 </a:t>
            </a:r>
            <a:r>
              <a:rPr lang="en-US" altLang="zh-TW" sz="23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−</a:t>
            </a:r>
            <a:r>
              <a:rPr lang="en-US" altLang="zh-TW" sz="2300" dirty="0" smtClean="0">
                <a:solidFill>
                  <a:srgbClr val="000000"/>
                </a:solidFill>
              </a:rPr>
              <a:t> </a:t>
            </a:r>
            <a:r>
              <a:rPr lang="en-US" altLang="zh-TW" sz="2300" dirty="0">
                <a:solidFill>
                  <a:srgbClr val="000000"/>
                </a:solidFill>
              </a:rPr>
              <a:t>a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 that is not properly contained in a larger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subgraph.</a:t>
            </a:r>
            <a:endParaRPr lang="zh-TW" altLang="en-US" dirty="0">
              <a:solidFill>
                <a:srgbClr val="000000"/>
              </a:solidFill>
            </a:endParaRPr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12493170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AutoShape 56"/>
          <p:cNvCxnSpPr>
            <a:cxnSpLocks noChangeShapeType="1"/>
            <a:stCxn id="4" idx="7"/>
            <a:endCxn id="5" idx="3"/>
          </p:cNvCxnSpPr>
          <p:nvPr/>
        </p:nvCxnSpPr>
        <p:spPr bwMode="auto">
          <a:xfrm flipV="1">
            <a:off x="739279" y="355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" name="Oval 49"/>
          <p:cNvSpPr>
            <a:spLocks noChangeArrowheads="1"/>
          </p:cNvSpPr>
          <p:nvPr/>
        </p:nvSpPr>
        <p:spPr bwMode="auto">
          <a:xfrm>
            <a:off x="151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4" name="Oval 51"/>
          <p:cNvSpPr>
            <a:spLocks noChangeArrowheads="1"/>
          </p:cNvSpPr>
          <p:nvPr/>
        </p:nvSpPr>
        <p:spPr bwMode="auto">
          <a:xfrm>
            <a:off x="43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" name="Oval 51"/>
          <p:cNvSpPr>
            <a:spLocks noChangeArrowheads="1"/>
          </p:cNvSpPr>
          <p:nvPr/>
        </p:nvSpPr>
        <p:spPr bwMode="auto">
          <a:xfrm>
            <a:off x="97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6" name="直線接點 5"/>
          <p:cNvCxnSpPr>
            <a:stCxn id="5" idx="5"/>
            <a:endCxn id="3" idx="1"/>
          </p:cNvCxnSpPr>
          <p:nvPr/>
        </p:nvCxnSpPr>
        <p:spPr bwMode="auto">
          <a:xfrm>
            <a:off x="127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AutoShape 56"/>
          <p:cNvCxnSpPr>
            <a:cxnSpLocks noChangeShapeType="1"/>
            <a:stCxn id="4" idx="5"/>
            <a:endCxn id="8" idx="1"/>
          </p:cNvCxnSpPr>
          <p:nvPr/>
        </p:nvCxnSpPr>
        <p:spPr bwMode="auto">
          <a:xfrm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8" name="Oval 51"/>
          <p:cNvSpPr>
            <a:spLocks noChangeArrowheads="1"/>
          </p:cNvSpPr>
          <p:nvPr/>
        </p:nvSpPr>
        <p:spPr bwMode="auto">
          <a:xfrm>
            <a:off x="9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" name="直線接點 8"/>
          <p:cNvCxnSpPr>
            <a:stCxn id="8" idx="7"/>
            <a:endCxn id="3" idx="3"/>
          </p:cNvCxnSpPr>
          <p:nvPr/>
        </p:nvCxnSpPr>
        <p:spPr bwMode="auto">
          <a:xfrm flipV="1"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0" name="AutoShape 56"/>
          <p:cNvCxnSpPr>
            <a:cxnSpLocks noChangeShapeType="1"/>
            <a:stCxn id="12" idx="7"/>
            <a:endCxn id="13" idx="3"/>
          </p:cNvCxnSpPr>
          <p:nvPr/>
        </p:nvCxnSpPr>
        <p:spPr bwMode="auto">
          <a:xfrm flipV="1">
            <a:off x="4159279" y="355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1" name="Oval 49"/>
          <p:cNvSpPr>
            <a:spLocks noChangeArrowheads="1"/>
          </p:cNvSpPr>
          <p:nvPr/>
        </p:nvSpPr>
        <p:spPr bwMode="auto">
          <a:xfrm>
            <a:off x="493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12" name="Oval 51"/>
          <p:cNvSpPr>
            <a:spLocks noChangeArrowheads="1"/>
          </p:cNvSpPr>
          <p:nvPr/>
        </p:nvSpPr>
        <p:spPr bwMode="auto">
          <a:xfrm>
            <a:off x="385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3" name="Oval 51"/>
          <p:cNvSpPr>
            <a:spLocks noChangeArrowheads="1"/>
          </p:cNvSpPr>
          <p:nvPr/>
        </p:nvSpPr>
        <p:spPr bwMode="auto">
          <a:xfrm>
            <a:off x="439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4" name="直線接點 13"/>
          <p:cNvCxnSpPr>
            <a:stCxn id="13" idx="5"/>
            <a:endCxn id="11" idx="1"/>
          </p:cNvCxnSpPr>
          <p:nvPr/>
        </p:nvCxnSpPr>
        <p:spPr bwMode="auto">
          <a:xfrm>
            <a:off x="469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" name="AutoShape 56"/>
          <p:cNvCxnSpPr>
            <a:cxnSpLocks noChangeShapeType="1"/>
            <a:stCxn id="12" idx="5"/>
            <a:endCxn id="16" idx="1"/>
          </p:cNvCxnSpPr>
          <p:nvPr/>
        </p:nvCxnSpPr>
        <p:spPr bwMode="auto">
          <a:xfrm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" name="Oval 51"/>
          <p:cNvSpPr>
            <a:spLocks noChangeArrowheads="1"/>
          </p:cNvSpPr>
          <p:nvPr/>
        </p:nvSpPr>
        <p:spPr bwMode="auto">
          <a:xfrm>
            <a:off x="439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7" name="直線接點 16"/>
          <p:cNvCxnSpPr>
            <a:stCxn id="16" idx="7"/>
            <a:endCxn id="11" idx="3"/>
          </p:cNvCxnSpPr>
          <p:nvPr/>
        </p:nvCxnSpPr>
        <p:spPr bwMode="auto">
          <a:xfrm flipV="1"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74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" name="Oval 51"/>
          <p:cNvSpPr>
            <a:spLocks noChangeArrowheads="1"/>
          </p:cNvSpPr>
          <p:nvPr/>
        </p:nvSpPr>
        <p:spPr bwMode="auto">
          <a:xfrm>
            <a:off x="637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0" name="Oval 51"/>
          <p:cNvSpPr>
            <a:spLocks noChangeArrowheads="1"/>
          </p:cNvSpPr>
          <p:nvPr/>
        </p:nvSpPr>
        <p:spPr bwMode="auto">
          <a:xfrm>
            <a:off x="691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" name="直線接點 20"/>
          <p:cNvCxnSpPr>
            <a:stCxn id="20" idx="5"/>
            <a:endCxn id="18" idx="1"/>
          </p:cNvCxnSpPr>
          <p:nvPr/>
        </p:nvCxnSpPr>
        <p:spPr bwMode="auto">
          <a:xfrm>
            <a:off x="721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2" name="AutoShape 56"/>
          <p:cNvCxnSpPr>
            <a:cxnSpLocks noChangeShapeType="1"/>
            <a:stCxn id="19" idx="5"/>
            <a:endCxn id="23" idx="1"/>
          </p:cNvCxnSpPr>
          <p:nvPr/>
        </p:nvCxnSpPr>
        <p:spPr bwMode="auto">
          <a:xfrm>
            <a:off x="667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3" name="Oval 51"/>
          <p:cNvSpPr>
            <a:spLocks noChangeArrowheads="1"/>
          </p:cNvSpPr>
          <p:nvPr/>
        </p:nvSpPr>
        <p:spPr bwMode="auto">
          <a:xfrm>
            <a:off x="69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cxnSp>
        <p:nvCxnSpPr>
          <p:cNvPr id="24" name="直線接點 23"/>
          <p:cNvCxnSpPr>
            <a:stCxn id="23" idx="7"/>
            <a:endCxn id="18" idx="3"/>
          </p:cNvCxnSpPr>
          <p:nvPr/>
        </p:nvCxnSpPr>
        <p:spPr bwMode="auto">
          <a:xfrm flipV="1"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5" name="AutoShape 56"/>
          <p:cNvCxnSpPr>
            <a:cxnSpLocks noChangeShapeType="1"/>
            <a:stCxn id="27" idx="6"/>
            <a:endCxn id="28" idx="2"/>
          </p:cNvCxnSpPr>
          <p:nvPr/>
        </p:nvCxnSpPr>
        <p:spPr bwMode="auto">
          <a:xfrm>
            <a:off x="2412000" y="32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6" name="Oval 49"/>
          <p:cNvSpPr>
            <a:spLocks noChangeArrowheads="1"/>
          </p:cNvSpPr>
          <p:nvPr/>
        </p:nvSpPr>
        <p:spPr bwMode="auto">
          <a:xfrm>
            <a:off x="277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7" name="Oval 51"/>
          <p:cNvSpPr>
            <a:spLocks noChangeArrowheads="1"/>
          </p:cNvSpPr>
          <p:nvPr/>
        </p:nvSpPr>
        <p:spPr bwMode="auto">
          <a:xfrm>
            <a:off x="2052000" y="30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8" name="Oval 51"/>
          <p:cNvSpPr>
            <a:spLocks noChangeArrowheads="1"/>
          </p:cNvSpPr>
          <p:nvPr/>
        </p:nvSpPr>
        <p:spPr bwMode="auto">
          <a:xfrm>
            <a:off x="2772000" y="30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9" name="直線接點 28"/>
          <p:cNvCxnSpPr>
            <a:stCxn id="28" idx="4"/>
            <a:endCxn id="26" idx="0"/>
          </p:cNvCxnSpPr>
          <p:nvPr/>
        </p:nvCxnSpPr>
        <p:spPr bwMode="auto">
          <a:xfrm>
            <a:off x="2952000" y="34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0" name="AutoShape 56"/>
          <p:cNvCxnSpPr>
            <a:cxnSpLocks noChangeShapeType="1"/>
            <a:stCxn id="27" idx="5"/>
            <a:endCxn id="26" idx="1"/>
          </p:cNvCxnSpPr>
          <p:nvPr/>
        </p:nvCxnSpPr>
        <p:spPr bwMode="auto">
          <a:xfrm>
            <a:off x="2359279" y="33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9" name="AutoShape 56"/>
          <p:cNvCxnSpPr>
            <a:cxnSpLocks noChangeShapeType="1"/>
            <a:stCxn id="4" idx="6"/>
            <a:endCxn id="3" idx="2"/>
          </p:cNvCxnSpPr>
          <p:nvPr/>
        </p:nvCxnSpPr>
        <p:spPr bwMode="auto">
          <a:xfrm>
            <a:off x="792000" y="396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0" name="AutoShape 56"/>
          <p:cNvCxnSpPr>
            <a:cxnSpLocks noChangeShapeType="1"/>
            <a:stCxn id="5" idx="4"/>
            <a:endCxn id="8" idx="0"/>
          </p:cNvCxnSpPr>
          <p:nvPr/>
        </p:nvCxnSpPr>
        <p:spPr bwMode="auto">
          <a:xfrm>
            <a:off x="1152000" y="360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83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2" name="直線接點 41"/>
          <p:cNvCxnSpPr>
            <a:stCxn id="20" idx="6"/>
            <a:endCxn id="41" idx="1"/>
          </p:cNvCxnSpPr>
          <p:nvPr/>
        </p:nvCxnSpPr>
        <p:spPr bwMode="auto">
          <a:xfrm>
            <a:off x="7272000" y="342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3" name="AutoShape 56"/>
          <p:cNvCxnSpPr>
            <a:cxnSpLocks noChangeShapeType="1"/>
            <a:stCxn id="20" idx="4"/>
            <a:endCxn id="23" idx="0"/>
          </p:cNvCxnSpPr>
          <p:nvPr/>
        </p:nvCxnSpPr>
        <p:spPr bwMode="auto">
          <a:xfrm>
            <a:off x="7092000" y="360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4" name="AutoShape 56"/>
          <p:cNvCxnSpPr>
            <a:cxnSpLocks noChangeShapeType="1"/>
            <a:stCxn id="19" idx="6"/>
            <a:endCxn id="18" idx="2"/>
          </p:cNvCxnSpPr>
          <p:nvPr/>
        </p:nvCxnSpPr>
        <p:spPr bwMode="auto">
          <a:xfrm>
            <a:off x="6732000" y="396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9" name="Oval 51"/>
          <p:cNvSpPr>
            <a:spLocks noChangeArrowheads="1"/>
          </p:cNvSpPr>
          <p:nvPr/>
        </p:nvSpPr>
        <p:spPr bwMode="auto">
          <a:xfrm>
            <a:off x="619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54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Oval 51"/>
          <p:cNvSpPr>
            <a:spLocks noChangeArrowheads="1"/>
          </p:cNvSpPr>
          <p:nvPr/>
        </p:nvSpPr>
        <p:spPr bwMode="auto">
          <a:xfrm>
            <a:off x="54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3" name="直線接點 52"/>
          <p:cNvCxnSpPr>
            <a:stCxn id="52" idx="0"/>
            <a:endCxn id="51" idx="4"/>
          </p:cNvCxnSpPr>
          <p:nvPr/>
        </p:nvCxnSpPr>
        <p:spPr bwMode="auto">
          <a:xfrm flipV="1">
            <a:off x="56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4" name="AutoShape 56"/>
          <p:cNvCxnSpPr>
            <a:cxnSpLocks noChangeShapeType="1"/>
            <a:stCxn id="52" idx="6"/>
            <a:endCxn id="49" idx="2"/>
          </p:cNvCxnSpPr>
          <p:nvPr/>
        </p:nvCxnSpPr>
        <p:spPr bwMode="auto">
          <a:xfrm>
            <a:off x="583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5" name="直線接點 54"/>
          <p:cNvCxnSpPr>
            <a:stCxn id="51" idx="5"/>
            <a:endCxn id="49" idx="1"/>
          </p:cNvCxnSpPr>
          <p:nvPr/>
        </p:nvCxnSpPr>
        <p:spPr bwMode="auto">
          <a:xfrm>
            <a:off x="5779279" y="463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18" idx="6"/>
            <a:endCxn id="41" idx="2"/>
          </p:cNvCxnSpPr>
          <p:nvPr/>
        </p:nvCxnSpPr>
        <p:spPr bwMode="auto">
          <a:xfrm>
            <a:off x="7812000" y="396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8" name="Oval 49"/>
          <p:cNvSpPr>
            <a:spLocks noChangeArrowheads="1"/>
          </p:cNvSpPr>
          <p:nvPr/>
        </p:nvSpPr>
        <p:spPr bwMode="auto">
          <a:xfrm>
            <a:off x="15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66" name="Oval 49"/>
          <p:cNvSpPr>
            <a:spLocks noChangeArrowheads="1"/>
          </p:cNvSpPr>
          <p:nvPr/>
        </p:nvSpPr>
        <p:spPr bwMode="auto">
          <a:xfrm>
            <a:off x="4932000" y="32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74" name="Oval 51"/>
          <p:cNvSpPr>
            <a:spLocks noChangeArrowheads="1"/>
          </p:cNvSpPr>
          <p:nvPr/>
        </p:nvSpPr>
        <p:spPr bwMode="auto">
          <a:xfrm>
            <a:off x="6372000" y="32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78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81" name="Oval 49"/>
          <p:cNvSpPr>
            <a:spLocks noChangeArrowheads="1"/>
          </p:cNvSpPr>
          <p:nvPr/>
        </p:nvSpPr>
        <p:spPr bwMode="auto">
          <a:xfrm>
            <a:off x="277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89" name="Oval 51"/>
          <p:cNvSpPr>
            <a:spLocks noChangeArrowheads="1"/>
          </p:cNvSpPr>
          <p:nvPr/>
        </p:nvSpPr>
        <p:spPr bwMode="auto">
          <a:xfrm>
            <a:off x="151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91" name="AutoShape 56"/>
          <p:cNvCxnSpPr>
            <a:cxnSpLocks noChangeShapeType="1"/>
            <a:stCxn id="58" idx="6"/>
            <a:endCxn id="81" idx="2"/>
          </p:cNvCxnSpPr>
          <p:nvPr/>
        </p:nvCxnSpPr>
        <p:spPr bwMode="auto">
          <a:xfrm>
            <a:off x="1872000" y="504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92" name="Oval 51"/>
          <p:cNvSpPr>
            <a:spLocks noChangeArrowheads="1"/>
          </p:cNvSpPr>
          <p:nvPr/>
        </p:nvSpPr>
        <p:spPr bwMode="auto">
          <a:xfrm>
            <a:off x="1512000" y="63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93" name="直線接點 92"/>
          <p:cNvCxnSpPr>
            <a:stCxn id="92" idx="0"/>
            <a:endCxn id="89" idx="4"/>
          </p:cNvCxnSpPr>
          <p:nvPr/>
        </p:nvCxnSpPr>
        <p:spPr bwMode="auto">
          <a:xfrm flipV="1">
            <a:off x="1692000" y="59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01" name="AutoShape 56"/>
          <p:cNvCxnSpPr>
            <a:cxnSpLocks noChangeShapeType="1"/>
            <a:stCxn id="66" idx="6"/>
            <a:endCxn id="74" idx="2"/>
          </p:cNvCxnSpPr>
          <p:nvPr/>
        </p:nvCxnSpPr>
        <p:spPr bwMode="auto">
          <a:xfrm>
            <a:off x="5292000" y="342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2" name="AutoShape 56"/>
          <p:cNvCxnSpPr>
            <a:cxnSpLocks noChangeShapeType="1"/>
            <a:stCxn id="104" idx="7"/>
            <a:endCxn id="78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4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14" name="Oval 49"/>
          <p:cNvSpPr>
            <a:spLocks noChangeArrowheads="1"/>
          </p:cNvSpPr>
          <p:nvPr/>
        </p:nvSpPr>
        <p:spPr bwMode="auto">
          <a:xfrm>
            <a:off x="2772000" y="54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115" name="Oval 51"/>
          <p:cNvSpPr>
            <a:spLocks noChangeArrowheads="1"/>
          </p:cNvSpPr>
          <p:nvPr/>
        </p:nvSpPr>
        <p:spPr bwMode="auto">
          <a:xfrm>
            <a:off x="2772000" y="61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6" name="直線接點 115"/>
          <p:cNvCxnSpPr>
            <a:stCxn id="115" idx="0"/>
            <a:endCxn id="114" idx="4"/>
          </p:cNvCxnSpPr>
          <p:nvPr/>
        </p:nvCxnSpPr>
        <p:spPr bwMode="auto">
          <a:xfrm flipV="1">
            <a:off x="2952000" y="57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17" name="AutoShape 56"/>
          <p:cNvCxnSpPr>
            <a:cxnSpLocks noChangeShapeType="1"/>
            <a:stCxn id="118" idx="6"/>
            <a:endCxn id="115" idx="2"/>
          </p:cNvCxnSpPr>
          <p:nvPr/>
        </p:nvCxnSpPr>
        <p:spPr bwMode="auto">
          <a:xfrm>
            <a:off x="2412000" y="63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18" name="Oval 51"/>
          <p:cNvSpPr>
            <a:spLocks noChangeArrowheads="1"/>
          </p:cNvSpPr>
          <p:nvPr/>
        </p:nvSpPr>
        <p:spPr bwMode="auto">
          <a:xfrm>
            <a:off x="2052000" y="61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119" name="AutoShape 56"/>
          <p:cNvCxnSpPr>
            <a:cxnSpLocks noChangeShapeType="1"/>
            <a:stCxn id="118" idx="7"/>
            <a:endCxn id="114" idx="3"/>
          </p:cNvCxnSpPr>
          <p:nvPr/>
        </p:nvCxnSpPr>
        <p:spPr bwMode="auto">
          <a:xfrm flipV="1">
            <a:off x="2359279" y="57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0" name="Oval 51"/>
          <p:cNvSpPr>
            <a:spLocks noChangeArrowheads="1"/>
          </p:cNvSpPr>
          <p:nvPr/>
        </p:nvSpPr>
        <p:spPr bwMode="auto">
          <a:xfrm>
            <a:off x="7452000" y="46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121" name="Oval 49"/>
          <p:cNvSpPr>
            <a:spLocks noChangeArrowheads="1"/>
          </p:cNvSpPr>
          <p:nvPr/>
        </p:nvSpPr>
        <p:spPr bwMode="auto">
          <a:xfrm>
            <a:off x="8172000" y="54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22" name="直線接點 121"/>
          <p:cNvCxnSpPr>
            <a:stCxn id="120" idx="5"/>
            <a:endCxn id="121" idx="1"/>
          </p:cNvCxnSpPr>
          <p:nvPr/>
        </p:nvCxnSpPr>
        <p:spPr bwMode="auto">
          <a:xfrm>
            <a:off x="7759279" y="499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3" name="AutoShape 56"/>
          <p:cNvCxnSpPr>
            <a:cxnSpLocks noChangeShapeType="1"/>
            <a:stCxn id="125" idx="7"/>
            <a:endCxn id="126" idx="3"/>
          </p:cNvCxnSpPr>
          <p:nvPr/>
        </p:nvCxnSpPr>
        <p:spPr bwMode="auto">
          <a:xfrm flipV="1">
            <a:off x="739279" y="6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4" name="Oval 49"/>
          <p:cNvSpPr>
            <a:spLocks noChangeArrowheads="1"/>
          </p:cNvSpPr>
          <p:nvPr/>
        </p:nvSpPr>
        <p:spPr bwMode="auto">
          <a:xfrm>
            <a:off x="151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25" name="Oval 51"/>
          <p:cNvSpPr>
            <a:spLocks noChangeArrowheads="1"/>
          </p:cNvSpPr>
          <p:nvPr/>
        </p:nvSpPr>
        <p:spPr bwMode="auto">
          <a:xfrm>
            <a:off x="43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26" name="Oval 51"/>
          <p:cNvSpPr>
            <a:spLocks noChangeArrowheads="1"/>
          </p:cNvSpPr>
          <p:nvPr/>
        </p:nvSpPr>
        <p:spPr bwMode="auto">
          <a:xfrm>
            <a:off x="97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27" name="直線接點 126"/>
          <p:cNvCxnSpPr>
            <a:stCxn id="126" idx="5"/>
            <a:endCxn id="124" idx="1"/>
          </p:cNvCxnSpPr>
          <p:nvPr/>
        </p:nvCxnSpPr>
        <p:spPr bwMode="auto">
          <a:xfrm>
            <a:off x="127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8" name="AutoShape 56"/>
          <p:cNvCxnSpPr>
            <a:cxnSpLocks noChangeShapeType="1"/>
            <a:stCxn id="125" idx="5"/>
            <a:endCxn id="129" idx="1"/>
          </p:cNvCxnSpPr>
          <p:nvPr/>
        </p:nvCxnSpPr>
        <p:spPr bwMode="auto">
          <a:xfrm>
            <a:off x="73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9" name="Oval 51"/>
          <p:cNvSpPr>
            <a:spLocks noChangeArrowheads="1"/>
          </p:cNvSpPr>
          <p:nvPr/>
        </p:nvSpPr>
        <p:spPr bwMode="auto">
          <a:xfrm>
            <a:off x="97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0" name="直線接點 129"/>
          <p:cNvCxnSpPr>
            <a:stCxn id="129" idx="7"/>
            <a:endCxn id="124" idx="3"/>
          </p:cNvCxnSpPr>
          <p:nvPr/>
        </p:nvCxnSpPr>
        <p:spPr bwMode="auto">
          <a:xfrm flipV="1">
            <a:off x="127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31" name="AutoShape 56"/>
          <p:cNvCxnSpPr>
            <a:cxnSpLocks noChangeShapeType="1"/>
            <a:stCxn id="133" idx="7"/>
            <a:endCxn id="134" idx="3"/>
          </p:cNvCxnSpPr>
          <p:nvPr/>
        </p:nvCxnSpPr>
        <p:spPr bwMode="auto">
          <a:xfrm flipV="1">
            <a:off x="4159279" y="6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2" name="Oval 49"/>
          <p:cNvSpPr>
            <a:spLocks noChangeArrowheads="1"/>
          </p:cNvSpPr>
          <p:nvPr/>
        </p:nvSpPr>
        <p:spPr bwMode="auto">
          <a:xfrm>
            <a:off x="493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133" name="Oval 51"/>
          <p:cNvSpPr>
            <a:spLocks noChangeArrowheads="1"/>
          </p:cNvSpPr>
          <p:nvPr/>
        </p:nvSpPr>
        <p:spPr bwMode="auto">
          <a:xfrm>
            <a:off x="385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34" name="Oval 51"/>
          <p:cNvSpPr>
            <a:spLocks noChangeArrowheads="1"/>
          </p:cNvSpPr>
          <p:nvPr/>
        </p:nvSpPr>
        <p:spPr bwMode="auto">
          <a:xfrm>
            <a:off x="439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5" name="直線接點 134"/>
          <p:cNvCxnSpPr>
            <a:stCxn id="134" idx="5"/>
            <a:endCxn id="132" idx="1"/>
          </p:cNvCxnSpPr>
          <p:nvPr/>
        </p:nvCxnSpPr>
        <p:spPr bwMode="auto">
          <a:xfrm>
            <a:off x="469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36" name="AutoShape 56"/>
          <p:cNvCxnSpPr>
            <a:cxnSpLocks noChangeShapeType="1"/>
            <a:stCxn id="133" idx="5"/>
            <a:endCxn id="137" idx="1"/>
          </p:cNvCxnSpPr>
          <p:nvPr/>
        </p:nvCxnSpPr>
        <p:spPr bwMode="auto">
          <a:xfrm>
            <a:off x="415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7" name="Oval 51"/>
          <p:cNvSpPr>
            <a:spLocks noChangeArrowheads="1"/>
          </p:cNvSpPr>
          <p:nvPr/>
        </p:nvSpPr>
        <p:spPr bwMode="auto">
          <a:xfrm>
            <a:off x="439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8" name="直線接點 137"/>
          <p:cNvCxnSpPr>
            <a:stCxn id="137" idx="7"/>
            <a:endCxn id="132" idx="3"/>
          </p:cNvCxnSpPr>
          <p:nvPr/>
        </p:nvCxnSpPr>
        <p:spPr bwMode="auto">
          <a:xfrm flipV="1">
            <a:off x="469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39" name="Oval 49"/>
          <p:cNvSpPr>
            <a:spLocks noChangeArrowheads="1"/>
          </p:cNvSpPr>
          <p:nvPr/>
        </p:nvSpPr>
        <p:spPr bwMode="auto">
          <a:xfrm>
            <a:off x="74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0" name="Oval 51"/>
          <p:cNvSpPr>
            <a:spLocks noChangeArrowheads="1"/>
          </p:cNvSpPr>
          <p:nvPr/>
        </p:nvSpPr>
        <p:spPr bwMode="auto">
          <a:xfrm>
            <a:off x="637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41" name="Oval 51"/>
          <p:cNvSpPr>
            <a:spLocks noChangeArrowheads="1"/>
          </p:cNvSpPr>
          <p:nvPr/>
        </p:nvSpPr>
        <p:spPr bwMode="auto">
          <a:xfrm>
            <a:off x="691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42" name="直線接點 141"/>
          <p:cNvCxnSpPr>
            <a:stCxn id="141" idx="5"/>
            <a:endCxn id="139" idx="1"/>
          </p:cNvCxnSpPr>
          <p:nvPr/>
        </p:nvCxnSpPr>
        <p:spPr bwMode="auto">
          <a:xfrm>
            <a:off x="721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43" name="AutoShape 56"/>
          <p:cNvCxnSpPr>
            <a:cxnSpLocks noChangeShapeType="1"/>
            <a:stCxn id="140" idx="5"/>
            <a:endCxn id="144" idx="1"/>
          </p:cNvCxnSpPr>
          <p:nvPr/>
        </p:nvCxnSpPr>
        <p:spPr bwMode="auto">
          <a:xfrm>
            <a:off x="667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44" name="Oval 51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cxnSp>
        <p:nvCxnSpPr>
          <p:cNvPr id="145" name="直線接點 144"/>
          <p:cNvCxnSpPr>
            <a:stCxn id="144" idx="7"/>
            <a:endCxn id="139" idx="3"/>
          </p:cNvCxnSpPr>
          <p:nvPr/>
        </p:nvCxnSpPr>
        <p:spPr bwMode="auto">
          <a:xfrm flipV="1">
            <a:off x="721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46" name="AutoShape 56"/>
          <p:cNvCxnSpPr>
            <a:cxnSpLocks noChangeShapeType="1"/>
            <a:stCxn id="148" idx="6"/>
            <a:endCxn id="149" idx="2"/>
          </p:cNvCxnSpPr>
          <p:nvPr/>
        </p:nvCxnSpPr>
        <p:spPr bwMode="auto">
          <a:xfrm>
            <a:off x="2412000" y="3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47" name="Oval 49"/>
          <p:cNvSpPr>
            <a:spLocks noChangeArrowheads="1"/>
          </p:cNvSpPr>
          <p:nvPr/>
        </p:nvSpPr>
        <p:spPr bwMode="auto">
          <a:xfrm>
            <a:off x="2772000" y="9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148" name="Oval 51"/>
          <p:cNvSpPr>
            <a:spLocks noChangeArrowheads="1"/>
          </p:cNvSpPr>
          <p:nvPr/>
        </p:nvSpPr>
        <p:spPr bwMode="auto">
          <a:xfrm>
            <a:off x="2052000" y="1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9" name="Oval 51"/>
          <p:cNvSpPr>
            <a:spLocks noChangeArrowheads="1"/>
          </p:cNvSpPr>
          <p:nvPr/>
        </p:nvSpPr>
        <p:spPr bwMode="auto">
          <a:xfrm>
            <a:off x="2772000" y="1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0" name="直線接點 149"/>
          <p:cNvCxnSpPr>
            <a:stCxn id="149" idx="4"/>
            <a:endCxn id="147" idx="0"/>
          </p:cNvCxnSpPr>
          <p:nvPr/>
        </p:nvCxnSpPr>
        <p:spPr bwMode="auto">
          <a:xfrm>
            <a:off x="2952000" y="5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1" name="AutoShape 56"/>
          <p:cNvCxnSpPr>
            <a:cxnSpLocks noChangeShapeType="1"/>
            <a:stCxn id="148" idx="5"/>
            <a:endCxn id="147" idx="1"/>
          </p:cNvCxnSpPr>
          <p:nvPr/>
        </p:nvCxnSpPr>
        <p:spPr bwMode="auto">
          <a:xfrm>
            <a:off x="2359279" y="49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2" name="Oval 51"/>
          <p:cNvSpPr>
            <a:spLocks noChangeArrowheads="1"/>
          </p:cNvSpPr>
          <p:nvPr/>
        </p:nvSpPr>
        <p:spPr bwMode="auto">
          <a:xfrm>
            <a:off x="2772000" y="16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3" name="直線接點 152"/>
          <p:cNvCxnSpPr>
            <a:stCxn id="152" idx="0"/>
            <a:endCxn id="147" idx="4"/>
          </p:cNvCxnSpPr>
          <p:nvPr/>
        </p:nvCxnSpPr>
        <p:spPr bwMode="auto">
          <a:xfrm flipV="1">
            <a:off x="2952000" y="12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4" name="AutoShape 56"/>
          <p:cNvCxnSpPr>
            <a:cxnSpLocks noChangeShapeType="1"/>
            <a:stCxn id="155" idx="6"/>
            <a:endCxn id="152" idx="2"/>
          </p:cNvCxnSpPr>
          <p:nvPr/>
        </p:nvCxnSpPr>
        <p:spPr bwMode="auto">
          <a:xfrm>
            <a:off x="2412000" y="18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5" name="Oval 51"/>
          <p:cNvSpPr>
            <a:spLocks noChangeArrowheads="1"/>
          </p:cNvSpPr>
          <p:nvPr/>
        </p:nvSpPr>
        <p:spPr bwMode="auto">
          <a:xfrm>
            <a:off x="2052000" y="16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156" name="AutoShape 56"/>
          <p:cNvCxnSpPr>
            <a:cxnSpLocks noChangeShapeType="1"/>
            <a:stCxn id="155" idx="7"/>
            <a:endCxn id="147" idx="3"/>
          </p:cNvCxnSpPr>
          <p:nvPr/>
        </p:nvCxnSpPr>
        <p:spPr bwMode="auto">
          <a:xfrm flipV="1">
            <a:off x="2359279" y="12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57" name="AutoShape 56"/>
          <p:cNvCxnSpPr>
            <a:cxnSpLocks noChangeShapeType="1"/>
            <a:stCxn id="124" idx="6"/>
            <a:endCxn id="147" idx="2"/>
          </p:cNvCxnSpPr>
          <p:nvPr/>
        </p:nvCxnSpPr>
        <p:spPr bwMode="auto">
          <a:xfrm>
            <a:off x="1872000" y="108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8" name="Oval 51"/>
          <p:cNvSpPr>
            <a:spLocks noChangeArrowheads="1"/>
          </p:cNvSpPr>
          <p:nvPr/>
        </p:nvSpPr>
        <p:spPr bwMode="auto">
          <a:xfrm>
            <a:off x="2052000" y="23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9" name="直線接點 158"/>
          <p:cNvCxnSpPr>
            <a:stCxn id="158" idx="0"/>
            <a:endCxn id="155" idx="4"/>
          </p:cNvCxnSpPr>
          <p:nvPr/>
        </p:nvCxnSpPr>
        <p:spPr bwMode="auto">
          <a:xfrm flipV="1">
            <a:off x="2232000" y="19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60" name="AutoShape 56"/>
          <p:cNvCxnSpPr>
            <a:cxnSpLocks noChangeShapeType="1"/>
            <a:stCxn id="125" idx="6"/>
            <a:endCxn id="124" idx="2"/>
          </p:cNvCxnSpPr>
          <p:nvPr/>
        </p:nvCxnSpPr>
        <p:spPr bwMode="auto">
          <a:xfrm>
            <a:off x="79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1" name="AutoShape 56"/>
          <p:cNvCxnSpPr>
            <a:cxnSpLocks noChangeShapeType="1"/>
            <a:stCxn id="126" idx="4"/>
            <a:endCxn id="129" idx="0"/>
          </p:cNvCxnSpPr>
          <p:nvPr/>
        </p:nvCxnSpPr>
        <p:spPr bwMode="auto">
          <a:xfrm>
            <a:off x="1152000" y="7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2" name="Oval 49"/>
          <p:cNvSpPr>
            <a:spLocks noChangeArrowheads="1"/>
          </p:cNvSpPr>
          <p:nvPr/>
        </p:nvSpPr>
        <p:spPr bwMode="auto">
          <a:xfrm>
            <a:off x="83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3" name="直線接點 162"/>
          <p:cNvCxnSpPr>
            <a:stCxn id="141" idx="6"/>
            <a:endCxn id="162" idx="1"/>
          </p:cNvCxnSpPr>
          <p:nvPr/>
        </p:nvCxnSpPr>
        <p:spPr bwMode="auto">
          <a:xfrm>
            <a:off x="7272000" y="54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64" name="AutoShape 56"/>
          <p:cNvCxnSpPr>
            <a:cxnSpLocks noChangeShapeType="1"/>
            <a:stCxn id="141" idx="4"/>
            <a:endCxn id="144" idx="0"/>
          </p:cNvCxnSpPr>
          <p:nvPr/>
        </p:nvCxnSpPr>
        <p:spPr bwMode="auto">
          <a:xfrm>
            <a:off x="7092000" y="7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5" name="AutoShape 56"/>
          <p:cNvCxnSpPr>
            <a:cxnSpLocks noChangeShapeType="1"/>
            <a:stCxn id="140" idx="6"/>
            <a:endCxn id="139" idx="2"/>
          </p:cNvCxnSpPr>
          <p:nvPr/>
        </p:nvCxnSpPr>
        <p:spPr bwMode="auto">
          <a:xfrm>
            <a:off x="673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6" name="AutoShape 56"/>
          <p:cNvCxnSpPr>
            <a:cxnSpLocks noChangeShapeType="1"/>
            <a:stCxn id="147" idx="6"/>
            <a:endCxn id="133" idx="2"/>
          </p:cNvCxnSpPr>
          <p:nvPr/>
        </p:nvCxnSpPr>
        <p:spPr bwMode="auto">
          <a:xfrm>
            <a:off x="313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7" name="AutoShape 56"/>
          <p:cNvCxnSpPr>
            <a:cxnSpLocks noChangeShapeType="1"/>
            <a:stCxn id="132" idx="6"/>
            <a:endCxn id="140" idx="2"/>
          </p:cNvCxnSpPr>
          <p:nvPr/>
        </p:nvCxnSpPr>
        <p:spPr bwMode="auto">
          <a:xfrm>
            <a:off x="5292000" y="108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8" name="AutoShape 56"/>
          <p:cNvCxnSpPr>
            <a:cxnSpLocks noChangeShapeType="1"/>
            <a:stCxn id="170" idx="7"/>
            <a:endCxn id="144" idx="3"/>
          </p:cNvCxnSpPr>
          <p:nvPr/>
        </p:nvCxnSpPr>
        <p:spPr bwMode="auto">
          <a:xfrm flipV="1">
            <a:off x="6499279" y="175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9" name="Oval 49"/>
          <p:cNvSpPr>
            <a:spLocks noChangeArrowheads="1"/>
          </p:cNvSpPr>
          <p:nvPr/>
        </p:nvSpPr>
        <p:spPr bwMode="auto">
          <a:xfrm>
            <a:off x="763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0" name="Oval 51"/>
          <p:cNvSpPr>
            <a:spLocks noChangeArrowheads="1"/>
          </p:cNvSpPr>
          <p:nvPr/>
        </p:nvSpPr>
        <p:spPr bwMode="auto">
          <a:xfrm>
            <a:off x="6192000" y="21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cxnSp>
        <p:nvCxnSpPr>
          <p:cNvPr id="171" name="直線接點 170"/>
          <p:cNvCxnSpPr>
            <a:stCxn id="144" idx="5"/>
            <a:endCxn id="169" idx="1"/>
          </p:cNvCxnSpPr>
          <p:nvPr/>
        </p:nvCxnSpPr>
        <p:spPr bwMode="auto">
          <a:xfrm>
            <a:off x="7219279" y="175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72" name="Oval 51"/>
          <p:cNvSpPr>
            <a:spLocks noChangeArrowheads="1"/>
          </p:cNvSpPr>
          <p:nvPr/>
        </p:nvSpPr>
        <p:spPr bwMode="auto">
          <a:xfrm>
            <a:off x="547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3" name="Oval 51"/>
          <p:cNvSpPr>
            <a:spLocks noChangeArrowheads="1"/>
          </p:cNvSpPr>
          <p:nvPr/>
        </p:nvSpPr>
        <p:spPr bwMode="auto">
          <a:xfrm>
            <a:off x="547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74" name="直線接點 173"/>
          <p:cNvCxnSpPr>
            <a:stCxn id="173" idx="0"/>
            <a:endCxn id="172" idx="4"/>
          </p:cNvCxnSpPr>
          <p:nvPr/>
        </p:nvCxnSpPr>
        <p:spPr bwMode="auto">
          <a:xfrm flipV="1">
            <a:off x="5652000" y="18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5" name="AutoShape 56"/>
          <p:cNvCxnSpPr>
            <a:cxnSpLocks noChangeShapeType="1"/>
            <a:stCxn id="173" idx="6"/>
            <a:endCxn id="170" idx="2"/>
          </p:cNvCxnSpPr>
          <p:nvPr/>
        </p:nvCxnSpPr>
        <p:spPr bwMode="auto">
          <a:xfrm>
            <a:off x="5832000" y="23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76" name="直線接點 175"/>
          <p:cNvCxnSpPr>
            <a:stCxn id="172" idx="5"/>
            <a:endCxn id="170" idx="1"/>
          </p:cNvCxnSpPr>
          <p:nvPr/>
        </p:nvCxnSpPr>
        <p:spPr bwMode="auto">
          <a:xfrm>
            <a:off x="5779279" y="175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7" name="AutoShape 56"/>
          <p:cNvCxnSpPr>
            <a:cxnSpLocks noChangeShapeType="1"/>
            <a:stCxn id="139" idx="6"/>
            <a:endCxn id="162" idx="2"/>
          </p:cNvCxnSpPr>
          <p:nvPr/>
        </p:nvCxnSpPr>
        <p:spPr bwMode="auto">
          <a:xfrm>
            <a:off x="7812000" y="108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78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79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cxnSp>
        <p:nvCxnSpPr>
          <p:cNvPr id="180" name="AutoShape 56"/>
          <p:cNvCxnSpPr>
            <a:cxnSpLocks noChangeShapeType="1"/>
            <a:stCxn id="179" idx="6"/>
            <a:endCxn id="178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81" name="AutoShape 56"/>
          <p:cNvCxnSpPr>
            <a:cxnSpLocks noChangeShapeType="1"/>
          </p:cNvCxnSpPr>
          <p:nvPr/>
        </p:nvCxnSpPr>
        <p:spPr bwMode="auto">
          <a:xfrm>
            <a:off x="252000" y="2889000"/>
            <a:ext cx="8640000" cy="0"/>
          </a:xfrm>
          <a:prstGeom prst="straightConnector1">
            <a:avLst/>
          </a:prstGeom>
          <a:noFill/>
          <a:ln w="2540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330212716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81" name="AutoShape 56"/>
          <p:cNvCxnSpPr>
            <a:cxnSpLocks noChangeShapeType="1"/>
            <a:stCxn id="183" idx="7"/>
            <a:endCxn id="184" idx="3"/>
          </p:cNvCxnSpPr>
          <p:nvPr/>
        </p:nvCxnSpPr>
        <p:spPr bwMode="auto">
          <a:xfrm flipV="1">
            <a:off x="739279" y="6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2" name="Oval 49"/>
          <p:cNvSpPr>
            <a:spLocks noChangeArrowheads="1"/>
          </p:cNvSpPr>
          <p:nvPr/>
        </p:nvSpPr>
        <p:spPr bwMode="auto">
          <a:xfrm>
            <a:off x="151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83" name="Oval 51"/>
          <p:cNvSpPr>
            <a:spLocks noChangeArrowheads="1"/>
          </p:cNvSpPr>
          <p:nvPr/>
        </p:nvSpPr>
        <p:spPr bwMode="auto">
          <a:xfrm>
            <a:off x="43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84" name="Oval 51"/>
          <p:cNvSpPr>
            <a:spLocks noChangeArrowheads="1"/>
          </p:cNvSpPr>
          <p:nvPr/>
        </p:nvSpPr>
        <p:spPr bwMode="auto">
          <a:xfrm>
            <a:off x="97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85" name="直線接點 184"/>
          <p:cNvCxnSpPr>
            <a:stCxn id="184" idx="5"/>
            <a:endCxn id="182" idx="1"/>
          </p:cNvCxnSpPr>
          <p:nvPr/>
        </p:nvCxnSpPr>
        <p:spPr bwMode="auto">
          <a:xfrm>
            <a:off x="127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86" name="AutoShape 56"/>
          <p:cNvCxnSpPr>
            <a:cxnSpLocks noChangeShapeType="1"/>
            <a:stCxn id="183" idx="5"/>
            <a:endCxn id="187" idx="1"/>
          </p:cNvCxnSpPr>
          <p:nvPr/>
        </p:nvCxnSpPr>
        <p:spPr bwMode="auto">
          <a:xfrm>
            <a:off x="73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7" name="Oval 51"/>
          <p:cNvSpPr>
            <a:spLocks noChangeArrowheads="1"/>
          </p:cNvSpPr>
          <p:nvPr/>
        </p:nvSpPr>
        <p:spPr bwMode="auto">
          <a:xfrm>
            <a:off x="97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88" name="直線接點 187"/>
          <p:cNvCxnSpPr>
            <a:stCxn id="187" idx="7"/>
            <a:endCxn id="182" idx="3"/>
          </p:cNvCxnSpPr>
          <p:nvPr/>
        </p:nvCxnSpPr>
        <p:spPr bwMode="auto">
          <a:xfrm flipV="1">
            <a:off x="127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89" name="AutoShape 56"/>
          <p:cNvCxnSpPr>
            <a:cxnSpLocks noChangeShapeType="1"/>
            <a:stCxn id="191" idx="7"/>
            <a:endCxn id="192" idx="3"/>
          </p:cNvCxnSpPr>
          <p:nvPr/>
        </p:nvCxnSpPr>
        <p:spPr bwMode="auto">
          <a:xfrm flipV="1">
            <a:off x="4159279" y="67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90" name="Oval 49"/>
          <p:cNvSpPr>
            <a:spLocks noChangeArrowheads="1"/>
          </p:cNvSpPr>
          <p:nvPr/>
        </p:nvSpPr>
        <p:spPr bwMode="auto">
          <a:xfrm>
            <a:off x="493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1" name="Oval 51"/>
          <p:cNvSpPr>
            <a:spLocks noChangeArrowheads="1"/>
          </p:cNvSpPr>
          <p:nvPr/>
        </p:nvSpPr>
        <p:spPr bwMode="auto">
          <a:xfrm>
            <a:off x="38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2" name="Oval 51"/>
          <p:cNvSpPr>
            <a:spLocks noChangeArrowheads="1"/>
          </p:cNvSpPr>
          <p:nvPr/>
        </p:nvSpPr>
        <p:spPr bwMode="auto">
          <a:xfrm>
            <a:off x="439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3" name="直線接點 192"/>
          <p:cNvCxnSpPr>
            <a:stCxn id="192" idx="5"/>
            <a:endCxn id="190" idx="1"/>
          </p:cNvCxnSpPr>
          <p:nvPr/>
        </p:nvCxnSpPr>
        <p:spPr bwMode="auto">
          <a:xfrm>
            <a:off x="469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94" name="AutoShape 56"/>
          <p:cNvCxnSpPr>
            <a:cxnSpLocks noChangeShapeType="1"/>
            <a:stCxn id="191" idx="5"/>
            <a:endCxn id="195" idx="1"/>
          </p:cNvCxnSpPr>
          <p:nvPr/>
        </p:nvCxnSpPr>
        <p:spPr bwMode="auto">
          <a:xfrm>
            <a:off x="415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95" name="Oval 51"/>
          <p:cNvSpPr>
            <a:spLocks noChangeArrowheads="1"/>
          </p:cNvSpPr>
          <p:nvPr/>
        </p:nvSpPr>
        <p:spPr bwMode="auto">
          <a:xfrm>
            <a:off x="439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6" name="直線接點 195"/>
          <p:cNvCxnSpPr>
            <a:stCxn id="195" idx="7"/>
            <a:endCxn id="190" idx="3"/>
          </p:cNvCxnSpPr>
          <p:nvPr/>
        </p:nvCxnSpPr>
        <p:spPr bwMode="auto">
          <a:xfrm flipV="1">
            <a:off x="469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97" name="Oval 49"/>
          <p:cNvSpPr>
            <a:spLocks noChangeArrowheads="1"/>
          </p:cNvSpPr>
          <p:nvPr/>
        </p:nvSpPr>
        <p:spPr bwMode="auto">
          <a:xfrm>
            <a:off x="74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8" name="Oval 51"/>
          <p:cNvSpPr>
            <a:spLocks noChangeArrowheads="1"/>
          </p:cNvSpPr>
          <p:nvPr/>
        </p:nvSpPr>
        <p:spPr bwMode="auto">
          <a:xfrm>
            <a:off x="637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99" name="Oval 51"/>
          <p:cNvSpPr>
            <a:spLocks noChangeArrowheads="1"/>
          </p:cNvSpPr>
          <p:nvPr/>
        </p:nvSpPr>
        <p:spPr bwMode="auto">
          <a:xfrm>
            <a:off x="6912000" y="3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0" name="直線接點 199"/>
          <p:cNvCxnSpPr>
            <a:stCxn id="199" idx="5"/>
            <a:endCxn id="197" idx="1"/>
          </p:cNvCxnSpPr>
          <p:nvPr/>
        </p:nvCxnSpPr>
        <p:spPr bwMode="auto">
          <a:xfrm>
            <a:off x="7219279" y="67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01" name="AutoShape 56"/>
          <p:cNvCxnSpPr>
            <a:cxnSpLocks noChangeShapeType="1"/>
            <a:stCxn id="198" idx="5"/>
            <a:endCxn id="202" idx="1"/>
          </p:cNvCxnSpPr>
          <p:nvPr/>
        </p:nvCxnSpPr>
        <p:spPr bwMode="auto">
          <a:xfrm>
            <a:off x="6679279" y="121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02" name="Oval 51"/>
          <p:cNvSpPr>
            <a:spLocks noChangeArrowheads="1"/>
          </p:cNvSpPr>
          <p:nvPr/>
        </p:nvSpPr>
        <p:spPr bwMode="auto">
          <a:xfrm>
            <a:off x="691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3" name="直線接點 202"/>
          <p:cNvCxnSpPr>
            <a:stCxn id="202" idx="7"/>
            <a:endCxn id="197" idx="3"/>
          </p:cNvCxnSpPr>
          <p:nvPr/>
        </p:nvCxnSpPr>
        <p:spPr bwMode="auto">
          <a:xfrm flipV="1">
            <a:off x="7219279" y="121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04" name="AutoShape 56"/>
          <p:cNvCxnSpPr>
            <a:cxnSpLocks noChangeShapeType="1"/>
            <a:stCxn id="206" idx="6"/>
            <a:endCxn id="207" idx="2"/>
          </p:cNvCxnSpPr>
          <p:nvPr/>
        </p:nvCxnSpPr>
        <p:spPr bwMode="auto">
          <a:xfrm>
            <a:off x="2412000" y="3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05" name="Oval 49"/>
          <p:cNvSpPr>
            <a:spLocks noChangeArrowheads="1"/>
          </p:cNvSpPr>
          <p:nvPr/>
        </p:nvSpPr>
        <p:spPr bwMode="auto">
          <a:xfrm>
            <a:off x="277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06" name="Oval 51"/>
          <p:cNvSpPr>
            <a:spLocks noChangeArrowheads="1"/>
          </p:cNvSpPr>
          <p:nvPr/>
        </p:nvSpPr>
        <p:spPr bwMode="auto">
          <a:xfrm>
            <a:off x="2052000" y="1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07" name="Oval 51"/>
          <p:cNvSpPr>
            <a:spLocks noChangeArrowheads="1"/>
          </p:cNvSpPr>
          <p:nvPr/>
        </p:nvSpPr>
        <p:spPr bwMode="auto">
          <a:xfrm>
            <a:off x="2772000" y="1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08" name="直線接點 207"/>
          <p:cNvCxnSpPr>
            <a:stCxn id="207" idx="4"/>
            <a:endCxn id="205" idx="0"/>
          </p:cNvCxnSpPr>
          <p:nvPr/>
        </p:nvCxnSpPr>
        <p:spPr bwMode="auto">
          <a:xfrm>
            <a:off x="2952000" y="5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09" name="AutoShape 56"/>
          <p:cNvCxnSpPr>
            <a:cxnSpLocks noChangeShapeType="1"/>
            <a:stCxn id="206" idx="5"/>
            <a:endCxn id="205" idx="1"/>
          </p:cNvCxnSpPr>
          <p:nvPr/>
        </p:nvCxnSpPr>
        <p:spPr bwMode="auto">
          <a:xfrm>
            <a:off x="2359279" y="49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0" name="Oval 51"/>
          <p:cNvSpPr>
            <a:spLocks noChangeArrowheads="1"/>
          </p:cNvSpPr>
          <p:nvPr/>
        </p:nvSpPr>
        <p:spPr bwMode="auto">
          <a:xfrm>
            <a:off x="2772000" y="16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1" name="直線接點 210"/>
          <p:cNvCxnSpPr>
            <a:stCxn id="210" idx="0"/>
            <a:endCxn id="205" idx="4"/>
          </p:cNvCxnSpPr>
          <p:nvPr/>
        </p:nvCxnSpPr>
        <p:spPr bwMode="auto">
          <a:xfrm flipV="1">
            <a:off x="2952000" y="12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12" name="AutoShape 56"/>
          <p:cNvCxnSpPr>
            <a:cxnSpLocks noChangeShapeType="1"/>
            <a:stCxn id="213" idx="6"/>
            <a:endCxn id="210" idx="2"/>
          </p:cNvCxnSpPr>
          <p:nvPr/>
        </p:nvCxnSpPr>
        <p:spPr bwMode="auto">
          <a:xfrm>
            <a:off x="2412000" y="18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3" name="Oval 51"/>
          <p:cNvSpPr>
            <a:spLocks noChangeArrowheads="1"/>
          </p:cNvSpPr>
          <p:nvPr/>
        </p:nvSpPr>
        <p:spPr bwMode="auto">
          <a:xfrm>
            <a:off x="2052000" y="16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4" name="AutoShape 56"/>
          <p:cNvCxnSpPr>
            <a:cxnSpLocks noChangeShapeType="1"/>
            <a:stCxn id="213" idx="7"/>
            <a:endCxn id="205" idx="3"/>
          </p:cNvCxnSpPr>
          <p:nvPr/>
        </p:nvCxnSpPr>
        <p:spPr bwMode="auto">
          <a:xfrm flipV="1">
            <a:off x="2359279" y="12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5" name="Oval 51"/>
          <p:cNvSpPr>
            <a:spLocks noChangeArrowheads="1"/>
          </p:cNvSpPr>
          <p:nvPr/>
        </p:nvSpPr>
        <p:spPr bwMode="auto">
          <a:xfrm>
            <a:off x="2052000" y="23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6" name="AutoShape 56"/>
          <p:cNvCxnSpPr>
            <a:cxnSpLocks noChangeShapeType="1"/>
            <a:stCxn id="183" idx="6"/>
            <a:endCxn id="182" idx="2"/>
          </p:cNvCxnSpPr>
          <p:nvPr/>
        </p:nvCxnSpPr>
        <p:spPr bwMode="auto">
          <a:xfrm>
            <a:off x="79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217" name="AutoShape 56"/>
          <p:cNvCxnSpPr>
            <a:cxnSpLocks noChangeShapeType="1"/>
            <a:stCxn id="184" idx="4"/>
            <a:endCxn id="187" idx="0"/>
          </p:cNvCxnSpPr>
          <p:nvPr/>
        </p:nvCxnSpPr>
        <p:spPr bwMode="auto">
          <a:xfrm>
            <a:off x="1152000" y="7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18" name="Oval 49"/>
          <p:cNvSpPr>
            <a:spLocks noChangeArrowheads="1"/>
          </p:cNvSpPr>
          <p:nvPr/>
        </p:nvSpPr>
        <p:spPr bwMode="auto">
          <a:xfrm>
            <a:off x="8352000" y="9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19" name="直線接點 218"/>
          <p:cNvCxnSpPr>
            <a:stCxn id="199" idx="6"/>
            <a:endCxn id="218" idx="1"/>
          </p:cNvCxnSpPr>
          <p:nvPr/>
        </p:nvCxnSpPr>
        <p:spPr bwMode="auto">
          <a:xfrm>
            <a:off x="7272000" y="54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20" name="AutoShape 56"/>
          <p:cNvCxnSpPr>
            <a:cxnSpLocks noChangeShapeType="1"/>
            <a:stCxn id="199" idx="4"/>
            <a:endCxn id="202" idx="0"/>
          </p:cNvCxnSpPr>
          <p:nvPr/>
        </p:nvCxnSpPr>
        <p:spPr bwMode="auto">
          <a:xfrm>
            <a:off x="7092000" y="72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221" name="AutoShape 56"/>
          <p:cNvCxnSpPr>
            <a:cxnSpLocks noChangeShapeType="1"/>
            <a:stCxn id="198" idx="6"/>
            <a:endCxn id="197" idx="2"/>
          </p:cNvCxnSpPr>
          <p:nvPr/>
        </p:nvCxnSpPr>
        <p:spPr bwMode="auto">
          <a:xfrm>
            <a:off x="6732000" y="108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22" name="Oval 49"/>
          <p:cNvSpPr>
            <a:spLocks noChangeArrowheads="1"/>
          </p:cNvSpPr>
          <p:nvPr/>
        </p:nvSpPr>
        <p:spPr bwMode="auto">
          <a:xfrm>
            <a:off x="763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3" name="Oval 51"/>
          <p:cNvSpPr>
            <a:spLocks noChangeArrowheads="1"/>
          </p:cNvSpPr>
          <p:nvPr/>
        </p:nvSpPr>
        <p:spPr bwMode="auto">
          <a:xfrm>
            <a:off x="619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4" name="Oval 51"/>
          <p:cNvSpPr>
            <a:spLocks noChangeArrowheads="1"/>
          </p:cNvSpPr>
          <p:nvPr/>
        </p:nvSpPr>
        <p:spPr bwMode="auto">
          <a:xfrm>
            <a:off x="5472000" y="14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5" name="Oval 51"/>
          <p:cNvSpPr>
            <a:spLocks noChangeArrowheads="1"/>
          </p:cNvSpPr>
          <p:nvPr/>
        </p:nvSpPr>
        <p:spPr bwMode="auto">
          <a:xfrm>
            <a:off x="5472000" y="21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26" name="直線接點 225"/>
          <p:cNvCxnSpPr>
            <a:stCxn id="225" idx="0"/>
            <a:endCxn id="224" idx="4"/>
          </p:cNvCxnSpPr>
          <p:nvPr/>
        </p:nvCxnSpPr>
        <p:spPr bwMode="auto">
          <a:xfrm flipV="1">
            <a:off x="5652000" y="18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27" name="AutoShape 56"/>
          <p:cNvCxnSpPr>
            <a:cxnSpLocks noChangeShapeType="1"/>
            <a:stCxn id="225" idx="6"/>
            <a:endCxn id="223" idx="2"/>
          </p:cNvCxnSpPr>
          <p:nvPr/>
        </p:nvCxnSpPr>
        <p:spPr bwMode="auto">
          <a:xfrm>
            <a:off x="5832000" y="23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228" name="直線接點 227"/>
          <p:cNvCxnSpPr>
            <a:stCxn id="224" idx="5"/>
            <a:endCxn id="223" idx="1"/>
          </p:cNvCxnSpPr>
          <p:nvPr/>
        </p:nvCxnSpPr>
        <p:spPr bwMode="auto">
          <a:xfrm>
            <a:off x="5779279" y="175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29" name="AutoShape 56"/>
          <p:cNvCxnSpPr>
            <a:cxnSpLocks noChangeShapeType="1"/>
            <a:stCxn id="197" idx="6"/>
            <a:endCxn id="218" idx="2"/>
          </p:cNvCxnSpPr>
          <p:nvPr/>
        </p:nvCxnSpPr>
        <p:spPr bwMode="auto">
          <a:xfrm>
            <a:off x="7812000" y="108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23" name="AutoShape 56"/>
          <p:cNvCxnSpPr>
            <a:cxnSpLocks noChangeShapeType="1"/>
            <a:stCxn id="125" idx="7"/>
            <a:endCxn id="126" idx="3"/>
          </p:cNvCxnSpPr>
          <p:nvPr/>
        </p:nvCxnSpPr>
        <p:spPr bwMode="auto">
          <a:xfrm flipV="1">
            <a:off x="739279" y="355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4" name="Oval 49"/>
          <p:cNvSpPr>
            <a:spLocks noChangeArrowheads="1"/>
          </p:cNvSpPr>
          <p:nvPr/>
        </p:nvSpPr>
        <p:spPr bwMode="auto">
          <a:xfrm>
            <a:off x="151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25" name="Oval 51"/>
          <p:cNvSpPr>
            <a:spLocks noChangeArrowheads="1"/>
          </p:cNvSpPr>
          <p:nvPr/>
        </p:nvSpPr>
        <p:spPr bwMode="auto">
          <a:xfrm>
            <a:off x="43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26" name="Oval 51"/>
          <p:cNvSpPr>
            <a:spLocks noChangeArrowheads="1"/>
          </p:cNvSpPr>
          <p:nvPr/>
        </p:nvSpPr>
        <p:spPr bwMode="auto">
          <a:xfrm>
            <a:off x="97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27" name="直線接點 126"/>
          <p:cNvCxnSpPr>
            <a:stCxn id="126" idx="5"/>
            <a:endCxn id="124" idx="1"/>
          </p:cNvCxnSpPr>
          <p:nvPr/>
        </p:nvCxnSpPr>
        <p:spPr bwMode="auto">
          <a:xfrm>
            <a:off x="127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8" name="AutoShape 56"/>
          <p:cNvCxnSpPr>
            <a:cxnSpLocks noChangeShapeType="1"/>
            <a:stCxn id="125" idx="5"/>
            <a:endCxn id="129" idx="1"/>
          </p:cNvCxnSpPr>
          <p:nvPr/>
        </p:nvCxnSpPr>
        <p:spPr bwMode="auto">
          <a:xfrm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9" name="Oval 51"/>
          <p:cNvSpPr>
            <a:spLocks noChangeArrowheads="1"/>
          </p:cNvSpPr>
          <p:nvPr/>
        </p:nvSpPr>
        <p:spPr bwMode="auto">
          <a:xfrm>
            <a:off x="9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0" name="直線接點 129"/>
          <p:cNvCxnSpPr>
            <a:stCxn id="129" idx="7"/>
            <a:endCxn id="124" idx="3"/>
          </p:cNvCxnSpPr>
          <p:nvPr/>
        </p:nvCxnSpPr>
        <p:spPr bwMode="auto">
          <a:xfrm flipV="1"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31" name="AutoShape 56"/>
          <p:cNvCxnSpPr>
            <a:cxnSpLocks noChangeShapeType="1"/>
            <a:stCxn id="133" idx="7"/>
            <a:endCxn id="134" idx="3"/>
          </p:cNvCxnSpPr>
          <p:nvPr/>
        </p:nvCxnSpPr>
        <p:spPr bwMode="auto">
          <a:xfrm flipV="1">
            <a:off x="4159279" y="355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2" name="Oval 49"/>
          <p:cNvSpPr>
            <a:spLocks noChangeArrowheads="1"/>
          </p:cNvSpPr>
          <p:nvPr/>
        </p:nvSpPr>
        <p:spPr bwMode="auto">
          <a:xfrm>
            <a:off x="493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133" name="Oval 51"/>
          <p:cNvSpPr>
            <a:spLocks noChangeArrowheads="1"/>
          </p:cNvSpPr>
          <p:nvPr/>
        </p:nvSpPr>
        <p:spPr bwMode="auto">
          <a:xfrm>
            <a:off x="385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134" name="Oval 51"/>
          <p:cNvSpPr>
            <a:spLocks noChangeArrowheads="1"/>
          </p:cNvSpPr>
          <p:nvPr/>
        </p:nvSpPr>
        <p:spPr bwMode="auto">
          <a:xfrm>
            <a:off x="439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5" name="直線接點 134"/>
          <p:cNvCxnSpPr>
            <a:stCxn id="134" idx="5"/>
            <a:endCxn id="132" idx="1"/>
          </p:cNvCxnSpPr>
          <p:nvPr/>
        </p:nvCxnSpPr>
        <p:spPr bwMode="auto">
          <a:xfrm>
            <a:off x="469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36" name="AutoShape 56"/>
          <p:cNvCxnSpPr>
            <a:cxnSpLocks noChangeShapeType="1"/>
            <a:stCxn id="133" idx="5"/>
            <a:endCxn id="137" idx="1"/>
          </p:cNvCxnSpPr>
          <p:nvPr/>
        </p:nvCxnSpPr>
        <p:spPr bwMode="auto">
          <a:xfrm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7" name="Oval 51"/>
          <p:cNvSpPr>
            <a:spLocks noChangeArrowheads="1"/>
          </p:cNvSpPr>
          <p:nvPr/>
        </p:nvSpPr>
        <p:spPr bwMode="auto">
          <a:xfrm>
            <a:off x="439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38" name="直線接點 137"/>
          <p:cNvCxnSpPr>
            <a:stCxn id="137" idx="7"/>
            <a:endCxn id="132" idx="3"/>
          </p:cNvCxnSpPr>
          <p:nvPr/>
        </p:nvCxnSpPr>
        <p:spPr bwMode="auto">
          <a:xfrm flipV="1"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139" name="Oval 49"/>
          <p:cNvSpPr>
            <a:spLocks noChangeArrowheads="1"/>
          </p:cNvSpPr>
          <p:nvPr/>
        </p:nvSpPr>
        <p:spPr bwMode="auto">
          <a:xfrm>
            <a:off x="74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0" name="Oval 51"/>
          <p:cNvSpPr>
            <a:spLocks noChangeArrowheads="1"/>
          </p:cNvSpPr>
          <p:nvPr/>
        </p:nvSpPr>
        <p:spPr bwMode="auto">
          <a:xfrm>
            <a:off x="637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41" name="Oval 51"/>
          <p:cNvSpPr>
            <a:spLocks noChangeArrowheads="1"/>
          </p:cNvSpPr>
          <p:nvPr/>
        </p:nvSpPr>
        <p:spPr bwMode="auto">
          <a:xfrm>
            <a:off x="6912000" y="32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42" name="直線接點 141"/>
          <p:cNvCxnSpPr>
            <a:stCxn id="141" idx="5"/>
            <a:endCxn id="139" idx="1"/>
          </p:cNvCxnSpPr>
          <p:nvPr/>
        </p:nvCxnSpPr>
        <p:spPr bwMode="auto">
          <a:xfrm>
            <a:off x="7219279" y="355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43" name="AutoShape 56"/>
          <p:cNvCxnSpPr>
            <a:cxnSpLocks noChangeShapeType="1"/>
            <a:stCxn id="140" idx="5"/>
            <a:endCxn id="144" idx="1"/>
          </p:cNvCxnSpPr>
          <p:nvPr/>
        </p:nvCxnSpPr>
        <p:spPr bwMode="auto">
          <a:xfrm>
            <a:off x="667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44" name="Oval 51"/>
          <p:cNvSpPr>
            <a:spLocks noChangeArrowheads="1"/>
          </p:cNvSpPr>
          <p:nvPr/>
        </p:nvSpPr>
        <p:spPr bwMode="auto">
          <a:xfrm>
            <a:off x="69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cxnSp>
        <p:nvCxnSpPr>
          <p:cNvPr id="145" name="直線接點 144"/>
          <p:cNvCxnSpPr>
            <a:stCxn id="144" idx="7"/>
            <a:endCxn id="139" idx="3"/>
          </p:cNvCxnSpPr>
          <p:nvPr/>
        </p:nvCxnSpPr>
        <p:spPr bwMode="auto">
          <a:xfrm flipV="1"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46" name="AutoShape 56"/>
          <p:cNvCxnSpPr>
            <a:cxnSpLocks noChangeShapeType="1"/>
            <a:stCxn id="148" idx="6"/>
            <a:endCxn id="149" idx="2"/>
          </p:cNvCxnSpPr>
          <p:nvPr/>
        </p:nvCxnSpPr>
        <p:spPr bwMode="auto">
          <a:xfrm>
            <a:off x="2412000" y="324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47" name="Oval 49"/>
          <p:cNvSpPr>
            <a:spLocks noChangeArrowheads="1"/>
          </p:cNvSpPr>
          <p:nvPr/>
        </p:nvSpPr>
        <p:spPr bwMode="auto">
          <a:xfrm>
            <a:off x="2772000" y="37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148" name="Oval 51"/>
          <p:cNvSpPr>
            <a:spLocks noChangeArrowheads="1"/>
          </p:cNvSpPr>
          <p:nvPr/>
        </p:nvSpPr>
        <p:spPr bwMode="auto">
          <a:xfrm>
            <a:off x="2052000" y="30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9" name="Oval 51"/>
          <p:cNvSpPr>
            <a:spLocks noChangeArrowheads="1"/>
          </p:cNvSpPr>
          <p:nvPr/>
        </p:nvSpPr>
        <p:spPr bwMode="auto">
          <a:xfrm>
            <a:off x="2772000" y="30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0" name="直線接點 149"/>
          <p:cNvCxnSpPr>
            <a:stCxn id="149" idx="4"/>
            <a:endCxn id="147" idx="0"/>
          </p:cNvCxnSpPr>
          <p:nvPr/>
        </p:nvCxnSpPr>
        <p:spPr bwMode="auto">
          <a:xfrm>
            <a:off x="2952000" y="34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1" name="AutoShape 56"/>
          <p:cNvCxnSpPr>
            <a:cxnSpLocks noChangeShapeType="1"/>
            <a:stCxn id="148" idx="5"/>
            <a:endCxn id="147" idx="1"/>
          </p:cNvCxnSpPr>
          <p:nvPr/>
        </p:nvCxnSpPr>
        <p:spPr bwMode="auto">
          <a:xfrm>
            <a:off x="2359279" y="33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52" name="AutoShape 56"/>
          <p:cNvCxnSpPr>
            <a:cxnSpLocks noChangeShapeType="1"/>
            <a:stCxn id="125" idx="6"/>
            <a:endCxn id="124" idx="2"/>
          </p:cNvCxnSpPr>
          <p:nvPr/>
        </p:nvCxnSpPr>
        <p:spPr bwMode="auto">
          <a:xfrm>
            <a:off x="792000" y="396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53" name="AutoShape 56"/>
          <p:cNvCxnSpPr>
            <a:cxnSpLocks noChangeShapeType="1"/>
            <a:stCxn id="126" idx="4"/>
            <a:endCxn id="129" idx="0"/>
          </p:cNvCxnSpPr>
          <p:nvPr/>
        </p:nvCxnSpPr>
        <p:spPr bwMode="auto">
          <a:xfrm>
            <a:off x="1152000" y="360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4" name="Oval 49"/>
          <p:cNvSpPr>
            <a:spLocks noChangeArrowheads="1"/>
          </p:cNvSpPr>
          <p:nvPr/>
        </p:nvSpPr>
        <p:spPr bwMode="auto">
          <a:xfrm>
            <a:off x="835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55" name="直線接點 154"/>
          <p:cNvCxnSpPr>
            <a:stCxn id="141" idx="6"/>
            <a:endCxn id="154" idx="1"/>
          </p:cNvCxnSpPr>
          <p:nvPr/>
        </p:nvCxnSpPr>
        <p:spPr bwMode="auto">
          <a:xfrm>
            <a:off x="7272000" y="342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56" name="AutoShape 56"/>
          <p:cNvCxnSpPr>
            <a:cxnSpLocks noChangeShapeType="1"/>
            <a:stCxn id="141" idx="4"/>
            <a:endCxn id="144" idx="0"/>
          </p:cNvCxnSpPr>
          <p:nvPr/>
        </p:nvCxnSpPr>
        <p:spPr bwMode="auto">
          <a:xfrm>
            <a:off x="7092000" y="360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57" name="AutoShape 56"/>
          <p:cNvCxnSpPr>
            <a:cxnSpLocks noChangeShapeType="1"/>
            <a:stCxn id="140" idx="6"/>
            <a:endCxn id="139" idx="2"/>
          </p:cNvCxnSpPr>
          <p:nvPr/>
        </p:nvCxnSpPr>
        <p:spPr bwMode="auto">
          <a:xfrm>
            <a:off x="6732000" y="396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58" name="Oval 51"/>
          <p:cNvSpPr>
            <a:spLocks noChangeArrowheads="1"/>
          </p:cNvSpPr>
          <p:nvPr/>
        </p:nvSpPr>
        <p:spPr bwMode="auto">
          <a:xfrm>
            <a:off x="619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59" name="Oval 51"/>
          <p:cNvSpPr>
            <a:spLocks noChangeArrowheads="1"/>
          </p:cNvSpPr>
          <p:nvPr/>
        </p:nvSpPr>
        <p:spPr bwMode="auto">
          <a:xfrm>
            <a:off x="547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0" name="Oval 51"/>
          <p:cNvSpPr>
            <a:spLocks noChangeArrowheads="1"/>
          </p:cNvSpPr>
          <p:nvPr/>
        </p:nvSpPr>
        <p:spPr bwMode="auto">
          <a:xfrm>
            <a:off x="54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1" name="直線接點 160"/>
          <p:cNvCxnSpPr>
            <a:stCxn id="160" idx="0"/>
            <a:endCxn id="159" idx="4"/>
          </p:cNvCxnSpPr>
          <p:nvPr/>
        </p:nvCxnSpPr>
        <p:spPr bwMode="auto">
          <a:xfrm flipV="1">
            <a:off x="56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62" name="AutoShape 56"/>
          <p:cNvCxnSpPr>
            <a:cxnSpLocks noChangeShapeType="1"/>
            <a:stCxn id="160" idx="6"/>
            <a:endCxn id="158" idx="2"/>
          </p:cNvCxnSpPr>
          <p:nvPr/>
        </p:nvCxnSpPr>
        <p:spPr bwMode="auto">
          <a:xfrm>
            <a:off x="583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63" name="直線接點 162"/>
          <p:cNvCxnSpPr>
            <a:stCxn id="159" idx="5"/>
            <a:endCxn id="158" idx="1"/>
          </p:cNvCxnSpPr>
          <p:nvPr/>
        </p:nvCxnSpPr>
        <p:spPr bwMode="auto">
          <a:xfrm>
            <a:off x="5779279" y="463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64" name="AutoShape 56"/>
          <p:cNvCxnSpPr>
            <a:cxnSpLocks noChangeShapeType="1"/>
            <a:stCxn id="139" idx="6"/>
            <a:endCxn id="154" idx="2"/>
          </p:cNvCxnSpPr>
          <p:nvPr/>
        </p:nvCxnSpPr>
        <p:spPr bwMode="auto">
          <a:xfrm>
            <a:off x="7812000" y="396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65" name="Oval 49"/>
          <p:cNvSpPr>
            <a:spLocks noChangeArrowheads="1"/>
          </p:cNvSpPr>
          <p:nvPr/>
        </p:nvSpPr>
        <p:spPr bwMode="auto">
          <a:xfrm>
            <a:off x="15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66" name="Oval 49"/>
          <p:cNvSpPr>
            <a:spLocks noChangeArrowheads="1"/>
          </p:cNvSpPr>
          <p:nvPr/>
        </p:nvSpPr>
        <p:spPr bwMode="auto">
          <a:xfrm>
            <a:off x="4932000" y="32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167" name="Oval 51"/>
          <p:cNvSpPr>
            <a:spLocks noChangeArrowheads="1"/>
          </p:cNvSpPr>
          <p:nvPr/>
        </p:nvSpPr>
        <p:spPr bwMode="auto">
          <a:xfrm>
            <a:off x="6372000" y="32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68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169" name="Oval 49"/>
          <p:cNvSpPr>
            <a:spLocks noChangeArrowheads="1"/>
          </p:cNvSpPr>
          <p:nvPr/>
        </p:nvSpPr>
        <p:spPr bwMode="auto">
          <a:xfrm>
            <a:off x="277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170" name="Oval 51"/>
          <p:cNvSpPr>
            <a:spLocks noChangeArrowheads="1"/>
          </p:cNvSpPr>
          <p:nvPr/>
        </p:nvSpPr>
        <p:spPr bwMode="auto">
          <a:xfrm>
            <a:off x="151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171" name="AutoShape 56"/>
          <p:cNvCxnSpPr>
            <a:cxnSpLocks noChangeShapeType="1"/>
            <a:stCxn id="165" idx="6"/>
            <a:endCxn id="169" idx="2"/>
          </p:cNvCxnSpPr>
          <p:nvPr/>
        </p:nvCxnSpPr>
        <p:spPr bwMode="auto">
          <a:xfrm>
            <a:off x="1872000" y="504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72" name="Oval 51"/>
          <p:cNvSpPr>
            <a:spLocks noChangeArrowheads="1"/>
          </p:cNvSpPr>
          <p:nvPr/>
        </p:nvSpPr>
        <p:spPr bwMode="auto">
          <a:xfrm>
            <a:off x="1512000" y="63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73" name="直線接點 172"/>
          <p:cNvCxnSpPr>
            <a:stCxn id="172" idx="0"/>
            <a:endCxn id="170" idx="4"/>
          </p:cNvCxnSpPr>
          <p:nvPr/>
        </p:nvCxnSpPr>
        <p:spPr bwMode="auto">
          <a:xfrm flipV="1">
            <a:off x="1692000" y="594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4" name="AutoShape 56"/>
          <p:cNvCxnSpPr>
            <a:cxnSpLocks noChangeShapeType="1"/>
            <a:stCxn id="166" idx="6"/>
            <a:endCxn id="167" idx="2"/>
          </p:cNvCxnSpPr>
          <p:nvPr/>
        </p:nvCxnSpPr>
        <p:spPr bwMode="auto">
          <a:xfrm>
            <a:off x="5292000" y="342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75" name="AutoShape 56"/>
          <p:cNvCxnSpPr>
            <a:cxnSpLocks noChangeShapeType="1"/>
            <a:stCxn id="176" idx="7"/>
            <a:endCxn id="168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76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77" name="Oval 49"/>
          <p:cNvSpPr>
            <a:spLocks noChangeArrowheads="1"/>
          </p:cNvSpPr>
          <p:nvPr/>
        </p:nvSpPr>
        <p:spPr bwMode="auto">
          <a:xfrm>
            <a:off x="2772000" y="540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30" name="Oval 51"/>
          <p:cNvSpPr>
            <a:spLocks noChangeArrowheads="1"/>
          </p:cNvSpPr>
          <p:nvPr/>
        </p:nvSpPr>
        <p:spPr bwMode="auto">
          <a:xfrm>
            <a:off x="2772000" y="61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1" name="直線接點 230"/>
          <p:cNvCxnSpPr>
            <a:stCxn id="230" idx="0"/>
            <a:endCxn id="177" idx="4"/>
          </p:cNvCxnSpPr>
          <p:nvPr/>
        </p:nvCxnSpPr>
        <p:spPr bwMode="auto">
          <a:xfrm flipV="1">
            <a:off x="2952000" y="57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32" name="AutoShape 56"/>
          <p:cNvCxnSpPr>
            <a:cxnSpLocks noChangeShapeType="1"/>
            <a:stCxn id="233" idx="6"/>
            <a:endCxn id="230" idx="2"/>
          </p:cNvCxnSpPr>
          <p:nvPr/>
        </p:nvCxnSpPr>
        <p:spPr bwMode="auto">
          <a:xfrm>
            <a:off x="2412000" y="630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33" name="Oval 51"/>
          <p:cNvSpPr>
            <a:spLocks noChangeArrowheads="1"/>
          </p:cNvSpPr>
          <p:nvPr/>
        </p:nvSpPr>
        <p:spPr bwMode="auto">
          <a:xfrm>
            <a:off x="2052000" y="61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cxnSp>
        <p:nvCxnSpPr>
          <p:cNvPr id="234" name="AutoShape 56"/>
          <p:cNvCxnSpPr>
            <a:cxnSpLocks noChangeShapeType="1"/>
            <a:stCxn id="233" idx="7"/>
            <a:endCxn id="177" idx="3"/>
          </p:cNvCxnSpPr>
          <p:nvPr/>
        </p:nvCxnSpPr>
        <p:spPr bwMode="auto">
          <a:xfrm flipV="1">
            <a:off x="2359279" y="57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35" name="Oval 51"/>
          <p:cNvSpPr>
            <a:spLocks noChangeArrowheads="1"/>
          </p:cNvSpPr>
          <p:nvPr/>
        </p:nvSpPr>
        <p:spPr bwMode="auto">
          <a:xfrm>
            <a:off x="7452000" y="46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36" name="Oval 49"/>
          <p:cNvSpPr>
            <a:spLocks noChangeArrowheads="1"/>
          </p:cNvSpPr>
          <p:nvPr/>
        </p:nvSpPr>
        <p:spPr bwMode="auto">
          <a:xfrm>
            <a:off x="8172000" y="54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7" name="直線接點 236"/>
          <p:cNvCxnSpPr>
            <a:stCxn id="235" idx="5"/>
            <a:endCxn id="236" idx="1"/>
          </p:cNvCxnSpPr>
          <p:nvPr/>
        </p:nvCxnSpPr>
        <p:spPr bwMode="auto">
          <a:xfrm>
            <a:off x="7759279" y="499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38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sp>
        <p:nvSpPr>
          <p:cNvPr id="239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cxnSp>
        <p:nvCxnSpPr>
          <p:cNvPr id="240" name="AutoShape 56"/>
          <p:cNvCxnSpPr>
            <a:cxnSpLocks noChangeShapeType="1"/>
            <a:stCxn id="239" idx="6"/>
            <a:endCxn id="238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241" name="AutoShape 56"/>
          <p:cNvCxnSpPr>
            <a:cxnSpLocks noChangeShapeType="1"/>
          </p:cNvCxnSpPr>
          <p:nvPr/>
        </p:nvCxnSpPr>
        <p:spPr bwMode="auto">
          <a:xfrm>
            <a:off x="252000" y="2889000"/>
            <a:ext cx="8640000" cy="0"/>
          </a:xfrm>
          <a:prstGeom prst="straightConnector1">
            <a:avLst/>
          </a:prstGeom>
          <a:noFill/>
          <a:ln w="2540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18" name="文字方塊 117"/>
          <p:cNvSpPr txBox="1"/>
          <p:nvPr/>
        </p:nvSpPr>
        <p:spPr>
          <a:xfrm>
            <a:off x="3492000" y="6129000"/>
            <a:ext cx="270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lvl="0">
              <a:defRPr/>
            </a:pPr>
            <a:r>
              <a:rPr lang="en-US" altLang="zh-TW" sz="2000" dirty="0" err="1">
                <a:solidFill>
                  <a:srgbClr val="0000FF"/>
                </a:solidFill>
              </a:rPr>
              <a:t>biconnected</a:t>
            </a:r>
            <a:r>
              <a:rPr lang="en-US" altLang="zh-TW" sz="2000" dirty="0">
                <a:solidFill>
                  <a:srgbClr val="0000FF"/>
                </a:solidFill>
              </a:rPr>
              <a:t> </a:t>
            </a:r>
            <a:r>
              <a:rPr lang="en-US" altLang="zh-TW" sz="2000" dirty="0" smtClean="0">
                <a:solidFill>
                  <a:srgbClr val="0000FF"/>
                </a:solidFill>
              </a:rPr>
              <a:t>components</a:t>
            </a:r>
            <a:endParaRPr kumimoji="1" lang="zh-TW" altLang="en-US" sz="2000" b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</a:endParaRPr>
          </a:p>
        </p:txBody>
      </p:sp>
      <p:sp>
        <p:nvSpPr>
          <p:cNvPr id="119" name="文字方塊 118"/>
          <p:cNvSpPr txBox="1"/>
          <p:nvPr/>
        </p:nvSpPr>
        <p:spPr>
          <a:xfrm>
            <a:off x="2412000" y="2529000"/>
            <a:ext cx="32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lvl="0">
              <a:defRPr/>
            </a:pPr>
            <a:r>
              <a:rPr lang="en-US" altLang="zh-TW" sz="2000" dirty="0" smtClean="0">
                <a:solidFill>
                  <a:srgbClr val="0000FF"/>
                </a:solidFill>
              </a:rPr>
              <a:t>bridge connected components</a:t>
            </a:r>
            <a:endParaRPr kumimoji="1" lang="zh-TW" altLang="en-US" sz="2000" b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407735819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Graphs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/>
            <a:r>
              <a:rPr lang="en-US" altLang="zh-TW" sz="2300" dirty="0"/>
              <a:t>An undirected graph is called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dirty="0"/>
              <a:t> if there are two </a:t>
            </a:r>
            <a:r>
              <a:rPr lang="en-US" altLang="zh-TW" sz="2300" dirty="0" smtClean="0"/>
              <a:t>node-disjoint </a:t>
            </a:r>
            <a:r>
              <a:rPr lang="en-US" altLang="zh-TW" sz="2300" dirty="0"/>
              <a:t>paths between any two </a:t>
            </a:r>
            <a:r>
              <a:rPr lang="en-US" altLang="zh-TW" sz="2300" dirty="0" smtClean="0"/>
              <a:t>nodes. </a:t>
            </a:r>
            <a:r>
              <a:rPr lang="en-US" altLang="zh-TW" sz="2300" dirty="0"/>
              <a:t>In a </a:t>
            </a:r>
            <a:r>
              <a:rPr lang="en-US" altLang="zh-TW" sz="2300" dirty="0" err="1"/>
              <a:t>biconnected</a:t>
            </a:r>
            <a:r>
              <a:rPr lang="en-US" altLang="zh-TW" sz="2300" dirty="0"/>
              <a:t> graph, there is a simple cycle through any two </a:t>
            </a:r>
            <a:r>
              <a:rPr lang="en-US" altLang="zh-TW" sz="2300" dirty="0" smtClean="0"/>
              <a:t>nodes. </a:t>
            </a:r>
            <a:endParaRPr lang="en-US" altLang="zh-TW" sz="2300" dirty="0"/>
          </a:p>
          <a:p>
            <a:pPr marL="0" indent="0">
              <a:spcBef>
                <a:spcPts val="0"/>
              </a:spcBef>
            </a:pPr>
            <a:endParaRPr lang="en-US" altLang="zh-TW" sz="2300" dirty="0"/>
          </a:p>
          <a:p>
            <a:pPr marL="0" indent="0">
              <a:spcBef>
                <a:spcPts val="0"/>
              </a:spcBef>
            </a:pPr>
            <a:r>
              <a:rPr lang="en-US" altLang="zh-TW" sz="2300" dirty="0">
                <a:solidFill>
                  <a:srgbClr val="FF0000"/>
                </a:solidFill>
              </a:rPr>
              <a:t>By convention, two nodes connected by an edge form a </a:t>
            </a:r>
            <a:r>
              <a:rPr lang="en-US" altLang="zh-TW" sz="2300" dirty="0" err="1">
                <a:solidFill>
                  <a:srgbClr val="FF0000"/>
                </a:solidFill>
              </a:rPr>
              <a:t>biconnected</a:t>
            </a:r>
            <a:r>
              <a:rPr lang="en-US" altLang="zh-TW" sz="2300" dirty="0">
                <a:solidFill>
                  <a:srgbClr val="FF0000"/>
                </a:solidFill>
              </a:rPr>
              <a:t> graph, but this does not verify the above properties.</a:t>
            </a:r>
            <a:r>
              <a:rPr lang="en-US" altLang="zh-TW" sz="2300" dirty="0"/>
              <a:t> For a graph with more than two </a:t>
            </a:r>
            <a:r>
              <a:rPr lang="en-US" altLang="zh-TW" sz="2300" dirty="0" smtClean="0"/>
              <a:t>nodes, </a:t>
            </a:r>
            <a:r>
              <a:rPr lang="en-US" altLang="zh-TW" sz="2300" dirty="0"/>
              <a:t>the above properties must be there for it to be </a:t>
            </a:r>
            <a:r>
              <a:rPr lang="en-US" altLang="zh-TW" sz="2300" dirty="0" err="1"/>
              <a:t>biconnected</a:t>
            </a:r>
            <a:r>
              <a:rPr lang="en-US" altLang="zh-TW" sz="2300" dirty="0"/>
              <a:t>.</a:t>
            </a:r>
          </a:p>
          <a:p>
            <a:pPr marL="0" indent="0"/>
            <a:r>
              <a:rPr lang="en-US" altLang="zh-TW" sz="2300" dirty="0"/>
              <a:t>Or in other words: </a:t>
            </a:r>
          </a:p>
          <a:p>
            <a:pPr marL="0" indent="0"/>
            <a:r>
              <a:rPr lang="en-US" altLang="zh-TW" sz="2300" dirty="0"/>
              <a:t>A graph is said to be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dirty="0"/>
              <a:t> if: </a:t>
            </a:r>
          </a:p>
          <a:p>
            <a:pPr marL="0" indent="0"/>
            <a:r>
              <a:rPr lang="en-US" altLang="zh-TW" sz="2300" dirty="0"/>
              <a:t>1) It is connected, i.e. it is possible to reach every </a:t>
            </a:r>
            <a:r>
              <a:rPr lang="en-US" altLang="zh-TW" sz="2300" dirty="0" smtClean="0"/>
              <a:t>node </a:t>
            </a:r>
            <a:r>
              <a:rPr lang="en-US" altLang="zh-TW" sz="2300" dirty="0"/>
              <a:t>from every other </a:t>
            </a:r>
            <a:r>
              <a:rPr lang="en-US" altLang="zh-TW" sz="2300" dirty="0" smtClean="0"/>
              <a:t>node, </a:t>
            </a:r>
            <a:r>
              <a:rPr lang="en-US" altLang="zh-TW" sz="2300" dirty="0"/>
              <a:t>by a simple path. </a:t>
            </a:r>
          </a:p>
          <a:p>
            <a:pPr marL="0" indent="0"/>
            <a:r>
              <a:rPr lang="en-US" altLang="zh-TW" sz="2300" dirty="0"/>
              <a:t>2) Even after removing any </a:t>
            </a:r>
            <a:r>
              <a:rPr lang="en-US" altLang="zh-TW" sz="2300" dirty="0" smtClean="0"/>
              <a:t>node </a:t>
            </a:r>
            <a:r>
              <a:rPr lang="en-US" altLang="zh-TW" sz="2300" dirty="0"/>
              <a:t>the graph remains connected.</a:t>
            </a:r>
            <a:endParaRPr lang="zh-TW" altLang="en-US" sz="2300" dirty="0"/>
          </a:p>
        </p:txBody>
      </p:sp>
    </p:spTree>
    <p:extLst>
      <p:ext uri="{BB962C8B-B14F-4D97-AF65-F5344CB8AC3E}">
        <p14:creationId xmlns:p14="http://schemas.microsoft.com/office/powerpoint/2010/main" val="99088758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260587"/>
          </a:xfrm>
        </p:spPr>
        <p:txBody>
          <a:bodyPr/>
          <a:lstStyle/>
          <a:p>
            <a:pPr marL="0" indent="0"/>
            <a:r>
              <a:rPr lang="en-US" altLang="zh-TW" sz="2300" dirty="0">
                <a:solidFill>
                  <a:srgbClr val="000000"/>
                </a:solidFill>
              </a:rPr>
              <a:t>Let </a:t>
            </a:r>
            <a:r>
              <a:rPr lang="en-US" altLang="zh-TW" sz="2300" i="1" dirty="0">
                <a:solidFill>
                  <a:srgbClr val="000000"/>
                </a:solidFill>
              </a:rPr>
              <a:t>G</a:t>
            </a:r>
            <a:r>
              <a:rPr lang="en-US" altLang="zh-TW" sz="2300" dirty="0">
                <a:solidFill>
                  <a:srgbClr val="000000"/>
                </a:solidFill>
              </a:rPr>
              <a:t> </a:t>
            </a:r>
            <a:r>
              <a:rPr lang="en-US" altLang="zh-TW" sz="23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sz="2300" dirty="0">
                <a:solidFill>
                  <a:srgbClr val="000000"/>
                </a:solidFill>
              </a:rPr>
              <a:t> (</a:t>
            </a:r>
            <a:r>
              <a:rPr lang="en-US" altLang="zh-TW" sz="2300" i="1" dirty="0">
                <a:solidFill>
                  <a:srgbClr val="000000"/>
                </a:solidFill>
              </a:rPr>
              <a:t>V</a:t>
            </a:r>
            <a:r>
              <a:rPr lang="en-US" altLang="zh-TW" sz="2300" dirty="0">
                <a:solidFill>
                  <a:srgbClr val="000000"/>
                </a:solidFill>
              </a:rPr>
              <a:t>, </a:t>
            </a:r>
            <a:r>
              <a:rPr lang="en-US" altLang="zh-TW" sz="2300" i="1" spc="300" dirty="0">
                <a:solidFill>
                  <a:srgbClr val="000000"/>
                </a:solidFill>
              </a:rPr>
              <a:t>E</a:t>
            </a:r>
            <a:r>
              <a:rPr lang="en-US" altLang="zh-TW" sz="2300" dirty="0">
                <a:solidFill>
                  <a:srgbClr val="000000"/>
                </a:solidFill>
              </a:rPr>
              <a:t>) be a connected, undirected graph with at least three nodes. </a:t>
            </a:r>
            <a:r>
              <a:rPr lang="en-US" altLang="zh-TW" dirty="0"/>
              <a:t>A </a:t>
            </a:r>
            <a:r>
              <a:rPr lang="en-US" altLang="zh-TW" i="1" dirty="0" err="1">
                <a:solidFill>
                  <a:srgbClr val="0000FF"/>
                </a:solidFill>
              </a:rPr>
              <a:t>biconnected</a:t>
            </a:r>
            <a:r>
              <a:rPr lang="en-US" altLang="zh-TW" i="1" dirty="0">
                <a:solidFill>
                  <a:srgbClr val="0000FF"/>
                </a:solidFill>
              </a:rPr>
              <a:t> component</a:t>
            </a:r>
            <a:r>
              <a:rPr lang="en-US" altLang="zh-TW" dirty="0"/>
              <a:t> of </a:t>
            </a:r>
            <a:r>
              <a:rPr lang="en-US" altLang="zh-TW" i="1" dirty="0"/>
              <a:t>G</a:t>
            </a:r>
            <a:r>
              <a:rPr lang="en-US" altLang="zh-TW" dirty="0"/>
              <a:t> is a maximal set of edges such that any two edges in the set lie on a common simple cycle.</a:t>
            </a:r>
            <a:endParaRPr lang="zh-TW" altLang="en-US" dirty="0"/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122412495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 err="1"/>
              <a:t>Biconnected</a:t>
            </a:r>
            <a:r>
              <a:rPr lang="en-US" altLang="zh-TW" dirty="0"/>
              <a:t> Components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1980587"/>
          </a:xfrm>
        </p:spPr>
        <p:txBody>
          <a:bodyPr/>
          <a:lstStyle/>
          <a:p>
            <a:pPr marL="0" indent="0"/>
            <a:r>
              <a:rPr lang="en-US" altLang="zh-TW" sz="2300" dirty="0">
                <a:solidFill>
                  <a:srgbClr val="000000"/>
                </a:solidFill>
              </a:rPr>
              <a:t>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graph</a:t>
            </a:r>
            <a:r>
              <a:rPr lang="en-US" altLang="zh-TW" sz="2300" dirty="0">
                <a:solidFill>
                  <a:srgbClr val="000000"/>
                </a:solidFill>
              </a:rPr>
              <a:t> is a connected and "</a:t>
            </a:r>
            <a:r>
              <a:rPr lang="en-US" altLang="zh-TW" sz="2300" dirty="0" err="1">
                <a:solidFill>
                  <a:srgbClr val="000000"/>
                </a:solidFill>
              </a:rPr>
              <a:t>nonseparable</a:t>
            </a:r>
            <a:r>
              <a:rPr lang="en-US" altLang="zh-TW" sz="2300" dirty="0">
                <a:solidFill>
                  <a:srgbClr val="000000"/>
                </a:solidFill>
              </a:rPr>
              <a:t>" graph, meaning that if any one </a:t>
            </a:r>
            <a:r>
              <a:rPr lang="en-US" altLang="zh-TW" sz="2300" dirty="0" smtClean="0">
                <a:solidFill>
                  <a:srgbClr val="000000"/>
                </a:solidFill>
              </a:rPr>
              <a:t>node </a:t>
            </a:r>
            <a:r>
              <a:rPr lang="en-US" altLang="zh-TW" sz="2300" dirty="0">
                <a:solidFill>
                  <a:srgbClr val="000000"/>
                </a:solidFill>
              </a:rPr>
              <a:t>were to be removed, the graph will remain connected. Therefore a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graph has no articulation </a:t>
            </a:r>
            <a:r>
              <a:rPr lang="en-US" altLang="zh-TW" sz="2300" dirty="0" smtClean="0">
                <a:solidFill>
                  <a:srgbClr val="000000"/>
                </a:solidFill>
              </a:rPr>
              <a:t>nodes. </a:t>
            </a:r>
            <a:r>
              <a:rPr lang="en-US" altLang="zh-TW" sz="2300" dirty="0">
                <a:solidFill>
                  <a:srgbClr val="000000"/>
                </a:solidFill>
              </a:rPr>
              <a:t>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component</a:t>
            </a:r>
            <a:r>
              <a:rPr lang="en-US" altLang="zh-TW" sz="2300" dirty="0">
                <a:solidFill>
                  <a:srgbClr val="000000"/>
                </a:solidFill>
              </a:rPr>
              <a:t> is a maximal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subgraph. </a:t>
            </a:r>
            <a:endParaRPr lang="zh-TW" altLang="en-US" dirty="0"/>
          </a:p>
        </p:txBody>
      </p:sp>
      <p:cxnSp>
        <p:nvCxnSpPr>
          <p:cNvPr id="4" name="AutoShape 56"/>
          <p:cNvCxnSpPr>
            <a:cxnSpLocks noChangeShapeType="1"/>
            <a:stCxn id="6" idx="7"/>
            <a:endCxn id="7" idx="3"/>
          </p:cNvCxnSpPr>
          <p:nvPr/>
        </p:nvCxnSpPr>
        <p:spPr bwMode="auto">
          <a:xfrm flipV="1">
            <a:off x="73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" name="Oval 49"/>
          <p:cNvSpPr>
            <a:spLocks noChangeArrowheads="1"/>
          </p:cNvSpPr>
          <p:nvPr/>
        </p:nvSpPr>
        <p:spPr bwMode="auto">
          <a:xfrm>
            <a:off x="151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51"/>
          <p:cNvSpPr>
            <a:spLocks noChangeArrowheads="1"/>
          </p:cNvSpPr>
          <p:nvPr/>
        </p:nvSpPr>
        <p:spPr bwMode="auto">
          <a:xfrm>
            <a:off x="43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7" name="Oval 51"/>
          <p:cNvSpPr>
            <a:spLocks noChangeArrowheads="1"/>
          </p:cNvSpPr>
          <p:nvPr/>
        </p:nvSpPr>
        <p:spPr bwMode="auto">
          <a:xfrm>
            <a:off x="97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直線接點 7"/>
          <p:cNvCxnSpPr>
            <a:stCxn id="7" idx="5"/>
            <a:endCxn id="5" idx="1"/>
          </p:cNvCxnSpPr>
          <p:nvPr/>
        </p:nvCxnSpPr>
        <p:spPr bwMode="auto">
          <a:xfrm>
            <a:off x="127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9" name="AutoShape 56"/>
          <p:cNvCxnSpPr>
            <a:cxnSpLocks noChangeShapeType="1"/>
            <a:stCxn id="6" idx="5"/>
            <a:endCxn id="10" idx="1"/>
          </p:cNvCxnSpPr>
          <p:nvPr/>
        </p:nvCxnSpPr>
        <p:spPr bwMode="auto">
          <a:xfrm>
            <a:off x="73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0" name="Oval 51"/>
          <p:cNvSpPr>
            <a:spLocks noChangeArrowheads="1"/>
          </p:cNvSpPr>
          <p:nvPr/>
        </p:nvSpPr>
        <p:spPr bwMode="auto">
          <a:xfrm>
            <a:off x="9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1" name="直線接點 10"/>
          <p:cNvCxnSpPr>
            <a:stCxn id="10" idx="7"/>
            <a:endCxn id="5" idx="3"/>
          </p:cNvCxnSpPr>
          <p:nvPr/>
        </p:nvCxnSpPr>
        <p:spPr bwMode="auto">
          <a:xfrm flipV="1">
            <a:off x="127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2" name="AutoShape 56"/>
          <p:cNvCxnSpPr>
            <a:cxnSpLocks noChangeShapeType="1"/>
            <a:stCxn id="14" idx="7"/>
            <a:endCxn id="15" idx="3"/>
          </p:cNvCxnSpPr>
          <p:nvPr/>
        </p:nvCxnSpPr>
        <p:spPr bwMode="auto">
          <a:xfrm flipV="1">
            <a:off x="4159279" y="409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3" name="Oval 49"/>
          <p:cNvSpPr>
            <a:spLocks noChangeArrowheads="1"/>
          </p:cNvSpPr>
          <p:nvPr/>
        </p:nvSpPr>
        <p:spPr bwMode="auto">
          <a:xfrm>
            <a:off x="493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Oval 51"/>
          <p:cNvSpPr>
            <a:spLocks noChangeArrowheads="1"/>
          </p:cNvSpPr>
          <p:nvPr/>
        </p:nvSpPr>
        <p:spPr bwMode="auto">
          <a:xfrm>
            <a:off x="385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51"/>
          <p:cNvSpPr>
            <a:spLocks noChangeArrowheads="1"/>
          </p:cNvSpPr>
          <p:nvPr/>
        </p:nvSpPr>
        <p:spPr bwMode="auto">
          <a:xfrm>
            <a:off x="439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6" name="直線接點 15"/>
          <p:cNvCxnSpPr>
            <a:stCxn id="15" idx="5"/>
            <a:endCxn id="13" idx="1"/>
          </p:cNvCxnSpPr>
          <p:nvPr/>
        </p:nvCxnSpPr>
        <p:spPr bwMode="auto">
          <a:xfrm>
            <a:off x="469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17" name="AutoShape 56"/>
          <p:cNvCxnSpPr>
            <a:cxnSpLocks noChangeShapeType="1"/>
            <a:stCxn id="14" idx="5"/>
            <a:endCxn id="18" idx="1"/>
          </p:cNvCxnSpPr>
          <p:nvPr/>
        </p:nvCxnSpPr>
        <p:spPr bwMode="auto">
          <a:xfrm>
            <a:off x="415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439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19" name="直線接點 18"/>
          <p:cNvCxnSpPr>
            <a:stCxn id="18" idx="7"/>
            <a:endCxn id="13" idx="3"/>
          </p:cNvCxnSpPr>
          <p:nvPr/>
        </p:nvCxnSpPr>
        <p:spPr bwMode="auto">
          <a:xfrm flipV="1">
            <a:off x="469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0" name="Oval 49"/>
          <p:cNvSpPr>
            <a:spLocks noChangeArrowheads="1"/>
          </p:cNvSpPr>
          <p:nvPr/>
        </p:nvSpPr>
        <p:spPr bwMode="auto">
          <a:xfrm>
            <a:off x="74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51"/>
          <p:cNvSpPr>
            <a:spLocks noChangeArrowheads="1"/>
          </p:cNvSpPr>
          <p:nvPr/>
        </p:nvSpPr>
        <p:spPr bwMode="auto">
          <a:xfrm>
            <a:off x="63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6912000" y="37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3" name="直線接點 22"/>
          <p:cNvCxnSpPr>
            <a:stCxn id="22" idx="5"/>
            <a:endCxn id="20" idx="1"/>
          </p:cNvCxnSpPr>
          <p:nvPr/>
        </p:nvCxnSpPr>
        <p:spPr bwMode="auto">
          <a:xfrm>
            <a:off x="7219279" y="409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4" name="AutoShape 56"/>
          <p:cNvCxnSpPr>
            <a:cxnSpLocks noChangeShapeType="1"/>
            <a:stCxn id="21" idx="5"/>
            <a:endCxn id="25" idx="1"/>
          </p:cNvCxnSpPr>
          <p:nvPr/>
        </p:nvCxnSpPr>
        <p:spPr bwMode="auto">
          <a:xfrm>
            <a:off x="6679279" y="4636279"/>
            <a:ext cx="285442" cy="28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5" name="Oval 51"/>
          <p:cNvSpPr>
            <a:spLocks noChangeArrowheads="1"/>
          </p:cNvSpPr>
          <p:nvPr/>
        </p:nvSpPr>
        <p:spPr bwMode="auto">
          <a:xfrm>
            <a:off x="6912000" y="486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26" name="直線接點 25"/>
          <p:cNvCxnSpPr>
            <a:stCxn id="25" idx="7"/>
            <a:endCxn id="20" idx="3"/>
          </p:cNvCxnSpPr>
          <p:nvPr/>
        </p:nvCxnSpPr>
        <p:spPr bwMode="auto">
          <a:xfrm flipV="1">
            <a:off x="7219279" y="4636279"/>
            <a:ext cx="285442" cy="28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27" name="AutoShape 56"/>
          <p:cNvCxnSpPr>
            <a:cxnSpLocks noChangeShapeType="1"/>
            <a:stCxn id="29" idx="6"/>
            <a:endCxn id="30" idx="2"/>
          </p:cNvCxnSpPr>
          <p:nvPr/>
        </p:nvCxnSpPr>
        <p:spPr bwMode="auto">
          <a:xfrm>
            <a:off x="2412000" y="378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28" name="Oval 49"/>
          <p:cNvSpPr>
            <a:spLocks noChangeArrowheads="1"/>
          </p:cNvSpPr>
          <p:nvPr/>
        </p:nvSpPr>
        <p:spPr bwMode="auto">
          <a:xfrm>
            <a:off x="2772000" y="432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Oval 51"/>
          <p:cNvSpPr>
            <a:spLocks noChangeArrowheads="1"/>
          </p:cNvSpPr>
          <p:nvPr/>
        </p:nvSpPr>
        <p:spPr bwMode="auto">
          <a:xfrm>
            <a:off x="205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2772000" y="360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1" name="直線接點 30"/>
          <p:cNvCxnSpPr>
            <a:stCxn id="30" idx="4"/>
            <a:endCxn id="28" idx="0"/>
          </p:cNvCxnSpPr>
          <p:nvPr/>
        </p:nvCxnSpPr>
        <p:spPr bwMode="auto">
          <a:xfrm>
            <a:off x="2952000" y="396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2" name="AutoShape 56"/>
          <p:cNvCxnSpPr>
            <a:cxnSpLocks noChangeShapeType="1"/>
            <a:stCxn id="29" idx="5"/>
            <a:endCxn id="28" idx="1"/>
          </p:cNvCxnSpPr>
          <p:nvPr/>
        </p:nvCxnSpPr>
        <p:spPr bwMode="auto">
          <a:xfrm>
            <a:off x="2359279" y="391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3" name="Oval 51"/>
          <p:cNvSpPr>
            <a:spLocks noChangeArrowheads="1"/>
          </p:cNvSpPr>
          <p:nvPr/>
        </p:nvSpPr>
        <p:spPr bwMode="auto">
          <a:xfrm>
            <a:off x="2772000" y="504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4" name="直線接點 33"/>
          <p:cNvCxnSpPr>
            <a:stCxn id="33" idx="0"/>
            <a:endCxn id="28" idx="4"/>
          </p:cNvCxnSpPr>
          <p:nvPr/>
        </p:nvCxnSpPr>
        <p:spPr bwMode="auto">
          <a:xfrm flipV="1">
            <a:off x="2952000" y="468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35" name="AutoShape 56"/>
          <p:cNvCxnSpPr>
            <a:cxnSpLocks noChangeShapeType="1"/>
            <a:stCxn id="36" idx="6"/>
            <a:endCxn id="33" idx="2"/>
          </p:cNvCxnSpPr>
          <p:nvPr/>
        </p:nvCxnSpPr>
        <p:spPr bwMode="auto">
          <a:xfrm>
            <a:off x="2412000" y="522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6" name="Oval 51"/>
          <p:cNvSpPr>
            <a:spLocks noChangeArrowheads="1"/>
          </p:cNvSpPr>
          <p:nvPr/>
        </p:nvSpPr>
        <p:spPr bwMode="auto">
          <a:xfrm>
            <a:off x="2052000" y="504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37" name="AutoShape 56"/>
          <p:cNvCxnSpPr>
            <a:cxnSpLocks noChangeShapeType="1"/>
            <a:stCxn id="36" idx="7"/>
            <a:endCxn id="28" idx="3"/>
          </p:cNvCxnSpPr>
          <p:nvPr/>
        </p:nvCxnSpPr>
        <p:spPr bwMode="auto">
          <a:xfrm flipV="1">
            <a:off x="2359279" y="463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38" name="AutoShape 56"/>
          <p:cNvCxnSpPr>
            <a:cxnSpLocks noChangeShapeType="1"/>
            <a:stCxn id="5" idx="6"/>
            <a:endCxn id="28" idx="2"/>
          </p:cNvCxnSpPr>
          <p:nvPr/>
        </p:nvCxnSpPr>
        <p:spPr bwMode="auto">
          <a:xfrm>
            <a:off x="1872000" y="4509000"/>
            <a:ext cx="90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39" name="Oval 51"/>
          <p:cNvSpPr>
            <a:spLocks noChangeArrowheads="1"/>
          </p:cNvSpPr>
          <p:nvPr/>
        </p:nvSpPr>
        <p:spPr bwMode="auto">
          <a:xfrm>
            <a:off x="2052000" y="57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0" name="直線接點 39"/>
          <p:cNvCxnSpPr>
            <a:stCxn id="39" idx="0"/>
            <a:endCxn id="36" idx="4"/>
          </p:cNvCxnSpPr>
          <p:nvPr/>
        </p:nvCxnSpPr>
        <p:spPr bwMode="auto">
          <a:xfrm flipV="1">
            <a:off x="2232000" y="540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1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79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2" name="AutoShape 56"/>
          <p:cNvCxnSpPr>
            <a:cxnSpLocks noChangeShapeType="1"/>
            <a:stCxn id="7" idx="4"/>
            <a:endCxn id="10" idx="0"/>
          </p:cNvCxnSpPr>
          <p:nvPr/>
        </p:nvCxnSpPr>
        <p:spPr bwMode="auto">
          <a:xfrm>
            <a:off x="115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3" name="Oval 49"/>
          <p:cNvSpPr>
            <a:spLocks noChangeArrowheads="1"/>
          </p:cNvSpPr>
          <p:nvPr/>
        </p:nvSpPr>
        <p:spPr bwMode="auto">
          <a:xfrm>
            <a:off x="8352000" y="432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44" name="直線接點 43"/>
          <p:cNvCxnSpPr>
            <a:stCxn id="22" idx="6"/>
            <a:endCxn id="43" idx="1"/>
          </p:cNvCxnSpPr>
          <p:nvPr/>
        </p:nvCxnSpPr>
        <p:spPr bwMode="auto">
          <a:xfrm>
            <a:off x="7272000" y="3969000"/>
            <a:ext cx="1132721" cy="41272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45" name="AutoShape 56"/>
          <p:cNvCxnSpPr>
            <a:cxnSpLocks noChangeShapeType="1"/>
            <a:stCxn id="22" idx="4"/>
            <a:endCxn id="25" idx="0"/>
          </p:cNvCxnSpPr>
          <p:nvPr/>
        </p:nvCxnSpPr>
        <p:spPr bwMode="auto">
          <a:xfrm>
            <a:off x="7092000" y="4149000"/>
            <a:ext cx="0" cy="72000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6" name="AutoShape 56"/>
          <p:cNvCxnSpPr>
            <a:cxnSpLocks noChangeShapeType="1"/>
            <a:stCxn id="21" idx="6"/>
            <a:endCxn id="20" idx="2"/>
          </p:cNvCxnSpPr>
          <p:nvPr/>
        </p:nvCxnSpPr>
        <p:spPr bwMode="auto">
          <a:xfrm>
            <a:off x="67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7" name="AutoShape 56"/>
          <p:cNvCxnSpPr>
            <a:cxnSpLocks noChangeShapeType="1"/>
            <a:stCxn id="28" idx="6"/>
            <a:endCxn id="14" idx="2"/>
          </p:cNvCxnSpPr>
          <p:nvPr/>
        </p:nvCxnSpPr>
        <p:spPr bwMode="auto">
          <a:xfrm>
            <a:off x="3132000" y="4509000"/>
            <a:ext cx="72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8" name="AutoShape 56"/>
          <p:cNvCxnSpPr>
            <a:cxnSpLocks noChangeShapeType="1"/>
            <a:stCxn id="13" idx="6"/>
            <a:endCxn id="21" idx="2"/>
          </p:cNvCxnSpPr>
          <p:nvPr/>
        </p:nvCxnSpPr>
        <p:spPr bwMode="auto">
          <a:xfrm>
            <a:off x="5292000" y="4509000"/>
            <a:ext cx="108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49" name="AutoShape 56"/>
          <p:cNvCxnSpPr>
            <a:cxnSpLocks noChangeShapeType="1"/>
            <a:stCxn id="51" idx="7"/>
            <a:endCxn id="25" idx="3"/>
          </p:cNvCxnSpPr>
          <p:nvPr/>
        </p:nvCxnSpPr>
        <p:spPr bwMode="auto">
          <a:xfrm flipV="1">
            <a:off x="6499279" y="5176279"/>
            <a:ext cx="465442" cy="465442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50" name="Oval 49"/>
          <p:cNvSpPr>
            <a:spLocks noChangeArrowheads="1"/>
          </p:cNvSpPr>
          <p:nvPr/>
        </p:nvSpPr>
        <p:spPr bwMode="auto">
          <a:xfrm>
            <a:off x="763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6192000" y="5589000"/>
            <a:ext cx="360000" cy="360000"/>
          </a:xfrm>
          <a:prstGeom prst="ellipse">
            <a:avLst/>
          </a:prstGeom>
          <a:solidFill>
            <a:schemeClr val="accent2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2" name="直線接點 51"/>
          <p:cNvCxnSpPr>
            <a:stCxn id="25" idx="5"/>
            <a:endCxn id="50" idx="1"/>
          </p:cNvCxnSpPr>
          <p:nvPr/>
        </p:nvCxnSpPr>
        <p:spPr bwMode="auto">
          <a:xfrm>
            <a:off x="721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53" name="Oval 51"/>
          <p:cNvSpPr>
            <a:spLocks noChangeArrowheads="1"/>
          </p:cNvSpPr>
          <p:nvPr/>
        </p:nvSpPr>
        <p:spPr bwMode="auto">
          <a:xfrm>
            <a:off x="5472000" y="486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4" name="Oval 51"/>
          <p:cNvSpPr>
            <a:spLocks noChangeArrowheads="1"/>
          </p:cNvSpPr>
          <p:nvPr/>
        </p:nvSpPr>
        <p:spPr bwMode="auto">
          <a:xfrm>
            <a:off x="5472000" y="5589000"/>
            <a:ext cx="360000" cy="360000"/>
          </a:xfrm>
          <a:prstGeom prst="ellipse">
            <a:avLst/>
          </a:prstGeom>
          <a:solidFill>
            <a:schemeClr val="bg1"/>
          </a:solidFill>
          <a:ln w="22225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55" name="直線接點 54"/>
          <p:cNvCxnSpPr>
            <a:stCxn id="54" idx="0"/>
            <a:endCxn id="53" idx="4"/>
          </p:cNvCxnSpPr>
          <p:nvPr/>
        </p:nvCxnSpPr>
        <p:spPr bwMode="auto">
          <a:xfrm flipV="1">
            <a:off x="5652000" y="5229000"/>
            <a:ext cx="0" cy="360000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6" name="AutoShape 56"/>
          <p:cNvCxnSpPr>
            <a:cxnSpLocks noChangeShapeType="1"/>
            <a:stCxn id="54" idx="6"/>
            <a:endCxn id="51" idx="2"/>
          </p:cNvCxnSpPr>
          <p:nvPr/>
        </p:nvCxnSpPr>
        <p:spPr bwMode="auto">
          <a:xfrm>
            <a:off x="5832000" y="5769000"/>
            <a:ext cx="36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7" name="直線接點 56"/>
          <p:cNvCxnSpPr>
            <a:stCxn id="53" idx="5"/>
            <a:endCxn id="51" idx="1"/>
          </p:cNvCxnSpPr>
          <p:nvPr/>
        </p:nvCxnSpPr>
        <p:spPr bwMode="auto">
          <a:xfrm>
            <a:off x="5779279" y="5176279"/>
            <a:ext cx="465442" cy="465442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58" name="AutoShape 56"/>
          <p:cNvCxnSpPr>
            <a:cxnSpLocks noChangeShapeType="1"/>
            <a:stCxn id="20" idx="6"/>
            <a:endCxn id="43" idx="2"/>
          </p:cNvCxnSpPr>
          <p:nvPr/>
        </p:nvCxnSpPr>
        <p:spPr bwMode="auto">
          <a:xfrm>
            <a:off x="7812000" y="4509000"/>
            <a:ext cx="540000" cy="0"/>
          </a:xfrm>
          <a:prstGeom prst="straightConnector1">
            <a:avLst/>
          </a:prstGeom>
          <a:noFill/>
          <a:ln w="22225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214136411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標題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/>
              <a:t>A graph with two nodes</a:t>
            </a:r>
            <a:endParaRPr lang="zh-TW" altLang="en-US" dirty="0"/>
          </a:p>
        </p:txBody>
      </p: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1268413"/>
            <a:ext cx="8280000" cy="3600587"/>
          </a:xfrm>
        </p:spPr>
        <p:txBody>
          <a:bodyPr/>
          <a:lstStyle/>
          <a:p>
            <a:pPr marL="0" lvl="0" indent="0"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A graph is </a:t>
            </a:r>
            <a:r>
              <a:rPr lang="en-US" altLang="zh-TW" i="1" dirty="0">
                <a:solidFill>
                  <a:srgbClr val="0000FF"/>
                </a:solidFill>
              </a:rPr>
              <a:t>bridge connected</a:t>
            </a:r>
            <a:r>
              <a:rPr lang="en-US" altLang="zh-TW" dirty="0">
                <a:solidFill>
                  <a:srgbClr val="000000"/>
                </a:solidFill>
              </a:rPr>
              <a:t> if it contains no bridges. A </a:t>
            </a:r>
            <a:r>
              <a:rPr lang="en-US" altLang="zh-TW" i="1" dirty="0">
                <a:solidFill>
                  <a:srgbClr val="0000FF"/>
                </a:solidFill>
              </a:rPr>
              <a:t>bridge connected component</a:t>
            </a:r>
            <a:r>
              <a:rPr lang="en-US" altLang="zh-TW" dirty="0">
                <a:solidFill>
                  <a:srgbClr val="000000"/>
                </a:solidFill>
              </a:rPr>
              <a:t> is a maximal bridge connected subgraph </a:t>
            </a:r>
            <a:r>
              <a:rPr lang="en-US" altLang="zh-TW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−</a:t>
            </a:r>
            <a:r>
              <a:rPr lang="en-US" altLang="zh-TW" dirty="0" smtClean="0">
                <a:solidFill>
                  <a:srgbClr val="000000"/>
                </a:solidFill>
              </a:rPr>
              <a:t>  </a:t>
            </a:r>
            <a:r>
              <a:rPr lang="en-US" altLang="zh-TW" dirty="0">
                <a:solidFill>
                  <a:srgbClr val="000000"/>
                </a:solidFill>
              </a:rPr>
              <a:t>a bridge connected subgraph that is not properly contained in a larger bridge connected subgraph.</a:t>
            </a:r>
          </a:p>
          <a:p>
            <a:pPr marL="0" lvl="0" indent="0">
              <a:buClr>
                <a:srgbClr val="000000"/>
              </a:buClr>
            </a:pP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A graph is </a:t>
            </a:r>
            <a:r>
              <a:rPr lang="en-US" altLang="zh-TW" sz="2300" i="1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if it has no cut points. A </a:t>
            </a:r>
            <a:r>
              <a:rPr lang="en-US" altLang="zh-TW" sz="2300" i="1" dirty="0" err="1">
                <a:solidFill>
                  <a:srgbClr val="0000FF"/>
                </a:solidFill>
              </a:rPr>
              <a:t>biconnected</a:t>
            </a:r>
            <a:r>
              <a:rPr lang="en-US" altLang="zh-TW" sz="2300" i="1" dirty="0">
                <a:solidFill>
                  <a:srgbClr val="0000FF"/>
                </a:solidFill>
              </a:rPr>
              <a:t> component</a:t>
            </a:r>
            <a:r>
              <a:rPr lang="en-US" altLang="zh-TW" sz="2300" dirty="0">
                <a:solidFill>
                  <a:srgbClr val="000000"/>
                </a:solidFill>
              </a:rPr>
              <a:t> is a maximal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 </a:t>
            </a:r>
            <a:r>
              <a:rPr lang="en-US" altLang="zh-TW" sz="2300" dirty="0" smtClean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−</a:t>
            </a:r>
            <a:r>
              <a:rPr lang="en-US" altLang="zh-TW" sz="2300" dirty="0" smtClean="0">
                <a:solidFill>
                  <a:srgbClr val="000000"/>
                </a:solidFill>
              </a:rPr>
              <a:t> </a:t>
            </a:r>
            <a:r>
              <a:rPr lang="en-US" altLang="zh-TW" sz="2300" dirty="0">
                <a:solidFill>
                  <a:srgbClr val="000000"/>
                </a:solidFill>
              </a:rPr>
              <a:t>a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 that is not properly contained in a larger </a:t>
            </a:r>
            <a:r>
              <a:rPr lang="en-US" altLang="zh-TW" sz="2300" dirty="0" err="1">
                <a:solidFill>
                  <a:srgbClr val="000000"/>
                </a:solidFill>
              </a:rPr>
              <a:t>biconnected</a:t>
            </a:r>
            <a:r>
              <a:rPr lang="en-US" altLang="zh-TW" sz="2300" dirty="0">
                <a:solidFill>
                  <a:srgbClr val="000000"/>
                </a:solidFill>
              </a:rPr>
              <a:t> subgraph.</a:t>
            </a:r>
            <a:endParaRPr lang="zh-TW" altLang="en-US" dirty="0">
              <a:solidFill>
                <a:srgbClr val="000000"/>
              </a:solidFill>
            </a:endParaRPr>
          </a:p>
        </p:txBody>
      </p:sp>
      <p:sp>
        <p:nvSpPr>
          <p:cNvPr id="5" name="Oval 51"/>
          <p:cNvSpPr>
            <a:spLocks noChangeArrowheads="1"/>
          </p:cNvSpPr>
          <p:nvPr/>
        </p:nvSpPr>
        <p:spPr bwMode="auto">
          <a:xfrm>
            <a:off x="4932000" y="55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6" name="Oval 49"/>
          <p:cNvSpPr>
            <a:spLocks noChangeArrowheads="1"/>
          </p:cNvSpPr>
          <p:nvPr/>
        </p:nvSpPr>
        <p:spPr bwMode="auto">
          <a:xfrm>
            <a:off x="3852000" y="5589000"/>
            <a:ext cx="360000" cy="3600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cxnSp>
        <p:nvCxnSpPr>
          <p:cNvPr id="8" name="AutoShape 56"/>
          <p:cNvCxnSpPr>
            <a:cxnSpLocks noChangeShapeType="1"/>
            <a:stCxn id="6" idx="6"/>
            <a:endCxn id="5" idx="2"/>
          </p:cNvCxnSpPr>
          <p:nvPr/>
        </p:nvCxnSpPr>
        <p:spPr bwMode="auto">
          <a:xfrm>
            <a:off x="4212000" y="5769000"/>
            <a:ext cx="720000" cy="0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167753476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320000" cy="41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</a:t>
            </a:r>
            <a:r>
              <a:rPr lang="en-US" altLang="zh-TW" i="1" spc="100" dirty="0" err="1">
                <a:solidFill>
                  <a:srgbClr val="000000"/>
                </a:solidFill>
                <a:sym typeface="Symbol" pitchFamily="18" charset="2"/>
              </a:rPr>
              <a:t>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	{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} is a bridge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12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5" name="內容版面配置區 4"/>
          <p:cNvSpPr>
            <a:spLocks noGrp="1"/>
          </p:cNvSpPr>
          <p:nvPr>
            <p:ph sz="half" idx="2"/>
          </p:nvPr>
        </p:nvSpPr>
        <p:spPr>
          <a:xfrm>
            <a:off x="4932000" y="729000"/>
            <a:ext cx="3060000" cy="252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6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5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6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7			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09335931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AutoShape 57"/>
          <p:cNvCxnSpPr>
            <a:cxnSpLocks noChangeShapeType="1"/>
          </p:cNvCxnSpPr>
          <p:nvPr/>
        </p:nvCxnSpPr>
        <p:spPr bwMode="auto">
          <a:xfrm flipH="1" flipV="1">
            <a:off x="6012000" y="2529000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直線單箭頭接點 4"/>
          <p:cNvCxnSpPr/>
          <p:nvPr/>
        </p:nvCxnSpPr>
        <p:spPr bwMode="auto">
          <a:xfrm flipH="1" flipV="1">
            <a:off x="6732000" y="324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6012000" y="252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732000" y="108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732000" y="324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5292000" y="25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732000" y="108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6012000" y="1089000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552000" y="9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6012000" y="180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 flipV="1">
            <a:off x="7272000" y="180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39"/>
          <p:cNvSpPr>
            <a:spLocks noChangeArrowheads="1"/>
          </p:cNvSpPr>
          <p:nvPr/>
        </p:nvSpPr>
        <p:spPr bwMode="auto">
          <a:xfrm>
            <a:off x="7632000" y="16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6" name="Oval 49"/>
          <p:cNvSpPr>
            <a:spLocks noChangeArrowheads="1"/>
          </p:cNvSpPr>
          <p:nvPr/>
        </p:nvSpPr>
        <p:spPr bwMode="auto">
          <a:xfrm>
            <a:off x="6552000" y="30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7" name="Oval 52"/>
          <p:cNvSpPr>
            <a:spLocks noChangeArrowheads="1"/>
          </p:cNvSpPr>
          <p:nvPr/>
        </p:nvSpPr>
        <p:spPr bwMode="auto">
          <a:xfrm>
            <a:off x="7092000" y="23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5832000" y="16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5292000" y="324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0" name="Line 40"/>
          <p:cNvSpPr>
            <a:spLocks noChangeShapeType="1"/>
          </p:cNvSpPr>
          <p:nvPr/>
        </p:nvSpPr>
        <p:spPr bwMode="auto">
          <a:xfrm flipV="1">
            <a:off x="6912000" y="396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39"/>
          <p:cNvSpPr>
            <a:spLocks noChangeArrowheads="1"/>
          </p:cNvSpPr>
          <p:nvPr/>
        </p:nvSpPr>
        <p:spPr bwMode="auto">
          <a:xfrm>
            <a:off x="7092000" y="37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2" name="Oval 49"/>
          <p:cNvSpPr>
            <a:spLocks noChangeArrowheads="1"/>
          </p:cNvSpPr>
          <p:nvPr/>
        </p:nvSpPr>
        <p:spPr bwMode="auto">
          <a:xfrm>
            <a:off x="5832000" y="37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3" name="Oval 52"/>
          <p:cNvSpPr>
            <a:spLocks noChangeArrowheads="1"/>
          </p:cNvSpPr>
          <p:nvPr/>
        </p:nvSpPr>
        <p:spPr bwMode="auto">
          <a:xfrm>
            <a:off x="6732000" y="45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24" name="Oval 51"/>
          <p:cNvSpPr>
            <a:spLocks noChangeArrowheads="1"/>
          </p:cNvSpPr>
          <p:nvPr/>
        </p:nvSpPr>
        <p:spPr bwMode="auto">
          <a:xfrm>
            <a:off x="5112000" y="30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25" name="弧形接點 24"/>
          <p:cNvCxnSpPr>
            <a:stCxn id="24" idx="0"/>
            <a:endCxn id="18" idx="2"/>
          </p:cNvCxnSpPr>
          <p:nvPr/>
        </p:nvCxnSpPr>
        <p:spPr bwMode="auto">
          <a:xfrm rot="5400000" flipH="1" flipV="1">
            <a:off x="4932000" y="216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6" name="文字方塊 25"/>
          <p:cNvSpPr txBox="1"/>
          <p:nvPr/>
        </p:nvSpPr>
        <p:spPr>
          <a:xfrm>
            <a:off x="5652000" y="41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7" name="文字方塊 26"/>
          <p:cNvSpPr txBox="1"/>
          <p:nvPr/>
        </p:nvSpPr>
        <p:spPr>
          <a:xfrm>
            <a:off x="6552000" y="486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8" name="文字方塊 27"/>
          <p:cNvSpPr txBox="1"/>
          <p:nvPr/>
        </p:nvSpPr>
        <p:spPr>
          <a:xfrm>
            <a:off x="6372000" y="54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文字方塊 28"/>
          <p:cNvSpPr txBox="1"/>
          <p:nvPr/>
        </p:nvSpPr>
        <p:spPr>
          <a:xfrm>
            <a:off x="6192000" y="16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文字方塊 29"/>
          <p:cNvSpPr txBox="1"/>
          <p:nvPr/>
        </p:nvSpPr>
        <p:spPr>
          <a:xfrm>
            <a:off x="6912000" y="30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文字方塊 30"/>
          <p:cNvSpPr txBox="1"/>
          <p:nvPr/>
        </p:nvSpPr>
        <p:spPr>
          <a:xfrm>
            <a:off x="5472000" y="30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文字方塊 31"/>
          <p:cNvSpPr txBox="1"/>
          <p:nvPr/>
        </p:nvSpPr>
        <p:spPr>
          <a:xfrm>
            <a:off x="7452000" y="37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3" name="文字方塊 32"/>
          <p:cNvSpPr txBox="1"/>
          <p:nvPr/>
        </p:nvSpPr>
        <p:spPr>
          <a:xfrm>
            <a:off x="7452000" y="234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4" name="文字方塊 33"/>
          <p:cNvSpPr txBox="1"/>
          <p:nvPr/>
        </p:nvSpPr>
        <p:spPr>
          <a:xfrm>
            <a:off x="7992000" y="16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Oval 49"/>
          <p:cNvSpPr>
            <a:spLocks noChangeArrowheads="1"/>
          </p:cNvSpPr>
          <p:nvPr/>
        </p:nvSpPr>
        <p:spPr bwMode="auto">
          <a:xfrm>
            <a:off x="5832000" y="23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36" name="文字方塊 35"/>
          <p:cNvSpPr txBox="1"/>
          <p:nvPr/>
        </p:nvSpPr>
        <p:spPr>
          <a:xfrm>
            <a:off x="6192000" y="234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7" name="內容版面配置區 36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4139999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2663" algn="l"/>
                <a:tab pos="1258888" algn="l"/>
                <a:tab pos="1524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</a:t>
            </a:r>
            <a:r>
              <a:rPr lang="en-US" altLang="zh-TW" i="1" spc="100" dirty="0" err="1">
                <a:solidFill>
                  <a:srgbClr val="000000"/>
                </a:solidFill>
                <a:sym typeface="Symbol" pitchFamily="18" charset="2"/>
              </a:rPr>
              <a:t>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	{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} is a bridge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12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8" name="矩形 37"/>
          <p:cNvSpPr/>
          <p:nvPr/>
        </p:nvSpPr>
        <p:spPr bwMode="auto">
          <a:xfrm>
            <a:off x="6192000" y="5409000"/>
            <a:ext cx="144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lvl="0" algn="l"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1: 8, 7, 6</a:t>
            </a:r>
          </a:p>
          <a:p>
            <a:pPr lvl="0" algn="l"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</a:p>
          <a:p>
            <a:pPr lvl="0" algn="l"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3: 10, 9, 1</a:t>
            </a:r>
          </a:p>
        </p:txBody>
      </p:sp>
    </p:spTree>
    <p:extLst>
      <p:ext uri="{BB962C8B-B14F-4D97-AF65-F5344CB8AC3E}">
        <p14:creationId xmlns:p14="http://schemas.microsoft.com/office/powerpoint/2010/main" val="251603952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</a:t>
            </a:r>
            <a:r>
              <a:rPr lang="en-US" altLang="zh-TW" i="1" spc="100" dirty="0" err="1">
                <a:solidFill>
                  <a:srgbClr val="000000"/>
                </a:solidFill>
                <a:sym typeface="Symbol" pitchFamily="18" charset="2"/>
              </a:rPr>
              <a:t>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	{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} is a bridge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12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5" name="內容版面配置區 4"/>
          <p:cNvSpPr>
            <a:spLocks noGrp="1"/>
          </p:cNvSpPr>
          <p:nvPr>
            <p:ph sz="half" idx="2"/>
          </p:nvPr>
        </p:nvSpPr>
        <p:spPr>
          <a:xfrm>
            <a:off x="4932000" y="729000"/>
            <a:ext cx="378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6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5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6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7			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66029165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</a:t>
            </a:r>
            <a:r>
              <a:rPr lang="en-US" altLang="zh-TW" i="1" spc="100" dirty="0" err="1">
                <a:solidFill>
                  <a:srgbClr val="000000"/>
                </a:solidFill>
                <a:sym typeface="Symbol" pitchFamily="18" charset="2"/>
              </a:rPr>
              <a:t>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729000"/>
            <a:ext cx="378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6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927902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80026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82486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51840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804153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4810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76509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32471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59522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7871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073315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433443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1714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271970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947615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408713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4752000" y="198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v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5787203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4752000" y="198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v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296124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2" name="文字方塊 51"/>
          <p:cNvSpPr txBox="1"/>
          <p:nvPr/>
        </p:nvSpPr>
        <p:spPr>
          <a:xfrm>
            <a:off x="4752000" y="198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3" name="文字方塊 52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v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716020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4752000" y="198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v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717561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18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v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250716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18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v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424132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18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v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153531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18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v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636978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18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v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085585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317766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8587622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853559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917716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0255293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72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36133345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729000"/>
            <a:ext cx="3960000" cy="4500000"/>
          </a:xfrm>
        </p:spPr>
        <p:txBody>
          <a:bodyPr rIns="90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start new component</a:t>
            </a:r>
          </a:p>
          <a:p>
            <a:pPr mar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290764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729000"/>
            <a:ext cx="4320000" cy="4140000"/>
          </a:xfrm>
        </p:spPr>
        <p:txBody>
          <a:bodyPr rIns="90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</p:spTree>
    <p:extLst>
      <p:ext uri="{BB962C8B-B14F-4D97-AF65-F5344CB8AC3E}">
        <p14:creationId xmlns:p14="http://schemas.microsoft.com/office/powerpoint/2010/main" val="231304896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845657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576045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10, 9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236115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10, 9, 1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738146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447203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AutoShape 57"/>
          <p:cNvCxnSpPr>
            <a:cxnSpLocks noChangeShapeType="1"/>
          </p:cNvCxnSpPr>
          <p:nvPr/>
        </p:nvCxnSpPr>
        <p:spPr bwMode="auto">
          <a:xfrm flipH="1" flipV="1">
            <a:off x="6012000" y="2888999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直線單箭頭接點 4"/>
          <p:cNvCxnSpPr/>
          <p:nvPr/>
        </p:nvCxnSpPr>
        <p:spPr bwMode="auto">
          <a:xfrm flipH="1" flipV="1">
            <a:off x="6732000" y="3608999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6012000" y="2888999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732000" y="1448999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732000" y="3608999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5292000" y="2888999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732000" y="1448999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6012000" y="1448999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552000" y="126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6012000" y="2168999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 flipV="1">
            <a:off x="7272000" y="2168999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39"/>
          <p:cNvSpPr>
            <a:spLocks noChangeArrowheads="1"/>
          </p:cNvSpPr>
          <p:nvPr/>
        </p:nvSpPr>
        <p:spPr bwMode="auto">
          <a:xfrm>
            <a:off x="7632000" y="198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6" name="Oval 49"/>
          <p:cNvSpPr>
            <a:spLocks noChangeArrowheads="1"/>
          </p:cNvSpPr>
          <p:nvPr/>
        </p:nvSpPr>
        <p:spPr bwMode="auto">
          <a:xfrm>
            <a:off x="6552000" y="342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7" name="Oval 52"/>
          <p:cNvSpPr>
            <a:spLocks noChangeArrowheads="1"/>
          </p:cNvSpPr>
          <p:nvPr/>
        </p:nvSpPr>
        <p:spPr bwMode="auto">
          <a:xfrm>
            <a:off x="7092000" y="270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5832000" y="198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5292000" y="3608999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0" name="Line 40"/>
          <p:cNvSpPr>
            <a:spLocks noChangeShapeType="1"/>
          </p:cNvSpPr>
          <p:nvPr/>
        </p:nvSpPr>
        <p:spPr bwMode="auto">
          <a:xfrm flipV="1">
            <a:off x="6912000" y="4328999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39"/>
          <p:cNvSpPr>
            <a:spLocks noChangeArrowheads="1"/>
          </p:cNvSpPr>
          <p:nvPr/>
        </p:nvSpPr>
        <p:spPr bwMode="auto">
          <a:xfrm>
            <a:off x="7092000" y="414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2" name="Oval 49"/>
          <p:cNvSpPr>
            <a:spLocks noChangeArrowheads="1"/>
          </p:cNvSpPr>
          <p:nvPr/>
        </p:nvSpPr>
        <p:spPr bwMode="auto">
          <a:xfrm>
            <a:off x="5832000" y="414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3" name="Oval 52"/>
          <p:cNvSpPr>
            <a:spLocks noChangeArrowheads="1"/>
          </p:cNvSpPr>
          <p:nvPr/>
        </p:nvSpPr>
        <p:spPr bwMode="auto">
          <a:xfrm>
            <a:off x="6732000" y="486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24" name="Oval 51"/>
          <p:cNvSpPr>
            <a:spLocks noChangeArrowheads="1"/>
          </p:cNvSpPr>
          <p:nvPr/>
        </p:nvSpPr>
        <p:spPr bwMode="auto">
          <a:xfrm>
            <a:off x="5112000" y="342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25" name="弧形接點 24"/>
          <p:cNvCxnSpPr>
            <a:stCxn id="24" idx="0"/>
            <a:endCxn id="18" idx="2"/>
          </p:cNvCxnSpPr>
          <p:nvPr/>
        </p:nvCxnSpPr>
        <p:spPr bwMode="auto">
          <a:xfrm rot="5400000" flipH="1" flipV="1">
            <a:off x="4932000" y="2528999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6" name="文字方塊 25"/>
          <p:cNvSpPr txBox="1"/>
          <p:nvPr/>
        </p:nvSpPr>
        <p:spPr>
          <a:xfrm>
            <a:off x="5652000" y="450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7" name="文字方塊 26"/>
          <p:cNvSpPr txBox="1"/>
          <p:nvPr/>
        </p:nvSpPr>
        <p:spPr>
          <a:xfrm>
            <a:off x="6552000" y="522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8" name="文字方塊 27"/>
          <p:cNvSpPr txBox="1"/>
          <p:nvPr/>
        </p:nvSpPr>
        <p:spPr>
          <a:xfrm>
            <a:off x="6372000" y="90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文字方塊 28"/>
          <p:cNvSpPr txBox="1"/>
          <p:nvPr/>
        </p:nvSpPr>
        <p:spPr>
          <a:xfrm>
            <a:off x="6192000" y="198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文字方塊 29"/>
          <p:cNvSpPr txBox="1"/>
          <p:nvPr/>
        </p:nvSpPr>
        <p:spPr>
          <a:xfrm>
            <a:off x="6912000" y="342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文字方塊 30"/>
          <p:cNvSpPr txBox="1"/>
          <p:nvPr/>
        </p:nvSpPr>
        <p:spPr>
          <a:xfrm>
            <a:off x="5472000" y="342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文字方塊 31"/>
          <p:cNvSpPr txBox="1"/>
          <p:nvPr/>
        </p:nvSpPr>
        <p:spPr>
          <a:xfrm>
            <a:off x="7452000" y="414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3" name="文字方塊 32"/>
          <p:cNvSpPr txBox="1"/>
          <p:nvPr/>
        </p:nvSpPr>
        <p:spPr>
          <a:xfrm>
            <a:off x="7452000" y="2708999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4" name="文字方塊 33"/>
          <p:cNvSpPr txBox="1"/>
          <p:nvPr/>
        </p:nvSpPr>
        <p:spPr>
          <a:xfrm>
            <a:off x="7992000" y="198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Oval 49"/>
          <p:cNvSpPr>
            <a:spLocks noChangeArrowheads="1"/>
          </p:cNvSpPr>
          <p:nvPr/>
        </p:nvSpPr>
        <p:spPr bwMode="auto">
          <a:xfrm>
            <a:off x="5832000" y="270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36" name="文字方塊 35"/>
          <p:cNvSpPr txBox="1"/>
          <p:nvPr/>
        </p:nvSpPr>
        <p:spPr>
          <a:xfrm>
            <a:off x="6192000" y="270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7" name="內容版面配置區 36"/>
          <p:cNvSpPr>
            <a:spLocks noGrp="1"/>
          </p:cNvSpPr>
          <p:nvPr>
            <p:ph idx="1"/>
          </p:nvPr>
        </p:nvSpPr>
        <p:spPr>
          <a:xfrm>
            <a:off x="432000" y="909000"/>
            <a:ext cx="4320000" cy="4139999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2663" algn="l"/>
                <a:tab pos="1258888" algn="l"/>
                <a:tab pos="1524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7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	</a:t>
            </a:r>
            <a:r>
              <a:rPr lang="en-US" altLang="zh-TW" dirty="0">
                <a:solidFill>
                  <a:srgbClr val="FF0000"/>
                </a:solidFill>
              </a:rPr>
              <a:t>{</a:t>
            </a:r>
            <a:r>
              <a:rPr lang="en-US" altLang="zh-TW" i="1" dirty="0">
                <a:solidFill>
                  <a:srgbClr val="FF0000"/>
                </a:solidFill>
              </a:rPr>
              <a:t>u</a:t>
            </a:r>
            <a:r>
              <a:rPr lang="en-US" altLang="zh-TW" dirty="0">
                <a:solidFill>
                  <a:srgbClr val="FF0000"/>
                </a:solidFill>
              </a:rPr>
              <a:t>, </a:t>
            </a:r>
            <a:r>
              <a:rPr lang="en-US" altLang="zh-TW" i="1" dirty="0">
                <a:solidFill>
                  <a:srgbClr val="FF0000"/>
                </a:solidFill>
              </a:rPr>
              <a:t>v</a:t>
            </a:r>
            <a:r>
              <a:rPr lang="en-US" altLang="zh-TW" dirty="0">
                <a:solidFill>
                  <a:srgbClr val="FF0000"/>
                </a:solidFill>
              </a:rPr>
              <a:t>} is a bridge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		</a:t>
            </a:r>
            <a:r>
              <a:rPr lang="en-US" altLang="zh-TW" b="1" dirty="0">
                <a:solidFill>
                  <a:srgbClr val="000000"/>
                </a:solidFill>
              </a:rPr>
              <a:t>else	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12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63444934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AutoShape 57"/>
          <p:cNvCxnSpPr>
            <a:cxnSpLocks noChangeShapeType="1"/>
          </p:cNvCxnSpPr>
          <p:nvPr/>
        </p:nvCxnSpPr>
        <p:spPr bwMode="auto">
          <a:xfrm flipH="1" flipV="1">
            <a:off x="6012000" y="2888999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直線單箭頭接點 4"/>
          <p:cNvCxnSpPr/>
          <p:nvPr/>
        </p:nvCxnSpPr>
        <p:spPr bwMode="auto">
          <a:xfrm flipH="1" flipV="1">
            <a:off x="6732000" y="3608999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6012000" y="2888999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732000" y="1448999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732000" y="3608999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5292000" y="2888999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732000" y="1448999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6012000" y="1448999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552000" y="126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6012000" y="2168999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 flipV="1">
            <a:off x="7272000" y="2168999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39"/>
          <p:cNvSpPr>
            <a:spLocks noChangeArrowheads="1"/>
          </p:cNvSpPr>
          <p:nvPr/>
        </p:nvSpPr>
        <p:spPr bwMode="auto">
          <a:xfrm>
            <a:off x="7632000" y="198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6" name="Oval 49"/>
          <p:cNvSpPr>
            <a:spLocks noChangeArrowheads="1"/>
          </p:cNvSpPr>
          <p:nvPr/>
        </p:nvSpPr>
        <p:spPr bwMode="auto">
          <a:xfrm>
            <a:off x="6552000" y="342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7" name="Oval 52"/>
          <p:cNvSpPr>
            <a:spLocks noChangeArrowheads="1"/>
          </p:cNvSpPr>
          <p:nvPr/>
        </p:nvSpPr>
        <p:spPr bwMode="auto">
          <a:xfrm>
            <a:off x="7092000" y="270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5832000" y="198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5292000" y="3608999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0" name="Line 40"/>
          <p:cNvSpPr>
            <a:spLocks noChangeShapeType="1"/>
          </p:cNvSpPr>
          <p:nvPr/>
        </p:nvSpPr>
        <p:spPr bwMode="auto">
          <a:xfrm flipV="1">
            <a:off x="6912000" y="4328999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39"/>
          <p:cNvSpPr>
            <a:spLocks noChangeArrowheads="1"/>
          </p:cNvSpPr>
          <p:nvPr/>
        </p:nvSpPr>
        <p:spPr bwMode="auto">
          <a:xfrm>
            <a:off x="7092000" y="414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2" name="Oval 49"/>
          <p:cNvSpPr>
            <a:spLocks noChangeArrowheads="1"/>
          </p:cNvSpPr>
          <p:nvPr/>
        </p:nvSpPr>
        <p:spPr bwMode="auto">
          <a:xfrm>
            <a:off x="5832000" y="414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3" name="Oval 52"/>
          <p:cNvSpPr>
            <a:spLocks noChangeArrowheads="1"/>
          </p:cNvSpPr>
          <p:nvPr/>
        </p:nvSpPr>
        <p:spPr bwMode="auto">
          <a:xfrm>
            <a:off x="6732000" y="486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24" name="Oval 51"/>
          <p:cNvSpPr>
            <a:spLocks noChangeArrowheads="1"/>
          </p:cNvSpPr>
          <p:nvPr/>
        </p:nvSpPr>
        <p:spPr bwMode="auto">
          <a:xfrm>
            <a:off x="5112000" y="342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25" name="弧形接點 24"/>
          <p:cNvCxnSpPr>
            <a:stCxn id="24" idx="0"/>
            <a:endCxn id="18" idx="2"/>
          </p:cNvCxnSpPr>
          <p:nvPr/>
        </p:nvCxnSpPr>
        <p:spPr bwMode="auto">
          <a:xfrm rot="5400000" flipH="1" flipV="1">
            <a:off x="4932000" y="2528999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6" name="文字方塊 25"/>
          <p:cNvSpPr txBox="1"/>
          <p:nvPr/>
        </p:nvSpPr>
        <p:spPr>
          <a:xfrm>
            <a:off x="5652000" y="450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7" name="文字方塊 26"/>
          <p:cNvSpPr txBox="1"/>
          <p:nvPr/>
        </p:nvSpPr>
        <p:spPr>
          <a:xfrm>
            <a:off x="6552000" y="522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8" name="文字方塊 27"/>
          <p:cNvSpPr txBox="1"/>
          <p:nvPr/>
        </p:nvSpPr>
        <p:spPr>
          <a:xfrm>
            <a:off x="6372000" y="90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文字方塊 28"/>
          <p:cNvSpPr txBox="1"/>
          <p:nvPr/>
        </p:nvSpPr>
        <p:spPr>
          <a:xfrm>
            <a:off x="6192000" y="198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文字方塊 29"/>
          <p:cNvSpPr txBox="1"/>
          <p:nvPr/>
        </p:nvSpPr>
        <p:spPr>
          <a:xfrm>
            <a:off x="6912000" y="342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文字方塊 30"/>
          <p:cNvSpPr txBox="1"/>
          <p:nvPr/>
        </p:nvSpPr>
        <p:spPr>
          <a:xfrm>
            <a:off x="5472000" y="342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文字方塊 31"/>
          <p:cNvSpPr txBox="1"/>
          <p:nvPr/>
        </p:nvSpPr>
        <p:spPr>
          <a:xfrm>
            <a:off x="7452000" y="414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3" name="文字方塊 32"/>
          <p:cNvSpPr txBox="1"/>
          <p:nvPr/>
        </p:nvSpPr>
        <p:spPr>
          <a:xfrm>
            <a:off x="7452000" y="2708999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4" name="文字方塊 33"/>
          <p:cNvSpPr txBox="1"/>
          <p:nvPr/>
        </p:nvSpPr>
        <p:spPr>
          <a:xfrm>
            <a:off x="7992000" y="198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Oval 49"/>
          <p:cNvSpPr>
            <a:spLocks noChangeArrowheads="1"/>
          </p:cNvSpPr>
          <p:nvPr/>
        </p:nvSpPr>
        <p:spPr bwMode="auto">
          <a:xfrm>
            <a:off x="5832000" y="270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36" name="文字方塊 35"/>
          <p:cNvSpPr txBox="1"/>
          <p:nvPr/>
        </p:nvSpPr>
        <p:spPr>
          <a:xfrm>
            <a:off x="6192000" y="270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7" name="內容版面配置區 36"/>
          <p:cNvSpPr>
            <a:spLocks noGrp="1"/>
          </p:cNvSpPr>
          <p:nvPr>
            <p:ph idx="1"/>
          </p:nvPr>
        </p:nvSpPr>
        <p:spPr>
          <a:xfrm>
            <a:off x="432000" y="909000"/>
            <a:ext cx="4320000" cy="4139999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2663" algn="l"/>
                <a:tab pos="1258888" algn="l"/>
                <a:tab pos="1524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v.d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	</a:t>
            </a:r>
            <a:r>
              <a:rPr lang="en-US" altLang="zh-TW" dirty="0">
                <a:solidFill>
                  <a:srgbClr val="FF0000"/>
                </a:solidFill>
              </a:rPr>
              <a:t>{</a:t>
            </a:r>
            <a:r>
              <a:rPr lang="en-US" altLang="zh-TW" i="1" dirty="0">
                <a:solidFill>
                  <a:srgbClr val="FF0000"/>
                </a:solidFill>
              </a:rPr>
              <a:t>u</a:t>
            </a:r>
            <a:r>
              <a:rPr lang="en-US" altLang="zh-TW" dirty="0">
                <a:solidFill>
                  <a:srgbClr val="FF0000"/>
                </a:solidFill>
              </a:rPr>
              <a:t>, </a:t>
            </a:r>
            <a:r>
              <a:rPr lang="en-US" altLang="zh-TW" i="1" dirty="0">
                <a:solidFill>
                  <a:srgbClr val="FF0000"/>
                </a:solidFill>
              </a:rPr>
              <a:t>v</a:t>
            </a:r>
            <a:r>
              <a:rPr lang="en-US" altLang="zh-TW" dirty="0">
                <a:solidFill>
                  <a:srgbClr val="FF0000"/>
                </a:solidFill>
              </a:rPr>
              <a:t>} is a bridge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		</a:t>
            </a:r>
            <a:r>
              <a:rPr lang="en-US" altLang="zh-TW" b="1" dirty="0">
                <a:solidFill>
                  <a:srgbClr val="000000"/>
                </a:solidFill>
              </a:rPr>
              <a:t>else	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12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03338573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AutoShape 57"/>
          <p:cNvCxnSpPr>
            <a:cxnSpLocks noChangeShapeType="1"/>
          </p:cNvCxnSpPr>
          <p:nvPr/>
        </p:nvCxnSpPr>
        <p:spPr bwMode="auto">
          <a:xfrm flipH="1" flipV="1">
            <a:off x="6012000" y="2888999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直線單箭頭接點 4"/>
          <p:cNvCxnSpPr/>
          <p:nvPr/>
        </p:nvCxnSpPr>
        <p:spPr bwMode="auto">
          <a:xfrm flipH="1" flipV="1">
            <a:off x="6732000" y="3608999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6012000" y="2888999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732000" y="1448999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732000" y="3608999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5292000" y="2888999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732000" y="1448999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6012000" y="1448999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552000" y="126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6012000" y="2168999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 flipV="1">
            <a:off x="7272000" y="2168999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39"/>
          <p:cNvSpPr>
            <a:spLocks noChangeArrowheads="1"/>
          </p:cNvSpPr>
          <p:nvPr/>
        </p:nvSpPr>
        <p:spPr bwMode="auto">
          <a:xfrm>
            <a:off x="7632000" y="198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6" name="Oval 49"/>
          <p:cNvSpPr>
            <a:spLocks noChangeArrowheads="1"/>
          </p:cNvSpPr>
          <p:nvPr/>
        </p:nvSpPr>
        <p:spPr bwMode="auto">
          <a:xfrm>
            <a:off x="6552000" y="342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7" name="Oval 52"/>
          <p:cNvSpPr>
            <a:spLocks noChangeArrowheads="1"/>
          </p:cNvSpPr>
          <p:nvPr/>
        </p:nvSpPr>
        <p:spPr bwMode="auto">
          <a:xfrm>
            <a:off x="7092000" y="270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5832000" y="198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5292000" y="3608999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0" name="Line 40"/>
          <p:cNvSpPr>
            <a:spLocks noChangeShapeType="1"/>
          </p:cNvSpPr>
          <p:nvPr/>
        </p:nvSpPr>
        <p:spPr bwMode="auto">
          <a:xfrm flipV="1">
            <a:off x="6912000" y="4328999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39"/>
          <p:cNvSpPr>
            <a:spLocks noChangeArrowheads="1"/>
          </p:cNvSpPr>
          <p:nvPr/>
        </p:nvSpPr>
        <p:spPr bwMode="auto">
          <a:xfrm>
            <a:off x="7092000" y="414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2" name="Oval 49"/>
          <p:cNvSpPr>
            <a:spLocks noChangeArrowheads="1"/>
          </p:cNvSpPr>
          <p:nvPr/>
        </p:nvSpPr>
        <p:spPr bwMode="auto">
          <a:xfrm>
            <a:off x="5832000" y="414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3" name="Oval 52"/>
          <p:cNvSpPr>
            <a:spLocks noChangeArrowheads="1"/>
          </p:cNvSpPr>
          <p:nvPr/>
        </p:nvSpPr>
        <p:spPr bwMode="auto">
          <a:xfrm>
            <a:off x="6732000" y="486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24" name="Oval 51"/>
          <p:cNvSpPr>
            <a:spLocks noChangeArrowheads="1"/>
          </p:cNvSpPr>
          <p:nvPr/>
        </p:nvSpPr>
        <p:spPr bwMode="auto">
          <a:xfrm>
            <a:off x="5112000" y="342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25" name="弧形接點 24"/>
          <p:cNvCxnSpPr>
            <a:stCxn id="24" idx="0"/>
            <a:endCxn id="18" idx="2"/>
          </p:cNvCxnSpPr>
          <p:nvPr/>
        </p:nvCxnSpPr>
        <p:spPr bwMode="auto">
          <a:xfrm rot="5400000" flipH="1" flipV="1">
            <a:off x="4932000" y="2528999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6" name="文字方塊 25"/>
          <p:cNvSpPr txBox="1"/>
          <p:nvPr/>
        </p:nvSpPr>
        <p:spPr>
          <a:xfrm>
            <a:off x="5652000" y="450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7" name="文字方塊 26"/>
          <p:cNvSpPr txBox="1"/>
          <p:nvPr/>
        </p:nvSpPr>
        <p:spPr>
          <a:xfrm>
            <a:off x="6552000" y="522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8" name="文字方塊 27"/>
          <p:cNvSpPr txBox="1"/>
          <p:nvPr/>
        </p:nvSpPr>
        <p:spPr>
          <a:xfrm>
            <a:off x="6372000" y="90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文字方塊 28"/>
          <p:cNvSpPr txBox="1"/>
          <p:nvPr/>
        </p:nvSpPr>
        <p:spPr>
          <a:xfrm>
            <a:off x="6192000" y="198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文字方塊 29"/>
          <p:cNvSpPr txBox="1"/>
          <p:nvPr/>
        </p:nvSpPr>
        <p:spPr>
          <a:xfrm>
            <a:off x="6912000" y="342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文字方塊 30"/>
          <p:cNvSpPr txBox="1"/>
          <p:nvPr/>
        </p:nvSpPr>
        <p:spPr>
          <a:xfrm>
            <a:off x="5472000" y="342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文字方塊 31"/>
          <p:cNvSpPr txBox="1"/>
          <p:nvPr/>
        </p:nvSpPr>
        <p:spPr>
          <a:xfrm>
            <a:off x="7452000" y="414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3" name="文字方塊 32"/>
          <p:cNvSpPr txBox="1"/>
          <p:nvPr/>
        </p:nvSpPr>
        <p:spPr>
          <a:xfrm>
            <a:off x="7452000" y="2708999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4" name="文字方塊 33"/>
          <p:cNvSpPr txBox="1"/>
          <p:nvPr/>
        </p:nvSpPr>
        <p:spPr>
          <a:xfrm>
            <a:off x="7992000" y="198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Oval 49"/>
          <p:cNvSpPr>
            <a:spLocks noChangeArrowheads="1"/>
          </p:cNvSpPr>
          <p:nvPr/>
        </p:nvSpPr>
        <p:spPr bwMode="auto">
          <a:xfrm>
            <a:off x="5832000" y="270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36" name="文字方塊 35"/>
          <p:cNvSpPr txBox="1"/>
          <p:nvPr/>
        </p:nvSpPr>
        <p:spPr>
          <a:xfrm>
            <a:off x="6192000" y="270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7" name="內容版面配置區 36"/>
          <p:cNvSpPr>
            <a:spLocks noGrp="1"/>
          </p:cNvSpPr>
          <p:nvPr>
            <p:ph idx="1"/>
          </p:nvPr>
        </p:nvSpPr>
        <p:spPr>
          <a:xfrm>
            <a:off x="432000" y="909000"/>
            <a:ext cx="4140000" cy="4139999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2663" algn="l"/>
                <a:tab pos="1258888" algn="l"/>
                <a:tab pos="1524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>
                <a:solidFill>
                  <a:srgbClr val="FF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FF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sym typeface="Symbol" pitchFamily="18" charset="2"/>
              </a:rPr>
              <a:t>NIL</a:t>
            </a:r>
            <a:r>
              <a:rPr lang="en-US" altLang="zh-TW" dirty="0">
                <a:solidFill>
                  <a:srgbClr val="FF0000"/>
                </a:solidFill>
              </a:rPr>
              <a:t> and 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7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.</a:t>
            </a:r>
            <a:r>
              <a:rPr lang="en-US" altLang="zh-TW" dirty="0" err="1">
                <a:solidFill>
                  <a:srgbClr val="FF0000"/>
                </a:solidFill>
                <a:sym typeface="Symbol" pitchFamily="18" charset="2"/>
              </a:rPr>
              <a:t></a:t>
            </a:r>
            <a:r>
              <a:rPr lang="en-US" altLang="zh-TW" i="1" dirty="0" err="1">
                <a:solidFill>
                  <a:srgbClr val="FF0000"/>
                </a:solidFill>
              </a:rPr>
              <a:t>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</a:t>
            </a:r>
            <a:r>
              <a:rPr lang="en-US" altLang="zh-TW" dirty="0">
                <a:solidFill>
                  <a:srgbClr val="FF0000"/>
                </a:solidFill>
              </a:rPr>
              <a:t>{</a:t>
            </a:r>
            <a:r>
              <a:rPr lang="en-US" altLang="zh-TW" i="1" dirty="0">
                <a:solidFill>
                  <a:srgbClr val="FF0000"/>
                </a:solidFill>
              </a:rPr>
              <a:t>u</a:t>
            </a:r>
            <a:r>
              <a:rPr lang="en-US" altLang="zh-TW" i="1" dirty="0">
                <a:solidFill>
                  <a:srgbClr val="FF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FF0000"/>
                </a:solidFill>
                <a:sym typeface="Symbol" pitchFamily="18" charset="2"/>
              </a:rPr>
              <a:t></a:t>
            </a:r>
            <a:r>
              <a:rPr lang="en-US" altLang="zh-TW" dirty="0">
                <a:solidFill>
                  <a:srgbClr val="FF0000"/>
                </a:solidFill>
              </a:rPr>
              <a:t>, </a:t>
            </a:r>
            <a:r>
              <a:rPr lang="en-US" altLang="zh-TW" i="1" dirty="0">
                <a:solidFill>
                  <a:srgbClr val="FF0000"/>
                </a:solidFill>
              </a:rPr>
              <a:t>u</a:t>
            </a:r>
            <a:r>
              <a:rPr lang="en-US" altLang="zh-TW" dirty="0">
                <a:solidFill>
                  <a:srgbClr val="FF0000"/>
                </a:solidFill>
              </a:rPr>
              <a:t>} is a bridge</a:t>
            </a:r>
          </a:p>
        </p:txBody>
      </p:sp>
    </p:spTree>
    <p:extLst>
      <p:ext uri="{BB962C8B-B14F-4D97-AF65-F5344CB8AC3E}">
        <p14:creationId xmlns:p14="http://schemas.microsoft.com/office/powerpoint/2010/main" val="67224684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AutoShape 57"/>
          <p:cNvCxnSpPr>
            <a:cxnSpLocks noChangeShapeType="1"/>
          </p:cNvCxnSpPr>
          <p:nvPr/>
        </p:nvCxnSpPr>
        <p:spPr bwMode="auto">
          <a:xfrm flipH="1" flipV="1">
            <a:off x="6012000" y="2888999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5" name="直線單箭頭接點 4"/>
          <p:cNvCxnSpPr/>
          <p:nvPr/>
        </p:nvCxnSpPr>
        <p:spPr bwMode="auto">
          <a:xfrm flipH="1" flipV="1">
            <a:off x="6732000" y="3608999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6012000" y="2888999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732000" y="1448999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732000" y="3608999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5292000" y="2888999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732000" y="1448999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6012000" y="1448999"/>
            <a:ext cx="720000" cy="720000"/>
          </a:xfrm>
          <a:prstGeom prst="straightConnector1">
            <a:avLst/>
          </a:prstGeom>
          <a:noFill/>
          <a:ln w="19050">
            <a:solidFill>
              <a:srgbClr val="FF0000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552000" y="126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3" name="Line 40"/>
          <p:cNvSpPr>
            <a:spLocks noChangeShapeType="1"/>
          </p:cNvSpPr>
          <p:nvPr/>
        </p:nvSpPr>
        <p:spPr bwMode="auto">
          <a:xfrm>
            <a:off x="6012000" y="2168999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 flipV="1">
            <a:off x="7272000" y="2168999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5" name="Oval 39"/>
          <p:cNvSpPr>
            <a:spLocks noChangeArrowheads="1"/>
          </p:cNvSpPr>
          <p:nvPr/>
        </p:nvSpPr>
        <p:spPr bwMode="auto">
          <a:xfrm>
            <a:off x="7632000" y="198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6" name="Oval 49"/>
          <p:cNvSpPr>
            <a:spLocks noChangeArrowheads="1"/>
          </p:cNvSpPr>
          <p:nvPr/>
        </p:nvSpPr>
        <p:spPr bwMode="auto">
          <a:xfrm>
            <a:off x="6552000" y="342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17" name="Oval 52"/>
          <p:cNvSpPr>
            <a:spLocks noChangeArrowheads="1"/>
          </p:cNvSpPr>
          <p:nvPr/>
        </p:nvSpPr>
        <p:spPr bwMode="auto">
          <a:xfrm>
            <a:off x="7092000" y="270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18" name="Oval 51"/>
          <p:cNvSpPr>
            <a:spLocks noChangeArrowheads="1"/>
          </p:cNvSpPr>
          <p:nvPr/>
        </p:nvSpPr>
        <p:spPr bwMode="auto">
          <a:xfrm>
            <a:off x="5832000" y="198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19" name="Line 40"/>
          <p:cNvSpPr>
            <a:spLocks noChangeShapeType="1"/>
          </p:cNvSpPr>
          <p:nvPr/>
        </p:nvSpPr>
        <p:spPr bwMode="auto">
          <a:xfrm>
            <a:off x="5292000" y="3608999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0" name="Line 40"/>
          <p:cNvSpPr>
            <a:spLocks noChangeShapeType="1"/>
          </p:cNvSpPr>
          <p:nvPr/>
        </p:nvSpPr>
        <p:spPr bwMode="auto">
          <a:xfrm flipV="1">
            <a:off x="6912000" y="4328999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1" name="Oval 39"/>
          <p:cNvSpPr>
            <a:spLocks noChangeArrowheads="1"/>
          </p:cNvSpPr>
          <p:nvPr/>
        </p:nvSpPr>
        <p:spPr bwMode="auto">
          <a:xfrm>
            <a:off x="7092000" y="414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2" name="Oval 49"/>
          <p:cNvSpPr>
            <a:spLocks noChangeArrowheads="1"/>
          </p:cNvSpPr>
          <p:nvPr/>
        </p:nvSpPr>
        <p:spPr bwMode="auto">
          <a:xfrm>
            <a:off x="5832000" y="414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3" name="Oval 52"/>
          <p:cNvSpPr>
            <a:spLocks noChangeArrowheads="1"/>
          </p:cNvSpPr>
          <p:nvPr/>
        </p:nvSpPr>
        <p:spPr bwMode="auto">
          <a:xfrm>
            <a:off x="6732000" y="486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24" name="Oval 51"/>
          <p:cNvSpPr>
            <a:spLocks noChangeArrowheads="1"/>
          </p:cNvSpPr>
          <p:nvPr/>
        </p:nvSpPr>
        <p:spPr bwMode="auto">
          <a:xfrm>
            <a:off x="5112000" y="342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25" name="弧形接點 24"/>
          <p:cNvCxnSpPr>
            <a:stCxn id="24" idx="0"/>
            <a:endCxn id="18" idx="2"/>
          </p:cNvCxnSpPr>
          <p:nvPr/>
        </p:nvCxnSpPr>
        <p:spPr bwMode="auto">
          <a:xfrm rot="5400000" flipH="1" flipV="1">
            <a:off x="4932000" y="2528999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sp>
        <p:nvSpPr>
          <p:cNvPr id="26" name="文字方塊 25"/>
          <p:cNvSpPr txBox="1"/>
          <p:nvPr/>
        </p:nvSpPr>
        <p:spPr>
          <a:xfrm>
            <a:off x="5652000" y="450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7" name="文字方塊 26"/>
          <p:cNvSpPr txBox="1"/>
          <p:nvPr/>
        </p:nvSpPr>
        <p:spPr>
          <a:xfrm>
            <a:off x="6552000" y="522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8" name="文字方塊 27"/>
          <p:cNvSpPr txBox="1"/>
          <p:nvPr/>
        </p:nvSpPr>
        <p:spPr>
          <a:xfrm>
            <a:off x="6372000" y="908999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9" name="文字方塊 28"/>
          <p:cNvSpPr txBox="1"/>
          <p:nvPr/>
        </p:nvSpPr>
        <p:spPr>
          <a:xfrm>
            <a:off x="6192000" y="198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0" name="文字方塊 29"/>
          <p:cNvSpPr txBox="1"/>
          <p:nvPr/>
        </p:nvSpPr>
        <p:spPr>
          <a:xfrm>
            <a:off x="6912000" y="342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1" name="文字方塊 30"/>
          <p:cNvSpPr txBox="1"/>
          <p:nvPr/>
        </p:nvSpPr>
        <p:spPr>
          <a:xfrm>
            <a:off x="5472000" y="342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2" name="文字方塊 31"/>
          <p:cNvSpPr txBox="1"/>
          <p:nvPr/>
        </p:nvSpPr>
        <p:spPr>
          <a:xfrm>
            <a:off x="7452000" y="414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3" name="文字方塊 32"/>
          <p:cNvSpPr txBox="1"/>
          <p:nvPr/>
        </p:nvSpPr>
        <p:spPr>
          <a:xfrm>
            <a:off x="7452000" y="2708999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4" name="文字方塊 33"/>
          <p:cNvSpPr txBox="1"/>
          <p:nvPr/>
        </p:nvSpPr>
        <p:spPr>
          <a:xfrm>
            <a:off x="7992000" y="198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5" name="Oval 49"/>
          <p:cNvSpPr>
            <a:spLocks noChangeArrowheads="1"/>
          </p:cNvSpPr>
          <p:nvPr/>
        </p:nvSpPr>
        <p:spPr bwMode="auto">
          <a:xfrm>
            <a:off x="5832000" y="2708999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36" name="文字方塊 35"/>
          <p:cNvSpPr txBox="1"/>
          <p:nvPr/>
        </p:nvSpPr>
        <p:spPr>
          <a:xfrm>
            <a:off x="6192000" y="2708999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7" name="內容版面配置區 36"/>
          <p:cNvSpPr>
            <a:spLocks noGrp="1"/>
          </p:cNvSpPr>
          <p:nvPr>
            <p:ph idx="1"/>
          </p:nvPr>
        </p:nvSpPr>
        <p:spPr>
          <a:xfrm>
            <a:off x="432000" y="909000"/>
            <a:ext cx="4140000" cy="4139999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2663" algn="l"/>
                <a:tab pos="1258888" algn="l"/>
                <a:tab pos="1524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</a:t>
            </a:r>
            <a:r>
              <a:rPr lang="en-US" altLang="zh-TW" sz="1600" spc="300" dirty="0">
                <a:solidFill>
                  <a:srgbClr val="000000"/>
                </a:solidFill>
              </a:rPr>
              <a:t>E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8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>
                <a:solidFill>
                  <a:srgbClr val="FF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FF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sym typeface="Symbol" pitchFamily="18" charset="2"/>
              </a:rPr>
              <a:t>NIL</a:t>
            </a:r>
            <a:r>
              <a:rPr lang="en-US" altLang="zh-TW" dirty="0">
                <a:solidFill>
                  <a:srgbClr val="FF0000"/>
                </a:solidFill>
              </a:rPr>
              <a:t> and 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.</a:t>
            </a:r>
            <a:r>
              <a:rPr lang="en-US" altLang="zh-TW" i="1" dirty="0" err="1">
                <a:solidFill>
                  <a:srgbClr val="FF0000"/>
                </a:solidFill>
              </a:rPr>
              <a:t>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</a:t>
            </a:r>
            <a:r>
              <a:rPr lang="en-US" altLang="zh-TW" dirty="0">
                <a:solidFill>
                  <a:srgbClr val="FF0000"/>
                </a:solidFill>
              </a:rPr>
              <a:t>{</a:t>
            </a:r>
            <a:r>
              <a:rPr lang="en-US" altLang="zh-TW" i="1" dirty="0">
                <a:solidFill>
                  <a:srgbClr val="FF0000"/>
                </a:solidFill>
              </a:rPr>
              <a:t>u</a:t>
            </a:r>
            <a:r>
              <a:rPr lang="en-US" altLang="zh-TW" i="1" dirty="0">
                <a:solidFill>
                  <a:srgbClr val="FF0000"/>
                </a:solidFill>
                <a:sym typeface="Symbol" pitchFamily="18" charset="2"/>
              </a:rPr>
              <a:t>.</a:t>
            </a:r>
            <a:r>
              <a:rPr lang="en-US" altLang="zh-TW" dirty="0">
                <a:solidFill>
                  <a:srgbClr val="FF0000"/>
                </a:solidFill>
                <a:sym typeface="Symbol" pitchFamily="18" charset="2"/>
              </a:rPr>
              <a:t></a:t>
            </a:r>
            <a:r>
              <a:rPr lang="en-US" altLang="zh-TW" dirty="0">
                <a:solidFill>
                  <a:srgbClr val="FF0000"/>
                </a:solidFill>
              </a:rPr>
              <a:t>, </a:t>
            </a:r>
            <a:r>
              <a:rPr lang="en-US" altLang="zh-TW" i="1" dirty="0">
                <a:solidFill>
                  <a:srgbClr val="FF0000"/>
                </a:solidFill>
              </a:rPr>
              <a:t>u</a:t>
            </a:r>
            <a:r>
              <a:rPr lang="en-US" altLang="zh-TW" dirty="0">
                <a:solidFill>
                  <a:srgbClr val="FF0000"/>
                </a:solidFill>
              </a:rPr>
              <a:t>} is a bridge</a:t>
            </a:r>
          </a:p>
        </p:txBody>
      </p:sp>
    </p:spTree>
    <p:extLst>
      <p:ext uri="{BB962C8B-B14F-4D97-AF65-F5344CB8AC3E}">
        <p14:creationId xmlns:p14="http://schemas.microsoft.com/office/powerpoint/2010/main" val="2937641179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7069170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10		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7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12				</a:t>
            </a:r>
            <a:r>
              <a:rPr lang="en-US" altLang="zh-TW" b="1" dirty="0">
                <a:solidFill>
                  <a:srgbClr val="FF0000"/>
                </a:solidFill>
              </a:rPr>
              <a:t>do</a:t>
            </a:r>
            <a:endParaRPr lang="en-US" altLang="zh-TW" b="1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13					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P</a:t>
            </a:r>
            <a:r>
              <a:rPr lang="en-US" altLang="zh-TW" sz="1600" dirty="0">
                <a:solidFill>
                  <a:srgbClr val="FF0000"/>
                </a:solidFill>
              </a:rPr>
              <a:t>O</a:t>
            </a:r>
            <a:r>
              <a:rPr lang="en-US" altLang="zh-TW" sz="1600" spc="300" dirty="0">
                <a:solidFill>
                  <a:srgbClr val="FF0000"/>
                </a:solidFill>
              </a:rPr>
              <a:t>P</a:t>
            </a:r>
            <a:r>
              <a:rPr lang="en-US" altLang="zh-TW" dirty="0">
                <a:solidFill>
                  <a:srgbClr val="FF0000"/>
                </a:solidFill>
              </a:rPr>
              <a:t>(</a:t>
            </a:r>
            <a:r>
              <a:rPr lang="en-US" altLang="zh-TW" i="1" spc="300" dirty="0">
                <a:solidFill>
                  <a:srgbClr val="FF0000"/>
                </a:solidFill>
              </a:rPr>
              <a:t>S</a:t>
            </a:r>
            <a:r>
              <a:rPr lang="en-US" altLang="zh-TW" dirty="0">
                <a:solidFill>
                  <a:srgbClr val="FF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14					put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15				</a:t>
            </a:r>
            <a:r>
              <a:rPr lang="en-US" altLang="zh-TW" b="1" dirty="0">
                <a:solidFill>
                  <a:srgbClr val="FF0000"/>
                </a:solidFill>
              </a:rPr>
              <a:t>while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v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7863081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10		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v.d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12				</a:t>
            </a:r>
            <a:r>
              <a:rPr lang="en-US" altLang="zh-TW" b="1" dirty="0">
                <a:solidFill>
                  <a:srgbClr val="FF0000"/>
                </a:solidFill>
              </a:rPr>
              <a:t>do</a:t>
            </a:r>
            <a:endParaRPr lang="en-US" altLang="zh-TW" b="1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13					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P</a:t>
            </a:r>
            <a:r>
              <a:rPr lang="en-US" altLang="zh-TW" sz="1600" dirty="0">
                <a:solidFill>
                  <a:srgbClr val="FF0000"/>
                </a:solidFill>
              </a:rPr>
              <a:t>O</a:t>
            </a:r>
            <a:r>
              <a:rPr lang="en-US" altLang="zh-TW" sz="1600" spc="300" dirty="0">
                <a:solidFill>
                  <a:srgbClr val="FF0000"/>
                </a:solidFill>
              </a:rPr>
              <a:t>P</a:t>
            </a:r>
            <a:r>
              <a:rPr lang="en-US" altLang="zh-TW" dirty="0">
                <a:solidFill>
                  <a:srgbClr val="FF0000"/>
                </a:solidFill>
              </a:rPr>
              <a:t>(</a:t>
            </a:r>
            <a:r>
              <a:rPr lang="en-US" altLang="zh-TW" i="1" spc="300" dirty="0">
                <a:solidFill>
                  <a:srgbClr val="FF0000"/>
                </a:solidFill>
              </a:rPr>
              <a:t>S</a:t>
            </a:r>
            <a:r>
              <a:rPr lang="en-US" altLang="zh-TW" dirty="0">
                <a:solidFill>
                  <a:srgbClr val="FF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14					put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15				</a:t>
            </a:r>
            <a:r>
              <a:rPr lang="en-US" altLang="zh-TW" b="1" dirty="0">
                <a:solidFill>
                  <a:srgbClr val="FF0000"/>
                </a:solidFill>
              </a:rPr>
              <a:t>while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v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10423520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>
                <a:solidFill>
                  <a:srgbClr val="FF0000"/>
                </a:solidFill>
              </a:rPr>
              <a:t>12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14		</a:t>
            </a:r>
            <a:r>
              <a:rPr lang="en-US" altLang="zh-TW" b="1" dirty="0">
                <a:solidFill>
                  <a:srgbClr val="FF0000"/>
                </a:solidFill>
              </a:rPr>
              <a:t>do</a:t>
            </a:r>
            <a:endParaRPr lang="en-US" altLang="zh-TW" b="1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15			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P</a:t>
            </a:r>
            <a:r>
              <a:rPr lang="en-US" altLang="zh-TW" sz="1600" dirty="0">
                <a:solidFill>
                  <a:srgbClr val="FF0000"/>
                </a:solidFill>
              </a:rPr>
              <a:t>O</a:t>
            </a:r>
            <a:r>
              <a:rPr lang="en-US" altLang="zh-TW" sz="1600" spc="300" dirty="0">
                <a:solidFill>
                  <a:srgbClr val="FF0000"/>
                </a:solidFill>
              </a:rPr>
              <a:t>P</a:t>
            </a:r>
            <a:r>
              <a:rPr lang="en-US" altLang="zh-TW" dirty="0">
                <a:solidFill>
                  <a:srgbClr val="FF0000"/>
                </a:solidFill>
              </a:rPr>
              <a:t>(</a:t>
            </a:r>
            <a:r>
              <a:rPr lang="en-US" altLang="zh-TW" i="1" spc="300" dirty="0">
                <a:solidFill>
                  <a:srgbClr val="FF0000"/>
                </a:solidFill>
              </a:rPr>
              <a:t>S</a:t>
            </a:r>
            <a:r>
              <a:rPr lang="en-US" altLang="zh-TW" dirty="0">
                <a:solidFill>
                  <a:srgbClr val="FF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16			put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17		</a:t>
            </a:r>
            <a:r>
              <a:rPr lang="en-US" altLang="zh-TW" b="1" dirty="0">
                <a:solidFill>
                  <a:srgbClr val="FF0000"/>
                </a:solidFill>
              </a:rPr>
              <a:t>while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u</a:t>
            </a:r>
            <a:endParaRPr lang="en-US" altLang="zh-TW" dirty="0">
              <a:solidFill>
                <a:srgbClr val="FF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22764733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1598096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8065103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6274341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483589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4623510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910243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9899147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828559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91351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478810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1793487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213506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1793487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724749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1793487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1328889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1793487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1951782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1793487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58149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4688559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292602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998463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558483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9414833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941701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9414833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799698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9414833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613237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9414833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8065394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9414833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17063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9455892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6277280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5870694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676723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059999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41316652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059999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36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4521411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059999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270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1" name="文字方塊 50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36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85436612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9130638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36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391204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7042122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36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238396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3623207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36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1928470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1010452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4752000" y="1089000"/>
            <a:ext cx="360000" cy="360000"/>
          </a:xfrm>
          <a:prstGeom prst="rect">
            <a:avLst/>
          </a:prstGeom>
          <a:noFill/>
        </p:spPr>
        <p:txBody>
          <a:bodyPr wrap="square" tIns="0" rIns="36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501625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1151498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6467995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035995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54392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035995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162856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035995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240938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035995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995562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035995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913465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0401039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92670331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3099814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10, 9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573894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439748"/>
              </p:ext>
            </p:extLst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TW" sz="2000" dirty="0">
                <a:solidFill>
                  <a:srgbClr val="000000"/>
                </a:solidFill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10, 9, 1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0" name="文字方塊 49"/>
          <p:cNvSpPr txBox="1"/>
          <p:nvPr/>
        </p:nvSpPr>
        <p:spPr>
          <a:xfrm>
            <a:off x="5472000" y="549000"/>
            <a:ext cx="360000" cy="360000"/>
          </a:xfrm>
          <a:prstGeom prst="rect">
            <a:avLst/>
          </a:prstGeom>
          <a:noFill/>
        </p:spPr>
        <p:txBody>
          <a:bodyPr wrap="square" tIns="0" rIns="54000" bIns="72000" rtlCol="0" anchor="ctr" anchorCtr="0">
            <a:no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600" b="0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u</a:t>
            </a:r>
            <a:endParaRPr kumimoji="1" lang="zh-TW" altLang="en-US" sz="2600" b="0" i="1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5989959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549000"/>
            <a:ext cx="4140000" cy="5580000"/>
          </a:xfrm>
          <a:ln w="9525">
            <a:solidFill>
              <a:schemeClr val="tx1"/>
            </a:solidFill>
          </a:ln>
        </p:spPr>
        <p:txBody>
          <a:bodyPr rIns="72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12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>
                <a:solidFill>
                  <a:srgbClr val="FF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FF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sym typeface="Symbol" pitchFamily="18" charset="2"/>
              </a:rPr>
              <a:t>NIL</a:t>
            </a:r>
            <a:r>
              <a:rPr lang="en-US" altLang="zh-TW" dirty="0">
                <a:solidFill>
                  <a:srgbClr val="FF0000"/>
                </a:solidFill>
              </a:rPr>
              <a:t> and 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7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.</a:t>
            </a:r>
            <a:r>
              <a:rPr lang="en-US" altLang="zh-TW" dirty="0" err="1">
                <a:solidFill>
                  <a:srgbClr val="FF0000"/>
                </a:solidFill>
                <a:sym typeface="Symbol" pitchFamily="18" charset="2"/>
              </a:rPr>
              <a:t></a:t>
            </a:r>
            <a:r>
              <a:rPr lang="en-US" altLang="zh-TW" i="1" dirty="0" err="1">
                <a:solidFill>
                  <a:srgbClr val="FF0000"/>
                </a:solidFill>
              </a:rPr>
              <a:t>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549000"/>
            <a:ext cx="4140000" cy="5580000"/>
          </a:xfrm>
          <a:ln w="9525">
            <a:solidFill>
              <a:schemeClr val="tx1"/>
            </a:solidFill>
          </a:ln>
        </p:spPr>
        <p:txBody>
          <a:bodyPr rIns="72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>
                <a:solidFill>
                  <a:srgbClr val="FF0000"/>
                </a:solidFill>
              </a:rPr>
              <a:t>12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/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/>
              <a:t>	14		</a:t>
            </a:r>
            <a:r>
              <a:rPr lang="en-US" altLang="zh-TW" b="1" dirty="0"/>
              <a:t>do</a:t>
            </a:r>
            <a:endParaRPr lang="en-US" altLang="zh-TW" b="1" i="1" dirty="0"/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/>
              <a:t>	15			</a:t>
            </a:r>
            <a:r>
              <a:rPr lang="en-US" altLang="zh-TW" i="1" dirty="0"/>
              <a:t>w</a:t>
            </a:r>
            <a:r>
              <a:rPr lang="en-US" altLang="zh-TW" dirty="0"/>
              <a:t> </a:t>
            </a:r>
            <a:r>
              <a:rPr lang="en-US" altLang="zh-TW" sz="1800" dirty="0"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/>
              <a:t> P</a:t>
            </a:r>
            <a:r>
              <a:rPr lang="en-US" altLang="zh-TW" sz="1600" dirty="0"/>
              <a:t>O</a:t>
            </a:r>
            <a:r>
              <a:rPr lang="en-US" altLang="zh-TW" sz="1600" spc="300" dirty="0"/>
              <a:t>P</a:t>
            </a:r>
            <a:r>
              <a:rPr lang="en-US" altLang="zh-TW" dirty="0"/>
              <a:t>(</a:t>
            </a:r>
            <a:r>
              <a:rPr lang="en-US" altLang="zh-TW" i="1" spc="300" dirty="0"/>
              <a:t>S</a:t>
            </a:r>
            <a:r>
              <a:rPr lang="en-US" altLang="zh-TW" dirty="0"/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/>
              <a:t>	16			put </a:t>
            </a:r>
            <a:r>
              <a:rPr lang="en-US" altLang="zh-TW" i="1" dirty="0"/>
              <a:t>w</a:t>
            </a:r>
            <a:r>
              <a:rPr lang="en-US" altLang="zh-TW" dirty="0"/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/>
              <a:t>	17		</a:t>
            </a:r>
            <a:r>
              <a:rPr lang="en-US" altLang="zh-TW" b="1" dirty="0"/>
              <a:t>while</a:t>
            </a:r>
            <a:r>
              <a:rPr lang="en-US" altLang="zh-TW" dirty="0"/>
              <a:t> </a:t>
            </a:r>
            <a:r>
              <a:rPr lang="en-US" altLang="zh-TW" i="1" dirty="0"/>
              <a:t>w</a:t>
            </a:r>
            <a:r>
              <a:rPr lang="en-US" altLang="zh-TW" dirty="0"/>
              <a:t> </a:t>
            </a:r>
            <a:r>
              <a:rPr lang="en-US" altLang="zh-TW" dirty="0"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/>
              <a:t> </a:t>
            </a:r>
            <a:r>
              <a:rPr lang="en-US" altLang="zh-TW" i="1" dirty="0"/>
              <a:t>u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4263413127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549000"/>
            <a:ext cx="4140000" cy="5580000"/>
          </a:xfrm>
          <a:ln w="9525">
            <a:solidFill>
              <a:schemeClr val="tx1"/>
            </a:solidFill>
          </a:ln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10		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7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12				</a:t>
            </a:r>
            <a:r>
              <a:rPr lang="en-US" altLang="zh-TW" b="1" dirty="0">
                <a:solidFill>
                  <a:srgbClr val="FF0000"/>
                </a:solidFill>
              </a:rPr>
              <a:t>do</a:t>
            </a:r>
            <a:endParaRPr lang="en-US" altLang="zh-TW" b="1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13					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P</a:t>
            </a:r>
            <a:r>
              <a:rPr lang="en-US" altLang="zh-TW" sz="1600" dirty="0">
                <a:solidFill>
                  <a:srgbClr val="FF0000"/>
                </a:solidFill>
              </a:rPr>
              <a:t>O</a:t>
            </a:r>
            <a:r>
              <a:rPr lang="en-US" altLang="zh-TW" sz="1600" spc="300" dirty="0">
                <a:solidFill>
                  <a:srgbClr val="FF0000"/>
                </a:solidFill>
              </a:rPr>
              <a:t>P</a:t>
            </a:r>
            <a:r>
              <a:rPr lang="en-US" altLang="zh-TW" dirty="0">
                <a:solidFill>
                  <a:srgbClr val="FF0000"/>
                </a:solidFill>
              </a:rPr>
              <a:t>(</a:t>
            </a:r>
            <a:r>
              <a:rPr lang="en-US" altLang="zh-TW" i="1" spc="300" dirty="0">
                <a:solidFill>
                  <a:srgbClr val="FF0000"/>
                </a:solidFill>
              </a:rPr>
              <a:t>S</a:t>
            </a:r>
            <a:r>
              <a:rPr lang="en-US" altLang="zh-TW" dirty="0">
                <a:solidFill>
                  <a:srgbClr val="FF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14					put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15				</a:t>
            </a:r>
            <a:r>
              <a:rPr lang="en-US" altLang="zh-TW" b="1" dirty="0">
                <a:solidFill>
                  <a:srgbClr val="FF0000"/>
                </a:solidFill>
              </a:rPr>
              <a:t>while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v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549000"/>
            <a:ext cx="4140000" cy="5580000"/>
          </a:xfrm>
          <a:ln w="9525">
            <a:solidFill>
              <a:schemeClr val="tx1"/>
            </a:solidFill>
          </a:ln>
        </p:spPr>
        <p:txBody>
          <a:bodyPr rIns="72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>
                <a:solidFill>
                  <a:srgbClr val="FF0000"/>
                </a:solidFill>
              </a:rPr>
              <a:t>12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>
                <a:solidFill>
                  <a:srgbClr val="FF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FF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sym typeface="Symbol" pitchFamily="18" charset="2"/>
              </a:rPr>
              <a:t>NIL</a:t>
            </a:r>
            <a:r>
              <a:rPr lang="en-US" altLang="zh-TW" dirty="0">
                <a:solidFill>
                  <a:srgbClr val="FF0000"/>
                </a:solidFill>
              </a:rPr>
              <a:t> and 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7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.</a:t>
            </a:r>
            <a:r>
              <a:rPr lang="en-US" altLang="zh-TW" dirty="0" err="1">
                <a:solidFill>
                  <a:srgbClr val="FF0000"/>
                </a:solidFill>
                <a:sym typeface="Symbol" pitchFamily="18" charset="2"/>
              </a:rPr>
              <a:t></a:t>
            </a:r>
            <a:r>
              <a:rPr lang="en-US" altLang="zh-TW" i="1" dirty="0" err="1">
                <a:solidFill>
                  <a:srgbClr val="FF0000"/>
                </a:solidFill>
              </a:rPr>
              <a:t>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14		</a:t>
            </a:r>
            <a:r>
              <a:rPr lang="en-US" altLang="zh-TW" b="1" dirty="0">
                <a:solidFill>
                  <a:srgbClr val="FF0000"/>
                </a:solidFill>
              </a:rPr>
              <a:t>do</a:t>
            </a:r>
            <a:endParaRPr lang="en-US" altLang="zh-TW" b="1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15			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P</a:t>
            </a:r>
            <a:r>
              <a:rPr lang="en-US" altLang="zh-TW" sz="1600" dirty="0">
                <a:solidFill>
                  <a:srgbClr val="FF0000"/>
                </a:solidFill>
              </a:rPr>
              <a:t>O</a:t>
            </a:r>
            <a:r>
              <a:rPr lang="en-US" altLang="zh-TW" sz="1600" spc="300" dirty="0">
                <a:solidFill>
                  <a:srgbClr val="FF0000"/>
                </a:solidFill>
              </a:rPr>
              <a:t>P</a:t>
            </a:r>
            <a:r>
              <a:rPr lang="en-US" altLang="zh-TW" dirty="0">
                <a:solidFill>
                  <a:srgbClr val="FF0000"/>
                </a:solidFill>
              </a:rPr>
              <a:t>(</a:t>
            </a:r>
            <a:r>
              <a:rPr lang="en-US" altLang="zh-TW" i="1" spc="300" dirty="0">
                <a:solidFill>
                  <a:srgbClr val="FF0000"/>
                </a:solidFill>
              </a:rPr>
              <a:t>S</a:t>
            </a:r>
            <a:r>
              <a:rPr lang="en-US" altLang="zh-TW" dirty="0">
                <a:solidFill>
                  <a:srgbClr val="FF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16			put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17		</a:t>
            </a:r>
            <a:r>
              <a:rPr lang="en-US" altLang="zh-TW" b="1" dirty="0">
                <a:solidFill>
                  <a:srgbClr val="FF0000"/>
                </a:solidFill>
              </a:rPr>
              <a:t>while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u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126786442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549000"/>
            <a:ext cx="4140000" cy="5580000"/>
          </a:xfrm>
          <a:ln w="9525">
            <a:solidFill>
              <a:schemeClr val="tx1"/>
            </a:solidFill>
          </a:ln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10		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v.d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12				</a:t>
            </a:r>
            <a:r>
              <a:rPr lang="en-US" altLang="zh-TW" b="1" dirty="0">
                <a:solidFill>
                  <a:srgbClr val="FF0000"/>
                </a:solidFill>
              </a:rPr>
              <a:t>do</a:t>
            </a:r>
            <a:endParaRPr lang="en-US" altLang="zh-TW" b="1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13					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P</a:t>
            </a:r>
            <a:r>
              <a:rPr lang="en-US" altLang="zh-TW" sz="1600" dirty="0">
                <a:solidFill>
                  <a:srgbClr val="FF0000"/>
                </a:solidFill>
              </a:rPr>
              <a:t>O</a:t>
            </a:r>
            <a:r>
              <a:rPr lang="en-US" altLang="zh-TW" sz="1600" spc="300" dirty="0">
                <a:solidFill>
                  <a:srgbClr val="FF0000"/>
                </a:solidFill>
              </a:rPr>
              <a:t>P</a:t>
            </a:r>
            <a:r>
              <a:rPr lang="en-US" altLang="zh-TW" dirty="0">
                <a:solidFill>
                  <a:srgbClr val="FF0000"/>
                </a:solidFill>
              </a:rPr>
              <a:t>(</a:t>
            </a:r>
            <a:r>
              <a:rPr lang="en-US" altLang="zh-TW" i="1" spc="300" dirty="0">
                <a:solidFill>
                  <a:srgbClr val="FF0000"/>
                </a:solidFill>
              </a:rPr>
              <a:t>S</a:t>
            </a:r>
            <a:r>
              <a:rPr lang="en-US" altLang="zh-TW" dirty="0">
                <a:solidFill>
                  <a:srgbClr val="FF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14					put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15				</a:t>
            </a:r>
            <a:r>
              <a:rPr lang="en-US" altLang="zh-TW" b="1" dirty="0">
                <a:solidFill>
                  <a:srgbClr val="FF0000"/>
                </a:solidFill>
              </a:rPr>
              <a:t>while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v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549000"/>
            <a:ext cx="4140000" cy="5580000"/>
          </a:xfrm>
          <a:ln w="9525">
            <a:solidFill>
              <a:schemeClr val="tx1"/>
            </a:solidFill>
          </a:ln>
        </p:spPr>
        <p:txBody>
          <a:bodyPr rIns="72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>
                <a:solidFill>
                  <a:srgbClr val="FF0000"/>
                </a:solidFill>
              </a:rPr>
              <a:t>12	</a:t>
            </a:r>
            <a:r>
              <a:rPr lang="en-US" altLang="zh-TW" b="1" dirty="0">
                <a:solidFill>
                  <a:srgbClr val="FF0000"/>
                </a:solidFill>
              </a:rPr>
              <a:t>if</a:t>
            </a:r>
            <a:r>
              <a:rPr lang="en-US" altLang="zh-TW" dirty="0">
                <a:solidFill>
                  <a:srgbClr val="FF0000"/>
                </a:solidFill>
              </a:rPr>
              <a:t>	</a:t>
            </a:r>
            <a:r>
              <a:rPr lang="en-US" altLang="zh-TW" i="1" dirty="0" err="1">
                <a:solidFill>
                  <a:srgbClr val="FF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 err="1">
                <a:solidFill>
                  <a:srgbClr val="FF0000"/>
                </a:solidFill>
              </a:rPr>
              <a:t>u.d</a:t>
            </a:r>
            <a:endParaRPr lang="en-US" altLang="zh-TW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14		</a:t>
            </a:r>
            <a:r>
              <a:rPr lang="en-US" altLang="zh-TW" b="1" dirty="0">
                <a:solidFill>
                  <a:srgbClr val="FF0000"/>
                </a:solidFill>
              </a:rPr>
              <a:t>do</a:t>
            </a:r>
            <a:endParaRPr lang="en-US" altLang="zh-TW" b="1" i="1" dirty="0">
              <a:solidFill>
                <a:srgbClr val="FF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15			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P</a:t>
            </a:r>
            <a:r>
              <a:rPr lang="en-US" altLang="zh-TW" sz="1600" dirty="0">
                <a:solidFill>
                  <a:srgbClr val="FF0000"/>
                </a:solidFill>
              </a:rPr>
              <a:t>O</a:t>
            </a:r>
            <a:r>
              <a:rPr lang="en-US" altLang="zh-TW" sz="1600" spc="300" dirty="0">
                <a:solidFill>
                  <a:srgbClr val="FF0000"/>
                </a:solidFill>
              </a:rPr>
              <a:t>P</a:t>
            </a:r>
            <a:r>
              <a:rPr lang="en-US" altLang="zh-TW" dirty="0">
                <a:solidFill>
                  <a:srgbClr val="FF0000"/>
                </a:solidFill>
              </a:rPr>
              <a:t>(</a:t>
            </a:r>
            <a:r>
              <a:rPr lang="en-US" altLang="zh-TW" i="1" spc="300" dirty="0">
                <a:solidFill>
                  <a:srgbClr val="FF0000"/>
                </a:solidFill>
              </a:rPr>
              <a:t>S</a:t>
            </a:r>
            <a:r>
              <a:rPr lang="en-US" altLang="zh-TW" dirty="0">
                <a:solidFill>
                  <a:srgbClr val="FF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16			put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FF0000"/>
                </a:solidFill>
              </a:rPr>
              <a:t>	17		</a:t>
            </a:r>
            <a:r>
              <a:rPr lang="en-US" altLang="zh-TW" b="1" dirty="0">
                <a:solidFill>
                  <a:srgbClr val="FF0000"/>
                </a:solidFill>
              </a:rPr>
              <a:t>while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w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FF0000"/>
                </a:solidFill>
              </a:rPr>
              <a:t> </a:t>
            </a:r>
            <a:r>
              <a:rPr lang="en-US" altLang="zh-TW" i="1" dirty="0">
                <a:solidFill>
                  <a:srgbClr val="FF0000"/>
                </a:solidFill>
              </a:rPr>
              <a:t>u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39750108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54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549000"/>
            <a:ext cx="3960000" cy="28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82145653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54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  <a:r>
              <a:rPr lang="en-US" altLang="zh-TW" dirty="0">
                <a:solidFill>
                  <a:srgbClr val="000000"/>
                </a:solidFill>
              </a:rPr>
              <a:t> and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 err="1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i="1" dirty="0" err="1">
                <a:solidFill>
                  <a:srgbClr val="000000"/>
                </a:solidFill>
              </a:rPr>
              <a:t>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549000"/>
            <a:ext cx="4320000" cy="41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</p:spTree>
    <p:extLst>
      <p:ext uri="{BB962C8B-B14F-4D97-AF65-F5344CB8AC3E}">
        <p14:creationId xmlns:p14="http://schemas.microsoft.com/office/powerpoint/2010/main" val="12764873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54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549000"/>
            <a:ext cx="4320000" cy="4140000"/>
          </a:xfrm>
        </p:spPr>
        <p:txBody>
          <a:bodyPr rIns="90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</p:spTree>
    <p:extLst>
      <p:ext uri="{BB962C8B-B14F-4D97-AF65-F5344CB8AC3E}">
        <p14:creationId xmlns:p14="http://schemas.microsoft.com/office/powerpoint/2010/main" val="88882539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54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549000"/>
            <a:ext cx="4320000" cy="4140000"/>
          </a:xfrm>
        </p:spPr>
        <p:txBody>
          <a:bodyPr rIns="90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</p:spTree>
    <p:extLst>
      <p:ext uri="{BB962C8B-B14F-4D97-AF65-F5344CB8AC3E}">
        <p14:creationId xmlns:p14="http://schemas.microsoft.com/office/powerpoint/2010/main" val="316044450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506285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448928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965406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945455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1823185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836360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427831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628248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1283581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9781503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040465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7519530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8390750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1222310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</a:pP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6903677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2413024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0298307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343413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9570214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757644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268818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0087743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806689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1607190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8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901101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4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7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5472000" y="216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112000" y="2169000"/>
            <a:ext cx="36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19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54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90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19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47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601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47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73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70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29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55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29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012000" y="288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1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49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583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12" idx="2"/>
          </p:cNvCxnSpPr>
          <p:nvPr/>
        </p:nvCxnSpPr>
        <p:spPr bwMode="auto">
          <a:xfrm rot="5400000" flipH="1" flipV="1">
            <a:off x="4302000" y="999000"/>
            <a:ext cx="1980000" cy="14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369000"/>
          <a:ext cx="720000" cy="432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71183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704229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1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468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7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65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112000" y="5589000"/>
            <a:ext cx="3600000" cy="72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9, 8, 7, 6, 5, 4, 3, 2, 1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6192000" y="522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83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6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565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5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91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45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8004314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95848429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</a:t>
            </a:r>
            <a:r>
              <a:rPr lang="en-US" altLang="zh-TW" i="1" spc="100" dirty="0" err="1">
                <a:solidFill>
                  <a:srgbClr val="000000"/>
                </a:solidFill>
                <a:sym typeface="Symbol" pitchFamily="18" charset="2"/>
              </a:rPr>
              <a:t>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932000" y="729000"/>
            <a:ext cx="3780000" cy="32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6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8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360000" algn="l"/>
                <a:tab pos="810000" algn="l"/>
                <a:tab pos="108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9</a:t>
            </a:r>
            <a:r>
              <a:rPr lang="en-US" altLang="zh-TW" dirty="0">
                <a:solidFill>
                  <a:srgbClr val="000000"/>
                </a:solidFill>
              </a:rPr>
              <a:t>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2702836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4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5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6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7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		P</a:t>
            </a:r>
            <a:r>
              <a:rPr lang="en-US" altLang="zh-TW" sz="1600" dirty="0" smtClean="0">
                <a:solidFill>
                  <a:srgbClr val="000000"/>
                </a:solidFill>
              </a:rPr>
              <a:t>US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H</a:t>
            </a:r>
            <a:r>
              <a:rPr lang="en-US" altLang="zh-TW" spc="300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  <a:endParaRPr lang="en-US" altLang="zh-TW" dirty="0" smtClean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04916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4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5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  <a:sym typeface="Symbol" pitchFamily="18" charset="2"/>
              </a:rPr>
              <a:t>6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7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		P</a:t>
            </a:r>
            <a:r>
              <a:rPr lang="en-US" altLang="zh-TW" sz="1600" dirty="0" smtClean="0">
                <a:solidFill>
                  <a:srgbClr val="000000"/>
                </a:solidFill>
              </a:rPr>
              <a:t>US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H</a:t>
            </a:r>
            <a:r>
              <a:rPr lang="en-US" altLang="zh-TW" spc="300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  <a:endParaRPr lang="en-US" altLang="zh-TW" dirty="0" smtClean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647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30165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66311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959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227411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29685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976148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9357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61959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6997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63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22382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6565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268360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8896852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6665429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008545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4094180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39042453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3500514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28584392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1522737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1634323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424962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76752176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8896561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47471696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6045363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6595323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5426595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6897187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7865575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308237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6134904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00000" algn="l"/>
                <a:tab pos="1260000" algn="l"/>
                <a:tab pos="1620000" algn="l"/>
                <a:tab pos="198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7716746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9876207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729000"/>
            <a:ext cx="3960000" cy="32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8			P</a:t>
            </a:r>
            <a:r>
              <a:rPr lang="en-US" altLang="zh-TW" sz="1600" dirty="0" smtClean="0">
                <a:solidFill>
                  <a:srgbClr val="000000"/>
                </a:solidFill>
              </a:rPr>
              <a:t>US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H</a:t>
            </a:r>
            <a:r>
              <a:rPr lang="en-US" altLang="zh-TW" spc="300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9</a:t>
            </a:r>
            <a:r>
              <a:rPr lang="en-US" altLang="zh-TW" dirty="0">
                <a:solidFill>
                  <a:srgbClr val="000000"/>
                </a:solidFill>
              </a:rPr>
              <a:t>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721870665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729000"/>
            <a:ext cx="3960000" cy="4680000"/>
          </a:xfrm>
        </p:spPr>
        <p:txBody>
          <a:bodyPr rIns="90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8			P</a:t>
            </a:r>
            <a:r>
              <a:rPr lang="en-US" altLang="zh-TW" sz="1600" dirty="0" smtClean="0">
                <a:solidFill>
                  <a:srgbClr val="000000"/>
                </a:solidFill>
              </a:rPr>
              <a:t>US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H</a:t>
            </a:r>
            <a:r>
              <a:rPr lang="en-US" altLang="zh-TW" spc="300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9</a:t>
            </a:r>
            <a:r>
              <a:rPr lang="en-US" altLang="zh-TW" dirty="0">
                <a:solidFill>
                  <a:srgbClr val="000000"/>
                </a:solidFill>
              </a:rPr>
              <a:t>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10</a:t>
            </a:r>
            <a:r>
              <a:rPr lang="en-US" altLang="zh-TW" dirty="0">
                <a:solidFill>
                  <a:srgbClr val="000000"/>
                </a:solidFill>
              </a:rPr>
              <a:t>			start new component</a:t>
            </a:r>
          </a:p>
          <a:p>
            <a:pPr mar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11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12</a:t>
            </a:r>
            <a:r>
              <a:rPr lang="en-US" altLang="zh-TW" dirty="0">
                <a:solidFill>
                  <a:srgbClr val="000000"/>
                </a:solidFill>
              </a:rPr>
              <a:t>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13</a:t>
            </a:r>
            <a:r>
              <a:rPr lang="en-US" altLang="zh-TW" dirty="0">
                <a:solidFill>
                  <a:srgbClr val="000000"/>
                </a:solidFill>
              </a:rPr>
              <a:t>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14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116007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25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572000" y="729000"/>
            <a:ext cx="4320000" cy="4320000"/>
          </a:xfrm>
        </p:spPr>
        <p:txBody>
          <a:bodyPr rIns="90000"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8			P</a:t>
            </a:r>
            <a:r>
              <a:rPr lang="en-US" altLang="zh-TW" sz="1600" dirty="0" smtClean="0">
                <a:solidFill>
                  <a:srgbClr val="000000"/>
                </a:solidFill>
              </a:rPr>
              <a:t>US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H</a:t>
            </a:r>
            <a:r>
              <a:rPr lang="en-US" altLang="zh-TW" spc="300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9</a:t>
            </a:r>
            <a:r>
              <a:rPr lang="en-US" altLang="zh-TW" dirty="0">
                <a:solidFill>
                  <a:srgbClr val="000000"/>
                </a:solidFill>
              </a:rPr>
              <a:t>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10</a:t>
            </a:r>
            <a:r>
              <a:rPr lang="en-US" altLang="zh-TW" dirty="0">
                <a:solidFill>
                  <a:srgbClr val="000000"/>
                </a:solidFill>
              </a:rPr>
              <a:t>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11</a:t>
            </a:r>
            <a:r>
              <a:rPr lang="en-US" altLang="zh-TW" dirty="0">
                <a:solidFill>
                  <a:srgbClr val="000000"/>
                </a:solidFill>
              </a:rPr>
              <a:t>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12</a:t>
            </a:r>
            <a:r>
              <a:rPr lang="en-US" altLang="zh-TW" dirty="0">
                <a:solidFill>
                  <a:srgbClr val="000000"/>
                </a:solidFill>
              </a:rPr>
              <a:t>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13</a:t>
            </a:r>
            <a:r>
              <a:rPr lang="en-US" altLang="zh-TW" dirty="0">
                <a:solidFill>
                  <a:srgbClr val="000000"/>
                </a:solidFill>
              </a:rPr>
              <a:t>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</p:spTree>
    <p:extLst>
      <p:ext uri="{BB962C8B-B14F-4D97-AF65-F5344CB8AC3E}">
        <p14:creationId xmlns:p14="http://schemas.microsoft.com/office/powerpoint/2010/main" val="6384033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909000"/>
            <a:ext cx="4320000" cy="4319999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9499963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909000"/>
            <a:ext cx="4320000" cy="4319999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6067229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909000"/>
            <a:ext cx="4320000" cy="4319999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10, 9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329162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252000" y="909000"/>
            <a:ext cx="4320000" cy="4319999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	not S</a:t>
            </a:r>
            <a:r>
              <a:rPr lang="en-US" altLang="zh-TW" sz="1600" dirty="0">
                <a:solidFill>
                  <a:srgbClr val="000000"/>
                </a:solidFill>
              </a:rPr>
              <a:t>TACK</a:t>
            </a:r>
            <a:r>
              <a:rPr lang="en-US" altLang="zh-TW" dirty="0">
                <a:solidFill>
                  <a:srgbClr val="000000"/>
                </a:solidFill>
              </a:rPr>
              <a:t>-E</a:t>
            </a:r>
            <a:r>
              <a:rPr lang="en-US" altLang="zh-TW" sz="1600" dirty="0">
                <a:solidFill>
                  <a:srgbClr val="000000"/>
                </a:solidFill>
              </a:rPr>
              <a:t>MPTY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10, 9, 1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9583111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0934596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3960000" cy="46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8			P</a:t>
            </a:r>
            <a:r>
              <a:rPr lang="en-US" altLang="zh-TW" sz="1600" dirty="0" smtClean="0">
                <a:solidFill>
                  <a:srgbClr val="000000"/>
                </a:solidFill>
              </a:rPr>
              <a:t>US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H</a:t>
            </a:r>
            <a:r>
              <a:rPr lang="en-US" altLang="zh-TW" spc="300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9</a:t>
            </a:r>
            <a:r>
              <a:rPr lang="en-US" altLang="zh-TW" dirty="0">
                <a:solidFill>
                  <a:srgbClr val="000000"/>
                </a:solidFill>
              </a:rPr>
              <a:t>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2991098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14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v.d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endParaRPr lang="en-US" altLang="zh-TW" i="1" dirty="0">
              <a:solidFill>
                <a:srgbClr val="FFFFFF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16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17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3960000" cy="46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 smtClean="0">
                <a:solidFill>
                  <a:srgbClr val="000000"/>
                </a:solidFill>
              </a:rPr>
              <a:t>	8			P</a:t>
            </a:r>
            <a:r>
              <a:rPr lang="en-US" altLang="zh-TW" sz="1600" dirty="0" smtClean="0">
                <a:solidFill>
                  <a:srgbClr val="000000"/>
                </a:solidFill>
              </a:rPr>
              <a:t>US</a:t>
            </a:r>
            <a:r>
              <a:rPr lang="en-US" altLang="zh-TW" sz="1600" spc="300" dirty="0" smtClean="0">
                <a:solidFill>
                  <a:srgbClr val="000000"/>
                </a:solidFill>
              </a:rPr>
              <a:t>H</a:t>
            </a:r>
            <a:r>
              <a:rPr lang="en-US" altLang="zh-TW" spc="300" dirty="0" smtClean="0">
                <a:solidFill>
                  <a:srgbClr val="000000"/>
                </a:solidFill>
              </a:rPr>
              <a:t>(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 smtClean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dirty="0" smtClean="0">
                <a:solidFill>
                  <a:srgbClr val="000000"/>
                </a:solidFill>
              </a:rPr>
              <a:t>9</a:t>
            </a:r>
            <a:r>
              <a:rPr lang="en-US" altLang="zh-TW" dirty="0">
                <a:solidFill>
                  <a:srgbClr val="000000"/>
                </a:solidFill>
              </a:rPr>
              <a:t>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3825372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  <a:r>
              <a:rPr lang="en-US" altLang="zh-TW" dirty="0">
                <a:solidFill>
                  <a:srgbClr val="000000"/>
                </a:solidFill>
              </a:rPr>
              <a:t> and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&gt;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.</a:t>
            </a:r>
            <a:r>
              <a:rPr lang="en-US" altLang="zh-TW" dirty="0" err="1">
                <a:solidFill>
                  <a:srgbClr val="000000"/>
                </a:solidFill>
                <a:sym typeface="Symbol" pitchFamily="18" charset="2"/>
              </a:rPr>
              <a:t></a:t>
            </a:r>
            <a:r>
              <a:rPr lang="en-US" altLang="zh-TW" i="1" dirty="0" err="1">
                <a:solidFill>
                  <a:srgbClr val="000000"/>
                </a:solidFill>
              </a:rPr>
              <a:t>.</a:t>
            </a:r>
            <a:r>
              <a:rPr lang="en-US" altLang="zh-TW" i="1" dirty="0" err="1" smtClean="0">
                <a:solidFill>
                  <a:srgbClr val="000000"/>
                </a:solidFill>
              </a:rPr>
              <a:t>d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3960000" cy="46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 smtClean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10	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11	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dirty="0">
              <a:solidFill>
                <a:srgbClr val="FFFFFF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cur. comp.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62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3758891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 sz="half"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  <a:tab pos="189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sp>
        <p:nvSpPr>
          <p:cNvPr id="3" name="內容版面配置區 2"/>
          <p:cNvSpPr>
            <a:spLocks noGrp="1"/>
          </p:cNvSpPr>
          <p:nvPr>
            <p:ph sz="half" idx="2"/>
          </p:nvPr>
        </p:nvSpPr>
        <p:spPr>
          <a:xfrm>
            <a:off x="4752000" y="729000"/>
            <a:ext cx="3960000" cy="324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2	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3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latin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sym typeface="Symbol" pitchFamily="18" charset="2"/>
              </a:rPr>
              <a:t>NIL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4	</a:t>
            </a:r>
            <a:r>
              <a:rPr lang="en-US" altLang="zh-TW" i="1" dirty="0">
                <a:solidFill>
                  <a:srgbClr val="000000"/>
                </a:solidFill>
              </a:rPr>
              <a:t>time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5	let </a:t>
            </a:r>
            <a:r>
              <a:rPr lang="en-US" altLang="zh-TW" i="1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 be an empty node stack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6	</a:t>
            </a:r>
            <a:r>
              <a:rPr lang="en-US" altLang="zh-TW" b="1" dirty="0">
                <a:solidFill>
                  <a:srgbClr val="000000"/>
                </a:solidFill>
              </a:rPr>
              <a:t>for</a:t>
            </a:r>
            <a:r>
              <a:rPr lang="en-US" altLang="zh-TW" dirty="0">
                <a:solidFill>
                  <a:srgbClr val="000000"/>
                </a:solidFill>
              </a:rPr>
              <a:t>	each </a:t>
            </a:r>
            <a:r>
              <a:rPr lang="en-US" altLang="zh-TW" dirty="0" smtClean="0">
                <a:solidFill>
                  <a:srgbClr val="000000"/>
                </a:solidFill>
              </a:rPr>
              <a:t>node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G.V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7	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8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89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9			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064622643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4548270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0848578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14732673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5719067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0057045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5123093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7482709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8214635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9224702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6013558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3963439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7384736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0978157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3152638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44161483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2035757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8028145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9358127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9178954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2309056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7198329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3841382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8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6800015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7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1300586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6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2616683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7956391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5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0674922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4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6442147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3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8910818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2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09223934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4566570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4377899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2582404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4102472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5298609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68919230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552374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10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5783672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9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3238979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/>
                        <a:t>1</a:t>
                      </a:r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10, 9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7948528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AutoShape 57"/>
          <p:cNvCxnSpPr>
            <a:cxnSpLocks noChangeShapeType="1"/>
          </p:cNvCxnSpPr>
          <p:nvPr/>
        </p:nvCxnSpPr>
        <p:spPr bwMode="auto">
          <a:xfrm flipH="1" flipV="1">
            <a:off x="529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4" name="內容版面配置區 3"/>
          <p:cNvSpPr>
            <a:spLocks noGrp="1"/>
          </p:cNvSpPr>
          <p:nvPr>
            <p:ph idx="1"/>
          </p:nvPr>
        </p:nvSpPr>
        <p:spPr>
          <a:xfrm>
            <a:off x="432000" y="729000"/>
            <a:ext cx="4320000" cy="5580000"/>
          </a:xfrm>
        </p:spPr>
        <p:txBody>
          <a:bodyPr/>
          <a:lstStyle/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defRPr/>
            </a:pP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FFFFFF"/>
                </a:solidFill>
              </a:rPr>
              <a:t>	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1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7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+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1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2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3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time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4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for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each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  <a:sym typeface="Symbol" pitchFamily="18" charset="2"/>
              </a:rPr>
              <a:t>∈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G.Adj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[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]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5		</a:t>
            </a:r>
            <a:r>
              <a:rPr lang="en-US" altLang="zh-TW" b="1" dirty="0">
                <a:solidFill>
                  <a:srgbClr val="000000"/>
                </a:solidFill>
                <a:sym typeface="Symbol" pitchFamily="18" charset="2"/>
              </a:rPr>
              <a:t>if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v.d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0</a:t>
            </a:r>
            <a:endParaRPr lang="en-US" altLang="zh-TW" sz="1600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6			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7			P</a:t>
            </a:r>
            <a:r>
              <a:rPr lang="en-US" altLang="zh-TW" sz="1600" dirty="0">
                <a:solidFill>
                  <a:srgbClr val="000000"/>
                </a:solidFill>
              </a:rPr>
              <a:t>US</a:t>
            </a:r>
            <a:r>
              <a:rPr lang="en-US" altLang="zh-TW" sz="1600" spc="300" dirty="0">
                <a:solidFill>
                  <a:srgbClr val="000000"/>
                </a:solidFill>
              </a:rPr>
              <a:t>H</a:t>
            </a:r>
            <a:r>
              <a:rPr lang="en-US" altLang="zh-TW" spc="300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v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  <a:endParaRPr lang="en-US" altLang="zh-TW" dirty="0">
              <a:solidFill>
                <a:srgbClr val="000000"/>
              </a:solidFill>
              <a:sym typeface="Symbol" pitchFamily="18" charset="2"/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69875" algn="r"/>
                <a:tab pos="539750" algn="l"/>
                <a:tab pos="989013" algn="l"/>
                <a:tab pos="1258888" algn="l"/>
                <a:tab pos="1528763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8			</a:t>
            </a:r>
            <a:r>
              <a:rPr lang="en-US" altLang="zh-TW" dirty="0">
                <a:solidFill>
                  <a:srgbClr val="000000"/>
                </a:solidFill>
              </a:rPr>
              <a:t>B</a:t>
            </a:r>
            <a:r>
              <a:rPr lang="en-US" altLang="zh-TW" sz="1600" dirty="0">
                <a:solidFill>
                  <a:srgbClr val="000000"/>
                </a:solidFill>
              </a:rPr>
              <a:t>RIDGE</a:t>
            </a:r>
            <a:r>
              <a:rPr lang="en-US" altLang="zh-TW" dirty="0">
                <a:solidFill>
                  <a:srgbClr val="000000"/>
                </a:solidFill>
              </a:rPr>
              <a:t>-C</a:t>
            </a:r>
            <a:r>
              <a:rPr lang="en-US" altLang="zh-TW" sz="1600" dirty="0">
                <a:solidFill>
                  <a:srgbClr val="000000"/>
                </a:solidFill>
              </a:rPr>
              <a:t>ONNEC</a:t>
            </a:r>
            <a:r>
              <a:rPr lang="en-US" altLang="zh-TW" sz="1600" spc="300" dirty="0">
                <a:solidFill>
                  <a:srgbClr val="000000"/>
                </a:solidFill>
              </a:rPr>
              <a:t>T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>
                <a:solidFill>
                  <a:srgbClr val="000000"/>
                </a:solidFill>
              </a:rPr>
              <a:t>G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v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9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v.low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)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10		</a:t>
            </a:r>
            <a:r>
              <a:rPr lang="en-US" altLang="zh-TW" b="1" dirty="0">
                <a:solidFill>
                  <a:srgbClr val="000000"/>
                </a:solidFill>
              </a:rPr>
              <a:t>else if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v.d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&lt;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  <a:ea typeface="標楷體"/>
              </a:rPr>
              <a:t>u.d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b="1" dirty="0">
                <a:solidFill>
                  <a:srgbClr val="000000"/>
                </a:solidFill>
                <a:ea typeface="標楷體"/>
              </a:rPr>
              <a:t>and</a:t>
            </a:r>
            <a:r>
              <a:rPr lang="en-US" altLang="zh-TW" dirty="0">
                <a:solidFill>
                  <a:srgbClr val="000000"/>
                </a:solidFill>
                <a:ea typeface="標楷體"/>
              </a:rPr>
              <a:t> </a:t>
            </a:r>
            <a:r>
              <a:rPr lang="en-US" altLang="zh-TW" i="1" dirty="0" smtClean="0">
                <a:solidFill>
                  <a:srgbClr val="000000"/>
                </a:solidFill>
              </a:rPr>
              <a:t>v</a:t>
            </a:r>
            <a:r>
              <a:rPr lang="en-US" altLang="zh-TW" dirty="0" smtClean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  <a:sym typeface="Symbol" pitchFamily="18" charset="2"/>
              </a:rPr>
              <a:t>u.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</a:t>
            </a:r>
            <a:endParaRPr lang="en-US" altLang="zh-TW" dirty="0">
              <a:solidFill>
                <a:srgbClr val="000000"/>
              </a:solidFill>
            </a:endParaRP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990000" algn="l"/>
                <a:tab pos="1260000" algn="l"/>
                <a:tab pos="1530000" algn="l"/>
              </a:tabLst>
              <a:defRPr/>
            </a:pPr>
            <a:r>
              <a:rPr lang="en-US" altLang="zh-TW" dirty="0">
                <a:solidFill>
                  <a:srgbClr val="000000"/>
                </a:solidFill>
              </a:rPr>
              <a:t>	11</a:t>
            </a:r>
            <a:r>
              <a:rPr lang="en-US" altLang="zh-TW" dirty="0">
                <a:solidFill>
                  <a:srgbClr val="000000"/>
                </a:solidFill>
                <a:sym typeface="Symbol" pitchFamily="18" charset="2"/>
              </a:rPr>
              <a:t>				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mi</a:t>
            </a:r>
            <a:r>
              <a:rPr lang="en-US" altLang="zh-TW" spc="300" dirty="0">
                <a:solidFill>
                  <a:srgbClr val="000000"/>
                </a:solidFill>
              </a:rPr>
              <a:t>n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dirty="0" err="1">
                <a:solidFill>
                  <a:srgbClr val="000000"/>
                </a:solidFill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, </a:t>
            </a:r>
            <a:r>
              <a:rPr lang="en-US" altLang="zh-TW" i="1" dirty="0" err="1">
                <a:solidFill>
                  <a:srgbClr val="000000"/>
                </a:solidFill>
              </a:rPr>
              <a:t>v.</a:t>
            </a:r>
            <a:r>
              <a:rPr lang="en-US" altLang="zh-TW" i="1" spc="300" dirty="0" err="1">
                <a:solidFill>
                  <a:srgbClr val="000000"/>
                </a:solidFill>
              </a:rPr>
              <a:t>d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 eaLnBrk="1" hangingPunct="1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12	</a:t>
            </a:r>
            <a:r>
              <a:rPr lang="en-US" altLang="zh-TW" b="1" dirty="0">
                <a:solidFill>
                  <a:srgbClr val="000000"/>
                </a:solidFill>
              </a:rPr>
              <a:t>if</a:t>
            </a:r>
            <a:r>
              <a:rPr lang="en-US" altLang="zh-TW" dirty="0">
                <a:solidFill>
                  <a:srgbClr val="000000"/>
                </a:solidFill>
              </a:rPr>
              <a:t>	</a:t>
            </a:r>
            <a:r>
              <a:rPr lang="en-US" altLang="zh-TW" i="1" dirty="0" err="1">
                <a:solidFill>
                  <a:srgbClr val="000000"/>
                </a:solidFill>
                <a:sym typeface="Symbol" pitchFamily="18" charset="2"/>
              </a:rPr>
              <a:t>u.low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 err="1">
                <a:solidFill>
                  <a:srgbClr val="000000"/>
                </a:solidFill>
              </a:rPr>
              <a:t>u.d</a:t>
            </a:r>
            <a:endParaRPr lang="en-US" altLang="zh-TW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13		start new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14		</a:t>
            </a:r>
            <a:r>
              <a:rPr lang="en-US" altLang="zh-TW" b="1" dirty="0">
                <a:solidFill>
                  <a:srgbClr val="000000"/>
                </a:solidFill>
              </a:rPr>
              <a:t>do</a:t>
            </a:r>
            <a:endParaRPr lang="en-US" altLang="zh-TW" b="1" i="1" dirty="0">
              <a:solidFill>
                <a:srgbClr val="000000"/>
              </a:solidFill>
            </a:endParaRP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15			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P</a:t>
            </a:r>
            <a:r>
              <a:rPr lang="en-US" altLang="zh-TW" sz="1600" dirty="0">
                <a:solidFill>
                  <a:srgbClr val="000000"/>
                </a:solidFill>
              </a:rPr>
              <a:t>O</a:t>
            </a:r>
            <a:r>
              <a:rPr lang="en-US" altLang="zh-TW" sz="1600" spc="300" dirty="0">
                <a:solidFill>
                  <a:srgbClr val="000000"/>
                </a:solidFill>
              </a:rPr>
              <a:t>P</a:t>
            </a:r>
            <a:r>
              <a:rPr lang="en-US" altLang="zh-TW" dirty="0">
                <a:solidFill>
                  <a:srgbClr val="000000"/>
                </a:solidFill>
              </a:rPr>
              <a:t>(</a:t>
            </a:r>
            <a:r>
              <a:rPr lang="en-US" altLang="zh-TW" i="1" spc="300" dirty="0">
                <a:solidFill>
                  <a:srgbClr val="000000"/>
                </a:solidFill>
              </a:rPr>
              <a:t>S</a:t>
            </a:r>
            <a:r>
              <a:rPr lang="en-US" altLang="zh-TW" dirty="0">
                <a:solidFill>
                  <a:srgbClr val="000000"/>
                </a:solidFill>
              </a:rPr>
              <a:t>)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16			put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in current component</a:t>
            </a:r>
          </a:p>
          <a:p>
            <a:pPr marL="0" lvl="0" indent="0">
              <a:spcBef>
                <a:spcPts val="0"/>
              </a:spcBef>
              <a:buClr>
                <a:srgbClr val="000000"/>
              </a:buClr>
              <a:tabLst>
                <a:tab pos="270000" algn="r"/>
                <a:tab pos="540000" algn="l"/>
                <a:tab pos="810000" algn="l"/>
                <a:tab pos="1170000" algn="l"/>
              </a:tabLst>
            </a:pPr>
            <a:r>
              <a:rPr lang="en-US" altLang="zh-TW" dirty="0">
                <a:solidFill>
                  <a:srgbClr val="000000"/>
                </a:solidFill>
              </a:rPr>
              <a:t>	17		</a:t>
            </a:r>
            <a:r>
              <a:rPr lang="en-US" altLang="zh-TW" b="1" dirty="0">
                <a:solidFill>
                  <a:srgbClr val="000000"/>
                </a:solidFill>
              </a:rPr>
              <a:t>while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w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!</a:t>
            </a:r>
            <a:r>
              <a:rPr lang="en-US" altLang="zh-TW" sz="1800" dirty="0">
                <a:solidFill>
                  <a:srgbClr val="0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=</a:t>
            </a:r>
            <a:r>
              <a:rPr lang="en-US" altLang="zh-TW" dirty="0">
                <a:solidFill>
                  <a:srgbClr val="000000"/>
                </a:solidFill>
              </a:rPr>
              <a:t> </a:t>
            </a:r>
            <a:r>
              <a:rPr lang="en-US" altLang="zh-TW" i="1" dirty="0">
                <a:solidFill>
                  <a:srgbClr val="000000"/>
                </a:solidFill>
              </a:rPr>
              <a:t>u</a:t>
            </a:r>
            <a:endParaRPr lang="en-US" altLang="zh-TW" dirty="0">
              <a:solidFill>
                <a:srgbClr val="000000"/>
              </a:solidFill>
            </a:endParaRPr>
          </a:p>
        </p:txBody>
      </p:sp>
      <p:cxnSp>
        <p:nvCxnSpPr>
          <p:cNvPr id="5" name="直線單箭頭接點 4"/>
          <p:cNvCxnSpPr/>
          <p:nvPr/>
        </p:nvCxnSpPr>
        <p:spPr bwMode="auto">
          <a:xfrm flipH="1" flipV="1">
            <a:off x="6012000" y="2889000"/>
            <a:ext cx="18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6" name="直線單箭頭接點 5"/>
          <p:cNvCxnSpPr/>
          <p:nvPr/>
        </p:nvCxnSpPr>
        <p:spPr bwMode="auto">
          <a:xfrm flipV="1">
            <a:off x="5292000" y="2169000"/>
            <a:ext cx="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7" name="直線單箭頭接點 6"/>
          <p:cNvCxnSpPr/>
          <p:nvPr/>
        </p:nvCxnSpPr>
        <p:spPr bwMode="auto">
          <a:xfrm flipH="1" flipV="1">
            <a:off x="6012000" y="729000"/>
            <a:ext cx="540000" cy="144000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cxnSp>
        <p:nvCxnSpPr>
          <p:cNvPr id="8" name="AutoShape 57"/>
          <p:cNvCxnSpPr>
            <a:cxnSpLocks noChangeShapeType="1"/>
          </p:cNvCxnSpPr>
          <p:nvPr/>
        </p:nvCxnSpPr>
        <p:spPr bwMode="auto">
          <a:xfrm flipH="1" flipV="1">
            <a:off x="6012000" y="2889000"/>
            <a:ext cx="54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9" name="AutoShape 56"/>
          <p:cNvCxnSpPr>
            <a:cxnSpLocks noChangeShapeType="1"/>
          </p:cNvCxnSpPr>
          <p:nvPr/>
        </p:nvCxnSpPr>
        <p:spPr bwMode="auto">
          <a:xfrm flipV="1">
            <a:off x="4572000" y="216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0" name="AutoShape 57"/>
          <p:cNvCxnSpPr>
            <a:cxnSpLocks noChangeShapeType="1"/>
          </p:cNvCxnSpPr>
          <p:nvPr/>
        </p:nvCxnSpPr>
        <p:spPr bwMode="auto">
          <a:xfrm flipH="1" flipV="1">
            <a:off x="6012000" y="729000"/>
            <a:ext cx="108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cxnSp>
        <p:nvCxnSpPr>
          <p:cNvPr id="11" name="AutoShape 56"/>
          <p:cNvCxnSpPr>
            <a:cxnSpLocks noChangeShapeType="1"/>
          </p:cNvCxnSpPr>
          <p:nvPr/>
        </p:nvCxnSpPr>
        <p:spPr bwMode="auto">
          <a:xfrm flipV="1">
            <a:off x="5292000" y="729000"/>
            <a:ext cx="720000" cy="720000"/>
          </a:xfrm>
          <a:prstGeom prst="straightConnector1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</p:cxnSp>
      <p:sp>
        <p:nvSpPr>
          <p:cNvPr id="12" name="Oval 50"/>
          <p:cNvSpPr>
            <a:spLocks noChangeArrowheads="1"/>
          </p:cNvSpPr>
          <p:nvPr/>
        </p:nvSpPr>
        <p:spPr bwMode="auto">
          <a:xfrm>
            <a:off x="5832000" y="5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</a:p>
        </p:txBody>
      </p:sp>
      <p:sp>
        <p:nvSpPr>
          <p:cNvPr id="14" name="Line 40"/>
          <p:cNvSpPr>
            <a:spLocks noChangeShapeType="1"/>
          </p:cNvSpPr>
          <p:nvPr/>
        </p:nvSpPr>
        <p:spPr bwMode="auto">
          <a:xfrm>
            <a:off x="5292000" y="1449000"/>
            <a:ext cx="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6" name="Line 40"/>
          <p:cNvSpPr>
            <a:spLocks noChangeShapeType="1"/>
          </p:cNvSpPr>
          <p:nvPr/>
        </p:nvSpPr>
        <p:spPr bwMode="auto">
          <a:xfrm flipV="1">
            <a:off x="6552000" y="1449000"/>
            <a:ext cx="54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17" name="Oval 39"/>
          <p:cNvSpPr>
            <a:spLocks noChangeArrowheads="1"/>
          </p:cNvSpPr>
          <p:nvPr/>
        </p:nvSpPr>
        <p:spPr bwMode="auto">
          <a:xfrm>
            <a:off x="69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</a:p>
        </p:txBody>
      </p:sp>
      <p:sp>
        <p:nvSpPr>
          <p:cNvPr id="18" name="Oval 49"/>
          <p:cNvSpPr>
            <a:spLocks noChangeArrowheads="1"/>
          </p:cNvSpPr>
          <p:nvPr/>
        </p:nvSpPr>
        <p:spPr bwMode="auto">
          <a:xfrm>
            <a:off x="583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</a:p>
        </p:txBody>
      </p:sp>
      <p:sp>
        <p:nvSpPr>
          <p:cNvPr id="21" name="Oval 52"/>
          <p:cNvSpPr>
            <a:spLocks noChangeArrowheads="1"/>
          </p:cNvSpPr>
          <p:nvPr/>
        </p:nvSpPr>
        <p:spPr bwMode="auto">
          <a:xfrm>
            <a:off x="637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</a:p>
        </p:txBody>
      </p:sp>
      <p:sp>
        <p:nvSpPr>
          <p:cNvPr id="22" name="Oval 51"/>
          <p:cNvSpPr>
            <a:spLocks noChangeArrowheads="1"/>
          </p:cNvSpPr>
          <p:nvPr/>
        </p:nvSpPr>
        <p:spPr bwMode="auto">
          <a:xfrm>
            <a:off x="5112000" y="126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</a:p>
        </p:txBody>
      </p:sp>
      <p:sp>
        <p:nvSpPr>
          <p:cNvPr id="24" name="Line 40"/>
          <p:cNvSpPr>
            <a:spLocks noChangeShapeType="1"/>
          </p:cNvSpPr>
          <p:nvPr/>
        </p:nvSpPr>
        <p:spPr bwMode="auto">
          <a:xfrm>
            <a:off x="4572000" y="2889000"/>
            <a:ext cx="72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5" name="Line 40"/>
          <p:cNvSpPr>
            <a:spLocks noChangeShapeType="1"/>
          </p:cNvSpPr>
          <p:nvPr/>
        </p:nvSpPr>
        <p:spPr bwMode="auto">
          <a:xfrm flipV="1">
            <a:off x="6192000" y="3609000"/>
            <a:ext cx="360000" cy="720000"/>
          </a:xfrm>
          <a:prstGeom prst="line">
            <a:avLst/>
          </a:prstGeom>
          <a:noFill/>
          <a:ln w="19050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wrap="none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26" name="Oval 39"/>
          <p:cNvSpPr>
            <a:spLocks noChangeArrowheads="1"/>
          </p:cNvSpPr>
          <p:nvPr/>
        </p:nvSpPr>
        <p:spPr bwMode="auto">
          <a:xfrm>
            <a:off x="637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</a:p>
        </p:txBody>
      </p:sp>
      <p:sp>
        <p:nvSpPr>
          <p:cNvPr id="27" name="Oval 49"/>
          <p:cNvSpPr>
            <a:spLocks noChangeArrowheads="1"/>
          </p:cNvSpPr>
          <p:nvPr/>
        </p:nvSpPr>
        <p:spPr bwMode="auto">
          <a:xfrm>
            <a:off x="5112000" y="342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</a:p>
        </p:txBody>
      </p:sp>
      <p:sp>
        <p:nvSpPr>
          <p:cNvPr id="29" name="Oval 52"/>
          <p:cNvSpPr>
            <a:spLocks noChangeArrowheads="1"/>
          </p:cNvSpPr>
          <p:nvPr/>
        </p:nvSpPr>
        <p:spPr bwMode="auto">
          <a:xfrm>
            <a:off x="6012000" y="414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</a:p>
        </p:txBody>
      </p:sp>
      <p:sp>
        <p:nvSpPr>
          <p:cNvPr id="30" name="Oval 51"/>
          <p:cNvSpPr>
            <a:spLocks noChangeArrowheads="1"/>
          </p:cNvSpPr>
          <p:nvPr/>
        </p:nvSpPr>
        <p:spPr bwMode="auto">
          <a:xfrm>
            <a:off x="4392000" y="270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</a:p>
        </p:txBody>
      </p:sp>
      <p:cxnSp>
        <p:nvCxnSpPr>
          <p:cNvPr id="32" name="弧形接點 31"/>
          <p:cNvCxnSpPr>
            <a:stCxn id="30" idx="0"/>
            <a:endCxn id="22" idx="2"/>
          </p:cNvCxnSpPr>
          <p:nvPr/>
        </p:nvCxnSpPr>
        <p:spPr bwMode="auto">
          <a:xfrm rot="5400000" flipH="1" flipV="1">
            <a:off x="4212000" y="1809000"/>
            <a:ext cx="1260000" cy="540000"/>
          </a:xfrm>
          <a:prstGeom prst="curvedConnector2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</p:cxnSp>
      <p:graphicFrame>
        <p:nvGraphicFramePr>
          <p:cNvPr id="33" name="表格 32"/>
          <p:cNvGraphicFramePr>
            <a:graphicFrameLocks noGrp="1"/>
          </p:cNvGraphicFramePr>
          <p:nvPr>
            <p:extLst/>
          </p:nvPr>
        </p:nvGraphicFramePr>
        <p:xfrm>
          <a:off x="7992000" y="1809000"/>
          <a:ext cx="720000" cy="32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11693461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19669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84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22127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2803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02660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05268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5423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195378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/>
                      <a:endParaRPr lang="zh-TW" altLang="en-US" sz="2000" dirty="0"/>
                    </a:p>
                  </a:txBody>
                  <a:tcPr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>
                        <a:alpha val="50196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01934"/>
                  </a:ext>
                </a:extLst>
              </a:tr>
            </a:tbl>
          </a:graphicData>
        </a:graphic>
      </p:graphicFrame>
      <p:sp>
        <p:nvSpPr>
          <p:cNvPr id="34" name="文字方塊 33"/>
          <p:cNvSpPr txBox="1"/>
          <p:nvPr/>
        </p:nvSpPr>
        <p:spPr>
          <a:xfrm>
            <a:off x="8172000" y="5049000"/>
            <a:ext cx="36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39" name="文字方塊 38"/>
          <p:cNvSpPr txBox="1"/>
          <p:nvPr/>
        </p:nvSpPr>
        <p:spPr>
          <a:xfrm>
            <a:off x="4932000" y="37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5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0" name="文字方塊 39"/>
          <p:cNvSpPr txBox="1"/>
          <p:nvPr/>
        </p:nvSpPr>
        <p:spPr>
          <a:xfrm>
            <a:off x="5832000" y="450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8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2" name="矩形 41"/>
          <p:cNvSpPr/>
          <p:nvPr/>
        </p:nvSpPr>
        <p:spPr bwMode="auto">
          <a:xfrm>
            <a:off x="5292000" y="5409000"/>
            <a:ext cx="2160000" cy="108000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1: 8, 7, 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2: 5, 4, 3, 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3: 10, 9, 1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5652000" y="5049000"/>
            <a:ext cx="1440000" cy="360000"/>
          </a:xfrm>
          <a:prstGeom prst="rect">
            <a:avLst/>
          </a:prstGeom>
          <a:noFill/>
        </p:spPr>
        <p:txBody>
          <a:bodyPr wrap="square" lIns="72000" tIns="36000" rIns="72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Components</a:t>
            </a:r>
            <a:endParaRPr kumimoji="1" lang="zh-TW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5" name="文字方塊 44"/>
          <p:cNvSpPr txBox="1"/>
          <p:nvPr/>
        </p:nvSpPr>
        <p:spPr>
          <a:xfrm>
            <a:off x="5652000" y="189000"/>
            <a:ext cx="72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6" name="文字方塊 45"/>
          <p:cNvSpPr txBox="1"/>
          <p:nvPr/>
        </p:nvSpPr>
        <p:spPr>
          <a:xfrm>
            <a:off x="54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7" name="文字方塊 46"/>
          <p:cNvSpPr txBox="1"/>
          <p:nvPr/>
        </p:nvSpPr>
        <p:spPr>
          <a:xfrm>
            <a:off x="619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8" name="文字方塊 47"/>
          <p:cNvSpPr txBox="1"/>
          <p:nvPr/>
        </p:nvSpPr>
        <p:spPr>
          <a:xfrm>
            <a:off x="4752000" y="270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4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9" name="文字方塊 48"/>
          <p:cNvSpPr txBox="1"/>
          <p:nvPr/>
        </p:nvSpPr>
        <p:spPr>
          <a:xfrm>
            <a:off x="6732000" y="342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7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6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5" name="文字方塊 54"/>
          <p:cNvSpPr txBox="1"/>
          <p:nvPr/>
        </p:nvSpPr>
        <p:spPr>
          <a:xfrm>
            <a:off x="6732000" y="1989000"/>
            <a:ext cx="90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10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56" name="文字方塊 55"/>
          <p:cNvSpPr txBox="1"/>
          <p:nvPr/>
        </p:nvSpPr>
        <p:spPr>
          <a:xfrm>
            <a:off x="7272000" y="126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9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1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  <p:sp>
        <p:nvSpPr>
          <p:cNvPr id="41" name="Oval 49"/>
          <p:cNvSpPr>
            <a:spLocks noChangeArrowheads="1"/>
          </p:cNvSpPr>
          <p:nvPr/>
        </p:nvSpPr>
        <p:spPr bwMode="auto">
          <a:xfrm>
            <a:off x="5112000" y="1989000"/>
            <a:ext cx="360000" cy="360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tIns="36000" bIns="5400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5472000" y="1989000"/>
            <a:ext cx="540000" cy="360000"/>
          </a:xfrm>
          <a:prstGeom prst="rect">
            <a:avLst/>
          </a:prstGeom>
          <a:noFill/>
        </p:spPr>
        <p:txBody>
          <a:bodyPr wrap="square" tIns="36000" bIns="54000" rtlCol="0" anchor="ctr" anchorCtr="0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3</a:t>
            </a:r>
            <a:r>
              <a:rPr kumimoji="1" lang="en-US" altLang="zh-TW" sz="2000" b="0" i="0" u="none" strike="noStrike" kern="1200" cap="none" spc="30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,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itchFamily="18" charset="0"/>
                <a:ea typeface="新細明體" pitchFamily="18" charset="-120"/>
                <a:cs typeface="+mn-cs"/>
              </a:rPr>
              <a:t>2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itchFamily="18" charset="0"/>
              <a:ea typeface="新細明體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2198625"/>
      </p:ext>
    </p:extLst>
  </p:cSld>
  <p:clrMapOvr>
    <a:masterClrMapping/>
  </p:clrMapOvr>
</p:sld>
</file>

<file path=ppt/theme/theme1.xml><?xml version="1.0" encoding="utf-8"?>
<a:theme xmlns:a="http://schemas.openxmlformats.org/drawingml/2006/main" name="Blends">
  <a:themeElements>
    <a:clrScheme name="Blends 2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自訂 3">
      <a:majorFont>
        <a:latin typeface="Times New Roman"/>
        <a:ea typeface="Times New Roman"/>
        <a:cs typeface=""/>
      </a:majorFont>
      <a:minorFont>
        <a:latin typeface="Times New Roman"/>
        <a:ea typeface="Times New Roman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TW" alt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  <a:ea typeface="新細明體" pitchFamily="18" charset="-12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TW" alt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  <a:ea typeface="新細明體" pitchFamily="18" charset="-120"/>
          </a:defRPr>
        </a:defPPr>
      </a:lstStyle>
    </a:lnDef>
  </a:objectDefaults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000000"/>
        </a:dk2>
        <a:lt2>
          <a:srgbClr val="5F5F5F"/>
        </a:lt2>
        <a:accent1>
          <a:srgbClr val="EAEAEA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F3F3F3"/>
        </a:accent5>
        <a:accent6>
          <a:srgbClr val="737373"/>
        </a:accent6>
        <a:hlink>
          <a:srgbClr val="4D4D4D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7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C:\Program Files\Microsoft Office\Templates\Presentation Designs\Blends.pot</Template>
  <TotalTime>23817</TotalTime>
  <Words>40462</Words>
  <Application>Microsoft Office PowerPoint</Application>
  <PresentationFormat>投影片</PresentationFormat>
  <Paragraphs>8717</Paragraphs>
  <Slides>219</Slides>
  <Notes>0</Notes>
  <HiddenSlides>0</HiddenSlides>
  <MMClips>0</MMClips>
  <ScaleCrop>false</ScaleCrop>
  <HeadingPairs>
    <vt:vector size="6" baseType="variant">
      <vt:variant>
        <vt:lpstr>使用字型</vt:lpstr>
      </vt:variant>
      <vt:variant>
        <vt:i4>6</vt:i4>
      </vt:variant>
      <vt:variant>
        <vt:lpstr>佈景主題</vt:lpstr>
      </vt:variant>
      <vt:variant>
        <vt:i4>1</vt:i4>
      </vt:variant>
      <vt:variant>
        <vt:lpstr>投影片標題</vt:lpstr>
      </vt:variant>
      <vt:variant>
        <vt:i4>219</vt:i4>
      </vt:variant>
    </vt:vector>
  </HeadingPairs>
  <TitlesOfParts>
    <vt:vector size="226" baseType="lpstr">
      <vt:lpstr>新細明體</vt:lpstr>
      <vt:lpstr>標楷體</vt:lpstr>
      <vt:lpstr>Cambria Math</vt:lpstr>
      <vt:lpstr>Symbol</vt:lpstr>
      <vt:lpstr>Times New Roman</vt:lpstr>
      <vt:lpstr>Wingdings</vt:lpstr>
      <vt:lpstr>Blends</vt:lpstr>
      <vt:lpstr>Bridge Connected Components</vt:lpstr>
      <vt:lpstr>Bridge Connected Components</vt:lpstr>
      <vt:lpstr>PowerPoint 簡報</vt:lpstr>
      <vt:lpstr>Biconnected Components</vt:lpstr>
      <vt:lpstr>PowerPoint 簡報</vt:lpstr>
      <vt:lpstr>PowerPoint 簡報</vt:lpstr>
      <vt:lpstr>Biconnected Graphs</vt:lpstr>
      <vt:lpstr>Biconnected Components</vt:lpstr>
      <vt:lpstr>Biconnected Components</vt:lpstr>
      <vt:lpstr>A graph with two nodes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</vt:vector>
  </TitlesOfParts>
  <Company>NCTU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Introduction</dc:title>
  <dc:creator>Li Tseng-Kuei</dc:creator>
  <cp:lastModifiedBy>james</cp:lastModifiedBy>
  <cp:revision>1110</cp:revision>
  <dcterms:created xsi:type="dcterms:W3CDTF">2001-09-06T13:56:50Z</dcterms:created>
  <dcterms:modified xsi:type="dcterms:W3CDTF">2025-12-02T12:34:16Z</dcterms:modified>
</cp:coreProperties>
</file>