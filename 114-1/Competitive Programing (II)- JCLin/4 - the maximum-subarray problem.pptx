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5"/>
  </p:notesMasterIdLst>
  <p:handoutMasterIdLst>
    <p:handoutMasterId r:id="rId66"/>
  </p:handoutMasterIdLst>
  <p:sldIdLst>
    <p:sldId id="597" r:id="rId2"/>
    <p:sldId id="269" r:id="rId3"/>
    <p:sldId id="508" r:id="rId4"/>
    <p:sldId id="512" r:id="rId5"/>
    <p:sldId id="603" r:id="rId6"/>
    <p:sldId id="557" r:id="rId7"/>
    <p:sldId id="558" r:id="rId8"/>
    <p:sldId id="554" r:id="rId9"/>
    <p:sldId id="519" r:id="rId10"/>
    <p:sldId id="668" r:id="rId11"/>
    <p:sldId id="670" r:id="rId12"/>
    <p:sldId id="669" r:id="rId13"/>
    <p:sldId id="536" r:id="rId14"/>
    <p:sldId id="566" r:id="rId15"/>
    <p:sldId id="606" r:id="rId16"/>
    <p:sldId id="605" r:id="rId17"/>
    <p:sldId id="598" r:id="rId18"/>
    <p:sldId id="476" r:id="rId19"/>
    <p:sldId id="481" r:id="rId20"/>
    <p:sldId id="482" r:id="rId21"/>
    <p:sldId id="483" r:id="rId22"/>
    <p:sldId id="484" r:id="rId23"/>
    <p:sldId id="485" r:id="rId24"/>
    <p:sldId id="486" r:id="rId25"/>
    <p:sldId id="487" r:id="rId26"/>
    <p:sldId id="488" r:id="rId27"/>
    <p:sldId id="489" r:id="rId28"/>
    <p:sldId id="490" r:id="rId29"/>
    <p:sldId id="491" r:id="rId30"/>
    <p:sldId id="492" r:id="rId31"/>
    <p:sldId id="493" r:id="rId32"/>
    <p:sldId id="494" r:id="rId33"/>
    <p:sldId id="495" r:id="rId34"/>
    <p:sldId id="496" r:id="rId35"/>
    <p:sldId id="497" r:id="rId36"/>
    <p:sldId id="608" r:id="rId37"/>
    <p:sldId id="609" r:id="rId38"/>
    <p:sldId id="610" r:id="rId39"/>
    <p:sldId id="611" r:id="rId40"/>
    <p:sldId id="612" r:id="rId41"/>
    <p:sldId id="644" r:id="rId42"/>
    <p:sldId id="646" r:id="rId43"/>
    <p:sldId id="647" r:id="rId44"/>
    <p:sldId id="648" r:id="rId45"/>
    <p:sldId id="649" r:id="rId46"/>
    <p:sldId id="650" r:id="rId47"/>
    <p:sldId id="651" r:id="rId48"/>
    <p:sldId id="652" r:id="rId49"/>
    <p:sldId id="653" r:id="rId50"/>
    <p:sldId id="654" r:id="rId51"/>
    <p:sldId id="655" r:id="rId52"/>
    <p:sldId id="656" r:id="rId53"/>
    <p:sldId id="657" r:id="rId54"/>
    <p:sldId id="658" r:id="rId55"/>
    <p:sldId id="659" r:id="rId56"/>
    <p:sldId id="660" r:id="rId57"/>
    <p:sldId id="661" r:id="rId58"/>
    <p:sldId id="662" r:id="rId59"/>
    <p:sldId id="663" r:id="rId60"/>
    <p:sldId id="664" r:id="rId61"/>
    <p:sldId id="665" r:id="rId62"/>
    <p:sldId id="666" r:id="rId63"/>
    <p:sldId id="667" r:id="rId64"/>
  </p:sldIdLst>
  <p:sldSz cx="9144000" cy="6858000" type="screen4x3"/>
  <p:notesSz cx="6734175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000000"/>
    <a:srgbClr val="7F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7" autoAdjust="0"/>
    <p:restoredTop sz="94590" autoAdjust="0"/>
  </p:normalViewPr>
  <p:slideViewPr>
    <p:cSldViewPr showGuides="1">
      <p:cViewPr varScale="1">
        <p:scale>
          <a:sx n="95" d="100"/>
          <a:sy n="95" d="100"/>
        </p:scale>
        <p:origin x="130" y="77"/>
      </p:cViewPr>
      <p:guideLst>
        <p:guide orient="horz" pos="397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3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9e842fa4348d56b" providerId="LiveId" clId="{36702681-AC59-4345-9C87-0AF63D641B4A}"/>
    <pc:docChg chg="custSel addSld delSld modSld sldOrd">
      <pc:chgData name="" userId="99e842fa4348d56b" providerId="LiveId" clId="{36702681-AC59-4345-9C87-0AF63D641B4A}" dt="2023-03-15T07:18:02.309" v="67" actId="1076"/>
      <pc:docMkLst>
        <pc:docMk/>
      </pc:docMkLst>
      <pc:sldChg chg="modSp ord">
        <pc:chgData name="" userId="99e842fa4348d56b" providerId="LiveId" clId="{36702681-AC59-4345-9C87-0AF63D641B4A}" dt="2023-03-15T06:42:08.485" v="23" actId="207"/>
        <pc:sldMkLst>
          <pc:docMk/>
          <pc:sldMk cId="1159118200" sldId="521"/>
        </pc:sldMkLst>
        <pc:spChg chg="mod">
          <ac:chgData name="" userId="99e842fa4348d56b" providerId="LiveId" clId="{36702681-AC59-4345-9C87-0AF63D641B4A}" dt="2023-03-15T06:42:08.485" v="23" actId="207"/>
          <ac:spMkLst>
            <pc:docMk/>
            <pc:sldMk cId="1159118200" sldId="521"/>
            <ac:spMk id="10" creationId="{00000000-0000-0000-0000-000000000000}"/>
          </ac:spMkLst>
        </pc:spChg>
      </pc:sldChg>
      <pc:sldChg chg="modSp ord">
        <pc:chgData name="" userId="99e842fa4348d56b" providerId="LiveId" clId="{36702681-AC59-4345-9C87-0AF63D641B4A}" dt="2023-03-15T06:34:03.427" v="18" actId="6549"/>
        <pc:sldMkLst>
          <pc:docMk/>
          <pc:sldMk cId="413482522" sldId="528"/>
        </pc:sldMkLst>
        <pc:spChg chg="mod">
          <ac:chgData name="" userId="99e842fa4348d56b" providerId="LiveId" clId="{36702681-AC59-4345-9C87-0AF63D641B4A}" dt="2023-03-15T06:34:03.427" v="18" actId="6549"/>
          <ac:spMkLst>
            <pc:docMk/>
            <pc:sldMk cId="413482522" sldId="528"/>
            <ac:spMk id="2" creationId="{00000000-0000-0000-0000-000000000000}"/>
          </ac:spMkLst>
        </pc:spChg>
        <pc:spChg chg="mod">
          <ac:chgData name="" userId="99e842fa4348d56b" providerId="LiveId" clId="{36702681-AC59-4345-9C87-0AF63D641B4A}" dt="2023-03-15T06:30:00.976" v="7" actId="14100"/>
          <ac:spMkLst>
            <pc:docMk/>
            <pc:sldMk cId="413482522" sldId="528"/>
            <ac:spMk id="6" creationId="{00000000-0000-0000-0000-000000000000}"/>
          </ac:spMkLst>
        </pc:spChg>
      </pc:sldChg>
      <pc:sldChg chg="del">
        <pc:chgData name="" userId="99e842fa4348d56b" providerId="LiveId" clId="{36702681-AC59-4345-9C87-0AF63D641B4A}" dt="2023-03-15T06:42:24.003" v="24" actId="2696"/>
        <pc:sldMkLst>
          <pc:docMk/>
          <pc:sldMk cId="4123244025" sldId="549"/>
        </pc:sldMkLst>
      </pc:sldChg>
      <pc:sldChg chg="addSp modSp ord">
        <pc:chgData name="" userId="99e842fa4348d56b" providerId="LiveId" clId="{36702681-AC59-4345-9C87-0AF63D641B4A}" dt="2023-03-15T07:16:48.475" v="62" actId="1076"/>
        <pc:sldMkLst>
          <pc:docMk/>
          <pc:sldMk cId="3754929542" sldId="553"/>
        </pc:sldMkLst>
        <pc:spChg chg="mod">
          <ac:chgData name="" userId="99e842fa4348d56b" providerId="LiveId" clId="{36702681-AC59-4345-9C87-0AF63D641B4A}" dt="2023-03-15T07:05:44.604" v="28" actId="207"/>
          <ac:spMkLst>
            <pc:docMk/>
            <pc:sldMk cId="3754929542" sldId="553"/>
            <ac:spMk id="3" creationId="{00000000-0000-0000-0000-000000000000}"/>
          </ac:spMkLst>
        </pc:spChg>
        <pc:spChg chg="add mod">
          <ac:chgData name="" userId="99e842fa4348d56b" providerId="LiveId" clId="{36702681-AC59-4345-9C87-0AF63D641B4A}" dt="2023-03-15T07:16:48.475" v="62" actId="1076"/>
          <ac:spMkLst>
            <pc:docMk/>
            <pc:sldMk cId="3754929542" sldId="553"/>
            <ac:spMk id="4" creationId="{E4389EC7-6F72-46A8-9971-69AF18D9257D}"/>
          </ac:spMkLst>
        </pc:spChg>
      </pc:sldChg>
      <pc:sldChg chg="modSp">
        <pc:chgData name="" userId="99e842fa4348d56b" providerId="LiveId" clId="{36702681-AC59-4345-9C87-0AF63D641B4A}" dt="2023-03-15T06:20:03.698" v="5" actId="207"/>
        <pc:sldMkLst>
          <pc:docMk/>
          <pc:sldMk cId="2949959425" sldId="554"/>
        </pc:sldMkLst>
        <pc:graphicFrameChg chg="modGraphic">
          <ac:chgData name="" userId="99e842fa4348d56b" providerId="LiveId" clId="{36702681-AC59-4345-9C87-0AF63D641B4A}" dt="2023-03-15T06:20:03.698" v="5" actId="207"/>
          <ac:graphicFrameMkLst>
            <pc:docMk/>
            <pc:sldMk cId="2949959425" sldId="554"/>
            <ac:graphicFrameMk id="5" creationId="{00000000-0000-0000-0000-000000000000}"/>
          </ac:graphicFrameMkLst>
        </pc:graphicFrameChg>
      </pc:sldChg>
      <pc:sldChg chg="modSp">
        <pc:chgData name="" userId="99e842fa4348d56b" providerId="LiveId" clId="{36702681-AC59-4345-9C87-0AF63D641B4A}" dt="2023-03-15T06:19:42.652" v="1" actId="207"/>
        <pc:sldMkLst>
          <pc:docMk/>
          <pc:sldMk cId="3522174801" sldId="557"/>
        </pc:sldMkLst>
        <pc:graphicFrameChg chg="modGraphic">
          <ac:chgData name="" userId="99e842fa4348d56b" providerId="LiveId" clId="{36702681-AC59-4345-9C87-0AF63D641B4A}" dt="2023-03-15T06:19:42.652" v="1" actId="207"/>
          <ac:graphicFrameMkLst>
            <pc:docMk/>
            <pc:sldMk cId="3522174801" sldId="557"/>
            <ac:graphicFrameMk id="5" creationId="{00000000-0000-0000-0000-000000000000}"/>
          </ac:graphicFrameMkLst>
        </pc:graphicFrameChg>
      </pc:sldChg>
      <pc:sldChg chg="modSp">
        <pc:chgData name="" userId="99e842fa4348d56b" providerId="LiveId" clId="{36702681-AC59-4345-9C87-0AF63D641B4A}" dt="2023-03-15T06:19:53.581" v="3" actId="207"/>
        <pc:sldMkLst>
          <pc:docMk/>
          <pc:sldMk cId="2867002928" sldId="558"/>
        </pc:sldMkLst>
        <pc:graphicFrameChg chg="modGraphic">
          <ac:chgData name="" userId="99e842fa4348d56b" providerId="LiveId" clId="{36702681-AC59-4345-9C87-0AF63D641B4A}" dt="2023-03-15T06:19:53.581" v="3" actId="207"/>
          <ac:graphicFrameMkLst>
            <pc:docMk/>
            <pc:sldMk cId="2867002928" sldId="558"/>
            <ac:graphicFrameMk id="5" creationId="{00000000-0000-0000-0000-000000000000}"/>
          </ac:graphicFrameMkLst>
        </pc:graphicFrameChg>
      </pc:sldChg>
      <pc:sldChg chg="add del">
        <pc:chgData name="" userId="99e842fa4348d56b" providerId="LiveId" clId="{36702681-AC59-4345-9C87-0AF63D641B4A}" dt="2023-03-15T06:41:53.100" v="20"/>
        <pc:sldMkLst>
          <pc:docMk/>
          <pc:sldMk cId="2822929691" sldId="562"/>
        </pc:sldMkLst>
      </pc:sldChg>
      <pc:sldChg chg="add">
        <pc:chgData name="" userId="99e842fa4348d56b" providerId="LiveId" clId="{36702681-AC59-4345-9C87-0AF63D641B4A}" dt="2023-03-15T06:41:58.070" v="22"/>
        <pc:sldMkLst>
          <pc:docMk/>
          <pc:sldMk cId="3813641243" sldId="562"/>
        </pc:sldMkLst>
      </pc:sldChg>
      <pc:sldChg chg="add">
        <pc:chgData name="" userId="99e842fa4348d56b" providerId="LiveId" clId="{36702681-AC59-4345-9C87-0AF63D641B4A}" dt="2023-03-15T06:58:21.029" v="25"/>
        <pc:sldMkLst>
          <pc:docMk/>
          <pc:sldMk cId="783697309" sldId="563"/>
        </pc:sldMkLst>
      </pc:sldChg>
      <pc:sldChg chg="addSp modSp add">
        <pc:chgData name="" userId="99e842fa4348d56b" providerId="LiveId" clId="{36702681-AC59-4345-9C87-0AF63D641B4A}" dt="2023-03-15T07:17:01.036" v="63"/>
        <pc:sldMkLst>
          <pc:docMk/>
          <pc:sldMk cId="1116156455" sldId="564"/>
        </pc:sldMkLst>
        <pc:spChg chg="mod">
          <ac:chgData name="" userId="99e842fa4348d56b" providerId="LiveId" clId="{36702681-AC59-4345-9C87-0AF63D641B4A}" dt="2023-03-15T07:10:13.217" v="42" actId="207"/>
          <ac:spMkLst>
            <pc:docMk/>
            <pc:sldMk cId="1116156455" sldId="564"/>
            <ac:spMk id="3" creationId="{00000000-0000-0000-0000-000000000000}"/>
          </ac:spMkLst>
        </pc:spChg>
        <pc:spChg chg="add">
          <ac:chgData name="" userId="99e842fa4348d56b" providerId="LiveId" clId="{36702681-AC59-4345-9C87-0AF63D641B4A}" dt="2023-03-15T07:17:01.036" v="63"/>
          <ac:spMkLst>
            <pc:docMk/>
            <pc:sldMk cId="1116156455" sldId="564"/>
            <ac:spMk id="4" creationId="{801C16A7-528A-4C71-AA6C-45AA53B3BE83}"/>
          </ac:spMkLst>
        </pc:spChg>
      </pc:sldChg>
      <pc:sldChg chg="modSp add del">
        <pc:chgData name="" userId="99e842fa4348d56b" providerId="LiveId" clId="{36702681-AC59-4345-9C87-0AF63D641B4A}" dt="2023-03-15T07:17:14.766" v="64" actId="2696"/>
        <pc:sldMkLst>
          <pc:docMk/>
          <pc:sldMk cId="934531298" sldId="565"/>
        </pc:sldMkLst>
        <pc:spChg chg="mod">
          <ac:chgData name="" userId="99e842fa4348d56b" providerId="LiveId" clId="{36702681-AC59-4345-9C87-0AF63D641B4A}" dt="2023-03-15T07:10:57.548" v="44" actId="207"/>
          <ac:spMkLst>
            <pc:docMk/>
            <pc:sldMk cId="934531298" sldId="565"/>
            <ac:spMk id="3" creationId="{00000000-0000-0000-0000-000000000000}"/>
          </ac:spMkLst>
        </pc:spChg>
      </pc:sldChg>
      <pc:sldChg chg="add del">
        <pc:chgData name="" userId="99e842fa4348d56b" providerId="LiveId" clId="{36702681-AC59-4345-9C87-0AF63D641B4A}" dt="2023-03-15T07:09:50.424" v="40"/>
        <pc:sldMkLst>
          <pc:docMk/>
          <pc:sldMk cId="1532216058" sldId="566"/>
        </pc:sldMkLst>
      </pc:sldChg>
      <pc:sldChg chg="modSp add del">
        <pc:chgData name="" userId="99e842fa4348d56b" providerId="LiveId" clId="{36702681-AC59-4345-9C87-0AF63D641B4A}" dt="2023-03-15T07:09:08.649" v="36"/>
        <pc:sldMkLst>
          <pc:docMk/>
          <pc:sldMk cId="1728135117" sldId="566"/>
        </pc:sldMkLst>
        <pc:spChg chg="mod">
          <ac:chgData name="" userId="99e842fa4348d56b" providerId="LiveId" clId="{36702681-AC59-4345-9C87-0AF63D641B4A}" dt="2023-03-15T07:07:57.780" v="34" actId="207"/>
          <ac:spMkLst>
            <pc:docMk/>
            <pc:sldMk cId="1728135117" sldId="566"/>
            <ac:spMk id="3" creationId="{00000000-0000-0000-0000-000000000000}"/>
          </ac:spMkLst>
        </pc:spChg>
      </pc:sldChg>
      <pc:sldChg chg="addSp modSp add">
        <pc:chgData name="" userId="99e842fa4348d56b" providerId="LiveId" clId="{36702681-AC59-4345-9C87-0AF63D641B4A}" dt="2023-03-15T07:18:02.309" v="67" actId="1076"/>
        <pc:sldMkLst>
          <pc:docMk/>
          <pc:sldMk cId="3078272001" sldId="566"/>
        </pc:sldMkLst>
        <pc:spChg chg="add mod">
          <ac:chgData name="" userId="99e842fa4348d56b" providerId="LiveId" clId="{36702681-AC59-4345-9C87-0AF63D641B4A}" dt="2023-03-15T07:18:02.309" v="67" actId="1076"/>
          <ac:spMkLst>
            <pc:docMk/>
            <pc:sldMk cId="3078272001" sldId="566"/>
            <ac:spMk id="4" creationId="{84AD015F-E9D5-41DE-84D1-3180ED7CFA30}"/>
          </ac:spMkLst>
        </pc:spChg>
      </pc:sldChg>
      <pc:sldChg chg="modSp add del">
        <pc:chgData name="" userId="99e842fa4348d56b" providerId="LiveId" clId="{36702681-AC59-4345-9C87-0AF63D641B4A}" dt="2023-03-15T07:16:22.604" v="61" actId="2696"/>
        <pc:sldMkLst>
          <pc:docMk/>
          <pc:sldMk cId="2812072084" sldId="567"/>
        </pc:sldMkLst>
        <pc:spChg chg="mod">
          <ac:chgData name="" userId="99e842fa4348d56b" providerId="LiveId" clId="{36702681-AC59-4345-9C87-0AF63D641B4A}" dt="2023-03-15T07:16:00.391" v="58" actId="14100"/>
          <ac:spMkLst>
            <pc:docMk/>
            <pc:sldMk cId="2812072084" sldId="567"/>
            <ac:spMk id="2" creationId="{840F89B9-BFEE-44B1-91A2-4CBE0034D03D}"/>
          </ac:spMkLst>
        </pc:spChg>
      </pc:sldChg>
      <pc:sldChg chg="add del">
        <pc:chgData name="" userId="99e842fa4348d56b" providerId="LiveId" clId="{36702681-AC59-4345-9C87-0AF63D641B4A}" dt="2023-03-15T07:09:07.119" v="35"/>
        <pc:sldMkLst>
          <pc:docMk/>
          <pc:sldMk cId="4193118897" sldId="5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E1142711-BC43-47F7-82A4-FD033B4833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666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41363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79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E065BA5-F94E-42AC-AC84-999F9EE485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4888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448" y="2708908"/>
            <a:ext cx="8640000" cy="1440000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49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970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3"/>
            <a:ext cx="8281057" cy="3600461"/>
          </a:xfr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081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2708908"/>
            <a:ext cx="8281057" cy="36004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256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3"/>
            <a:ext cx="8281057" cy="2520323"/>
          </a:xfrm>
        </p:spPr>
        <p:txBody>
          <a:bodyPr/>
          <a:lstStyle>
            <a:lvl1pPr marL="0" indent="0"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4254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494" y="368609"/>
            <a:ext cx="5220667" cy="32404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611494" y="3789046"/>
            <a:ext cx="5220338" cy="2880367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366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093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58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461081" cy="4680598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879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09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204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3"/>
            <a:ext cx="6660851" cy="4860620"/>
          </a:xfrm>
        </p:spPr>
        <p:txBody>
          <a:bodyPr wrap="none"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1187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3"/>
            <a:ext cx="7560966" cy="3240413"/>
          </a:xfrm>
        </p:spPr>
        <p:txBody>
          <a:bodyPr wrap="none"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6541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628770"/>
            <a:ext cx="6660851" cy="4679956"/>
          </a:xfrm>
        </p:spPr>
        <p:txBody>
          <a:bodyPr wrap="none"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1010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431471" y="188913"/>
            <a:ext cx="8281057" cy="89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6387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471" y="1268723"/>
            <a:ext cx="8281057" cy="522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9" r:id="rId3"/>
    <p:sldLayoutId id="2147483668" r:id="rId4"/>
    <p:sldLayoutId id="2147483665" r:id="rId5"/>
    <p:sldLayoutId id="2147483664" r:id="rId6"/>
    <p:sldLayoutId id="2147483666" r:id="rId7"/>
    <p:sldLayoutId id="2147483661" r:id="rId8"/>
    <p:sldLayoutId id="2147483658" r:id="rId9"/>
    <p:sldLayoutId id="2147483667" r:id="rId10"/>
    <p:sldLayoutId id="2147483662" r:id="rId11"/>
    <p:sldLayoutId id="2147483669" r:id="rId12"/>
    <p:sldLayoutId id="2147483670" r:id="rId13"/>
    <p:sldLayoutId id="2147483663" r:id="rId14"/>
    <p:sldLayoutId id="2147483655" r:id="rId15"/>
    <p:sldLayoutId id="2147483656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The Maximum-subarray Problem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899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dirty="0" smtClean="0"/>
              <a:t>Maximum-subarray </a:t>
            </a:r>
            <a:r>
              <a:rPr lang="en-US" altLang="zh-TW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altLang="zh-TW" dirty="0"/>
                  <a:t>Given an array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real numbers, a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 subarray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 is a nonempty, contiguous subarray of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 whose values have the largest sum. For example, in </a:t>
                </a:r>
                <a:r>
                  <a:rPr lang="en-US" altLang="zh-TW" dirty="0" smtClean="0"/>
                  <a:t>the following array,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[8 . . 11], with the sum 43, is a maximum subarray of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[1 . . 16].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1691" r="-12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88369"/>
              </p:ext>
            </p:extLst>
          </p:nvPr>
        </p:nvGraphicFramePr>
        <p:xfrm>
          <a:off x="251448" y="4509138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5348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574927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23988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8464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57567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61914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75647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41435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192499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758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2586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3294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38727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536367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50282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676806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4779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319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1316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Complete Search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4140530"/>
              </a:xfrm>
            </p:spPr>
            <p:txBody>
              <a:bodyPr/>
              <a:lstStyle/>
              <a:p>
                <a:pPr marL="3603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</m:t>
                      </m:r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ax</m:t>
                      </m:r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:endParaRPr lang="en-US" altLang="zh-TW" sz="1800" dirty="0"/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</a:t>
                </a:r>
                <a:r>
                  <a:rPr lang="en-US" altLang="zh-TW" sz="1600" dirty="0" err="1">
                    <a:solidFill>
                      <a:srgbClr val="6F008A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l = 1; l &lt;= n; l++ 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r = l; r &lt;= n; r++ )</a:t>
                </a:r>
              </a:p>
              <a:p>
                <a:pPr>
                  <a:spcBef>
                    <a:spcPts val="600"/>
                  </a:spcBef>
                </a:pPr>
                <a:r>
                  <a:rPr lang="zh-TW" altLang="en-US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0; </a:t>
                </a:r>
                <a:r>
                  <a:rPr lang="en-US" altLang="zh-TW" sz="1600" dirty="0">
                    <a:solidFill>
                      <a:srgbClr val="008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// sum the items in this subarray</a:t>
                </a:r>
                <a:endParaRPr lang="en-US" altLang="zh-TW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= l; i &lt;= r; i++ 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+= A[ i ];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max(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);</a:t>
                </a:r>
              </a:p>
              <a:p>
                <a:pPr>
                  <a:spcBef>
                    <a:spcPts val="600"/>
                  </a:spcBef>
                </a:pPr>
                <a:r>
                  <a:rPr lang="zh-TW" altLang="en-US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  <a:endParaRPr lang="zh-TW" altLang="en-US" sz="1600" dirty="0"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4140530"/>
              </a:xfrm>
              <a:blipFill>
                <a:blip r:embed="rId2"/>
                <a:stretch>
                  <a:fillRect b="-7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627400"/>
              </p:ext>
            </p:extLst>
          </p:nvPr>
        </p:nvGraphicFramePr>
        <p:xfrm>
          <a:off x="251448" y="5229230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5348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574927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23988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8464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57567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61914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75647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41435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192499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758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2586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3294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38727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536367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50282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676806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4779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319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13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12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Exhaustive Search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4140530"/>
              </a:xfrm>
            </p:spPr>
            <p:txBody>
              <a:bodyPr/>
              <a:lstStyle/>
              <a:p>
                <a:pPr marL="3603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</m:t>
                      </m:r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ax</m:t>
                      </m:r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/>
              </a:p>
              <a:p>
                <a:pPr>
                  <a:spcBef>
                    <a:spcPts val="0"/>
                  </a:spcBef>
                </a:pPr>
                <a:endParaRPr lang="en-US" altLang="zh-TW" sz="1800" dirty="0"/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</a:t>
                </a:r>
                <a:r>
                  <a:rPr lang="en-US" altLang="zh-TW" sz="1600" dirty="0" err="1">
                    <a:solidFill>
                      <a:srgbClr val="6F008A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r = 1; r &lt;= n; r++ 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l = 1; l &lt;= r; l++ )</a:t>
                </a:r>
              </a:p>
              <a:p>
                <a:pPr>
                  <a:spcBef>
                    <a:spcPts val="600"/>
                  </a:spcBef>
                </a:pPr>
                <a:r>
                  <a:rPr lang="zh-TW" altLang="en-US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0; </a:t>
                </a:r>
                <a:r>
                  <a:rPr lang="en-US" altLang="zh-TW" sz="1600" dirty="0">
                    <a:solidFill>
                      <a:srgbClr val="008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// sum the items in this subarray</a:t>
                </a:r>
                <a:endParaRPr lang="en-US" altLang="zh-TW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= l; i &lt;= r; i++ 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+= A[ i ];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max(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);</a:t>
                </a:r>
              </a:p>
              <a:p>
                <a:pPr>
                  <a:spcBef>
                    <a:spcPts val="600"/>
                  </a:spcBef>
                </a:pPr>
                <a:r>
                  <a:rPr lang="zh-TW" altLang="en-US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  <a:endParaRPr lang="zh-TW" altLang="en-US" sz="1600" dirty="0"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4140530"/>
              </a:xfrm>
              <a:blipFill>
                <a:blip r:embed="rId2"/>
                <a:stretch>
                  <a:fillRect b="-7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466200"/>
              </p:ext>
            </p:extLst>
          </p:nvPr>
        </p:nvGraphicFramePr>
        <p:xfrm>
          <a:off x="251448" y="5229230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5348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574927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23988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8464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57567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61914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75647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41435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192499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758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2586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3294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38727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536367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50282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676806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4779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319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13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271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5400" dirty="0"/>
              <a:t>An </a:t>
            </a:r>
            <a:r>
              <a:rPr lang="en-US" altLang="zh-TW" sz="5400" i="1" dirty="0"/>
              <a:t>n</a:t>
            </a:r>
            <a:r>
              <a:rPr lang="en-US" altLang="zh-TW" sz="5400" baseline="30000" dirty="0"/>
              <a:t>2</a:t>
            </a:r>
            <a:r>
              <a:rPr lang="en-US" altLang="zh-TW" sz="5400" dirty="0"/>
              <a:t> Algorithm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53324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</a:rPr>
                                <m:t>sum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sum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chemeClr val="bg1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l</m:t>
                              </m:r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chemeClr val="bg1"/>
                                  </a:solidFill>
                                </a:rPr>
                                <m:t>1]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114831"/>
              </p:ext>
            </p:extLst>
          </p:nvPr>
        </p:nvGraphicFramePr>
        <p:xfrm>
          <a:off x="251448" y="5409253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5348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574927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23988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8464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57567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61914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75647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41435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192499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758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2586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3294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38727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536367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50282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676806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4779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319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13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17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</a:rPr>
                                <m:t>sum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tx1"/>
                                  </a:solidFill>
                                </a:rPr>
                                <m:t>sum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chemeClr val="tx1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tx1"/>
                                  </a:solidFill>
                                </a:rPr>
                                <m:t>l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chemeClr val="tx1"/>
                                  </a:solidFill>
                                </a:rPr>
                                <m:t>1]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= 1; i &lt;= n; i++ )</a:t>
                </a:r>
              </a:p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</a:p>
              <a:p>
                <a:pPr lvl="0">
                  <a:lnSpc>
                    <a:spcPct val="50000"/>
                  </a:lnSpc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sum[ i ] = 0;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for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j = 1; j &lt;= i; j++ )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sum[ i ] = sum[ i ] + A[ j ];</a:t>
                </a:r>
              </a:p>
              <a:p>
                <a:pPr lvl="0">
                  <a:lnSpc>
                    <a:spcPct val="50000"/>
                  </a:lnSpc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endParaRPr lang="zh-TW" altLang="en-US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</a:t>
                </a:r>
                <a:r>
                  <a:rPr lang="en-US" altLang="zh-TW" sz="1600" dirty="0" err="1">
                    <a:solidFill>
                      <a:srgbClr val="6F008A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;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r = 1; r &lt;= n; r++ )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l = 1; l &lt;= r; l++ 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max(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sum[ r ] - sum[ l - 1 ]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);</a:t>
                </a:r>
                <a:endParaRPr lang="en-US" altLang="zh-TW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2" b="-2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077508"/>
              </p:ext>
            </p:extLst>
          </p:nvPr>
        </p:nvGraphicFramePr>
        <p:xfrm>
          <a:off x="251448" y="5229230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5348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574927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23988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8464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57567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61914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75647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41435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192499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758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2586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3294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38727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536367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50282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676806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4779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319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13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00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[0]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0,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1]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1, 2, . . .,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sum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sum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1]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sum[ 0 ] = 0;</a:t>
                </a:r>
              </a:p>
              <a:p>
                <a:pPr>
                  <a:spcBef>
                    <a:spcPts val="0"/>
                  </a:spcBef>
                </a:pP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= 1; i &lt;= n; i++ 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sum[ i ] = sum[ i - 1 ] + A[ i ];</a:t>
                </a:r>
              </a:p>
              <a:p>
                <a:pPr>
                  <a:spcBef>
                    <a:spcPts val="0"/>
                  </a:spcBef>
                </a:pPr>
                <a:endParaRPr lang="zh-TW" altLang="en-US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</a:t>
                </a:r>
                <a:r>
                  <a:rPr lang="en-US" altLang="zh-TW" sz="1600" dirty="0" err="1">
                    <a:solidFill>
                      <a:srgbClr val="6F008A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;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r = 1; r &lt;= n; r++ )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l = 1; l &lt;= r; l++ 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max(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sum[ r ] - sum[ l - 1 ] </a:t>
                </a:r>
                <a:r>
                  <a:rPr lang="en-US" altLang="zh-TW" sz="16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);</a:t>
                </a:r>
                <a:endParaRPr lang="en-US" altLang="zh-TW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210017"/>
              </p:ext>
            </p:extLst>
          </p:nvPr>
        </p:nvGraphicFramePr>
        <p:xfrm>
          <a:off x="251448" y="5229230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835348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574927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23988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8464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57567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61914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75647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41435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192499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758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2586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3294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38727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5363671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50282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676806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</a:rPr>
                        <a:t>r</a:t>
                      </a:r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solidFill>
                          <a:srgbClr val="0000FF"/>
                        </a:solidFill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4779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319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13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95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791517" y="1268723"/>
            <a:ext cx="7560966" cy="5040645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sz="1600" dirty="0" err="1">
                <a:solidFill>
                  <a:srgbClr val="6F008A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INT_MIN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 = 1; r &lt;= n; r++ )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l = 1; l &lt;= r; l++ )</a:t>
            </a:r>
          </a:p>
          <a:p>
            <a:pPr>
              <a:spcBef>
                <a:spcPts val="40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spcBef>
                <a:spcPts val="40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subarraySum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 </a:t>
            </a:r>
            <a:r>
              <a:rPr lang="en-US" altLang="zh-TW" sz="1600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sum the items in this subarray</a:t>
            </a:r>
            <a:endParaRPr lang="en-US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spcBef>
                <a:spcPts val="40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l; i &lt;= r; i++ )</a:t>
            </a:r>
          </a:p>
          <a:p>
            <a:pPr>
              <a:spcBef>
                <a:spcPts val="40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subarraySum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+= A[ i ];</a:t>
            </a:r>
          </a:p>
          <a:p>
            <a:pPr>
              <a:spcBef>
                <a:spcPts val="40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max(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subarraySum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pPr>
              <a:spcBef>
                <a:spcPts val="40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>
              <a:spcBef>
                <a:spcPts val="600"/>
              </a:spcBef>
            </a:pPr>
            <a:endParaRPr lang="en-US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sz="1600" dirty="0" err="1">
                <a:solidFill>
                  <a:srgbClr val="6F008A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INT_MIN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 = 1; r &lt;= n; r++ )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l = 1; l &lt;= r; l++ 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</a:pPr>
            <a:r>
              <a:rPr lang="zh-TW" altLang="en-US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40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subarraySum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sum[ r ] - sum[ l - 1 ];</a:t>
            </a:r>
          </a:p>
          <a:p>
            <a:pPr lvl="0">
              <a:spcBef>
                <a:spcPts val="40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max(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subarraySum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400"/>
              </a:spcBef>
              <a:buClr>
                <a:srgbClr val="000000"/>
              </a:buClr>
            </a:pPr>
            <a:r>
              <a:rPr lang="zh-TW" altLang="en-US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520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993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10"/>
                <a:ext cx="8461081" cy="5940116"/>
              </a:xfrm>
            </p:spPr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sum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sum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1]</m:t>
                              </m:r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:endParaRPr lang="en-US" altLang="zh-TW" b="0" i="1" dirty="0" smtClean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globalM</m:t>
                      </m:r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tabLst>
                    <a:tab pos="1346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1258888"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</a:rPr>
                                    <m:t>localMax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1]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10"/>
                <a:ext cx="8461081" cy="594011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52023" y="4869184"/>
                <a:ext cx="4140530" cy="1080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None/>
                  <a:defRPr kumimoji="1" sz="2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TW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cs typeface="+mn-cs"/>
                        </a:rPr>
                        <m:t>localMax</m:t>
                      </m:r>
                      <m:r>
                        <m:rPr>
                          <m:nor/>
                        </m:rPr>
                        <a:rPr kumimoji="1" lang="en-US" altLang="zh-TW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cs typeface="+mn-cs"/>
                        </a:rPr>
                        <m:t>[</m:t>
                      </m:r>
                      <m:r>
                        <m:rPr>
                          <m:nor/>
                        </m:rPr>
                        <a:rPr kumimoji="1" lang="en-US" altLang="zh-TW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cs typeface="+mn-cs"/>
                        </a:rPr>
                        <m:t>r</m:t>
                      </m:r>
                      <m:r>
                        <a:rPr kumimoji="1" lang="en-US" altLang="zh-TW" sz="22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kumimoji="1" lang="en-US" altLang="zh-TW" sz="2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cs typeface="+mn-cs"/>
                        </a:rPr>
                        <m:t>1]</m:t>
                      </m:r>
                      <m:r>
                        <a:rPr kumimoji="1" lang="en-US" altLang="zh-TW" sz="22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1" lang="en-US" altLang="zh-TW" sz="22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TW" sz="22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TW" sz="22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kumimoji="1" lang="en-US" altLang="zh-TW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3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800" b="0" i="1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800" b="0" i="1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en-US" altLang="zh-TW" sz="22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800" b="0" i="1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800" b="0" i="0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1800" b="0" i="1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2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22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22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2200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+mn-cs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kumimoji="1" lang="en-US" altLang="zh-TW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cs typeface="+mn-cs"/>
                </a:endParaRPr>
              </a:p>
            </p:txBody>
          </p:sp>
        </mc:Choice>
        <mc:Fallback xmlns="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2023" y="4869184"/>
                <a:ext cx="4140530" cy="1080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647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6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48" y="188913"/>
            <a:ext cx="8641103" cy="899788"/>
          </a:xfrm>
        </p:spPr>
        <p:txBody>
          <a:bodyPr/>
          <a:lstStyle/>
          <a:p>
            <a:r>
              <a:rPr lang="en-US" altLang="zh-TW" sz="3800" dirty="0"/>
              <a:t>A </a:t>
            </a:r>
            <a:r>
              <a:rPr lang="en-US" altLang="zh-TW" sz="3800" dirty="0" smtClean="0"/>
              <a:t>Solution Using Dynamic Programming</a:t>
            </a:r>
            <a:endParaRPr lang="zh-TW" altLang="en-US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3"/>
                <a:ext cx="8461082" cy="5220667"/>
              </a:xfrm>
            </p:spPr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sum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800" i="1" spc="100" dirty="0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TW" sz="18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1800" i="1" dirty="0">
                              <a:solidFill>
                                <a:srgbClr val="000000"/>
                              </a:solidFill>
                            </a:rPr>
                            <m:t>i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[0]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0,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sum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1]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1, 2, . . .,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sum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sum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1]</m:t>
                              </m:r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sum[ 0 ] = 0;</a:t>
                </a:r>
              </a:p>
              <a:p>
                <a:pPr>
                  <a:spcBef>
                    <a:spcPts val="0"/>
                  </a:spcBef>
                </a:pP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nn-NO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nn-NO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i = 1; i &lt;= n; i++ 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sum[ i ] = sum[ i - 1 ] + A[ i ];</a:t>
                </a:r>
              </a:p>
              <a:p>
                <a:pPr>
                  <a:spcBef>
                    <a:spcPts val="0"/>
                  </a:spcBef>
                </a:pPr>
                <a:endParaRPr lang="zh-TW" altLang="en-US" sz="1600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</a:t>
                </a:r>
                <a:r>
                  <a:rPr lang="en-US" altLang="zh-TW" sz="1600" dirty="0" err="1">
                    <a:solidFill>
                      <a:srgbClr val="6F008A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INT_MIN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;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r = 1; r &lt;= n; r++ )</a:t>
                </a:r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l = 1; l &lt;= r; l++ )</a:t>
                </a:r>
              </a:p>
              <a:p>
                <a:pPr>
                  <a:spcBef>
                    <a:spcPts val="0"/>
                  </a:spcBef>
                </a:pPr>
                <a:r>
                  <a:rPr lang="zh-TW" altLang="en-US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sum[ r ] - sum[ l - 1 ];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= max(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globalMax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</a:t>
                </a:r>
                <a:r>
                  <a:rPr lang="en-US" altLang="zh-TW" sz="16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subarraySum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);</a:t>
                </a:r>
              </a:p>
              <a:p>
                <a:pPr>
                  <a:spcBef>
                    <a:spcPts val="0"/>
                  </a:spcBef>
                </a:pPr>
                <a:r>
                  <a:rPr lang="zh-TW" altLang="en-US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  <a:endParaRPr lang="zh-TW" altLang="en-US" dirty="0"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3"/>
                <a:ext cx="8461082" cy="5220667"/>
              </a:xfrm>
              <a:blipFill>
                <a:blip r:embed="rId2"/>
                <a:stretch>
                  <a:fillRect l="-937" b="-23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997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10"/>
                <a:ext cx="8281057" cy="5940116"/>
              </a:xfrm>
            </p:spPr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globalM</m:t>
                      </m:r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chemeClr val="bg1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r</m:t>
                          </m:r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</a:rPr>
                            <m:t>1]</m:t>
                          </m:r>
                          <m:r>
                            <m:rPr>
                              <m:nor/>
                            </m:rPr>
                            <a:rPr lang="en-US" altLang="zh-TW" i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tabLst>
                    <a:tab pos="1346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1258888"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chemeClr val="bg1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</a:rPr>
                                    <m:t>localMax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1]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10"/>
                <a:ext cx="8281057" cy="5940116"/>
              </a:xfrm>
              <a:blipFill>
                <a:blip r:embed="rId2"/>
                <a:stretch>
                  <a:fillRect b="-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0" y="3969069"/>
                <a:ext cx="4140530" cy="1080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None/>
                  <a:defRPr kumimoji="1" sz="2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kern="0" smtClean="0">
                          <a:solidFill>
                            <a:srgbClr val="FF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r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kern="0">
                          <a:solidFill>
                            <a:srgbClr val="FF0000"/>
                          </a:solidFill>
                        </a:rPr>
                        <m:t>1]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3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 smtClean="0">
                                  <a:solidFill>
                                    <a:srgbClr val="FF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</a:rPr>
                                <m:t>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TW" kern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3969069"/>
                <a:ext cx="4140530" cy="1080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27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10"/>
                <a:ext cx="8281057" cy="5940116"/>
              </a:xfrm>
            </p:spPr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globalM</m:t>
                      </m:r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chemeClr val="bg1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chemeClr val="bg1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r</m:t>
                          </m:r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chemeClr val="bg1"/>
                              </a:solidFill>
                            </a:rPr>
                            <m:t>1]</m:t>
                          </m:r>
                          <m:r>
                            <m:rPr>
                              <m:nor/>
                            </m:rPr>
                            <a:rPr lang="en-US" altLang="zh-TW" i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tabLst>
                    <a:tab pos="1346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1258888"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chemeClr val="bg1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chemeClr val="bg1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</a:rPr>
                                    <m:t>localMax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r</m:t>
                                  </m:r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</a:rPr>
                                    <m:t>1]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chemeClr val="bg1"/>
                                      </a:solidFill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10"/>
                <a:ext cx="8281057" cy="5940116"/>
              </a:xfrm>
              <a:blipFill>
                <a:blip r:embed="rId2"/>
                <a:stretch>
                  <a:fillRect b="-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0" y="3969069"/>
                <a:ext cx="4140530" cy="1080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None/>
                  <a:defRPr kumimoji="1" sz="2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kern="0" smtClean="0">
                          <a:solidFill>
                            <a:srgbClr val="FF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r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kern="0">
                          <a:solidFill>
                            <a:srgbClr val="FF0000"/>
                          </a:solidFill>
                        </a:rPr>
                        <m:t>1]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3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 smtClean="0">
                                  <a:solidFill>
                                    <a:srgbClr val="FF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</a:rPr>
                                <m:t>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TW" kern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3969069"/>
                <a:ext cx="4140530" cy="1080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41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10"/>
                <a:ext cx="8281057" cy="5940116"/>
              </a:xfrm>
            </p:spPr>
            <p:txBody>
              <a:bodyPr/>
              <a:lstStyle/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globalM</m:t>
                      </m:r>
                      <m:r>
                        <m:rPr>
                          <m:nor/>
                        </m:rPr>
                        <a:rPr lang="en-US" altLang="zh-TW" i="1" smtClean="0">
                          <a:solidFill>
                            <a:srgbClr val="000000"/>
                          </a:solidFill>
                        </a:rPr>
                        <m:t>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b="0" i="1" smtClean="0">
                          <a:solidFill>
                            <a:srgbClr val="00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b="0" smtClean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A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  <m: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3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≤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spc="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i="1" dirty="0">
                                      <a:solidFill>
                                        <a:srgbClr val="000000"/>
                                      </a:solidFill>
                                    </a:rP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TW" sz="1800" i="1" spc="100" dirty="0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800" dirty="0">
                                      <a:solidFill>
                                        <a:srgbClr val="000000"/>
                                      </a:solidFill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func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r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1]</m:t>
                          </m:r>
                          <m:r>
                            <m:rPr>
                              <m:nor/>
                            </m:rPr>
                            <a:rPr lang="en-US" altLang="zh-TW" i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tabLst>
                    <a:tab pos="1346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globalMax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US" altLang="zh-TW" b="0" i="1" smtClean="0">
                              <a:solidFill>
                                <a:srgbClr val="00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1258888" lv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3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spc="100" dirty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spc="1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dirty="0">
                                  <a:solidFill>
                                    <a:srgbClr val="00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</a:rPr>
                                    <m:t>localMax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[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r</m:t>
                                  </m:r>
                                  <m: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</a:rPr>
                                    <m:t>1]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>
                                      <a:solidFill>
                                        <a:srgbClr val="000000"/>
                                      </a:solidFill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</a:rPr>
                                    <m:t>A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10"/>
                <a:ext cx="8281057" cy="5940116"/>
              </a:xfrm>
              <a:blipFill>
                <a:blip r:embed="rId2"/>
                <a:stretch>
                  <a:fillRect b="-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52023" y="4869184"/>
                <a:ext cx="4140530" cy="1080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None/>
                  <a:defRPr kumimoji="1" sz="2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kern="0" smtClean="0">
                          <a:solidFill>
                            <a:srgbClr val="FF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r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kern="0">
                          <a:solidFill>
                            <a:srgbClr val="FF0000"/>
                          </a:solidFill>
                        </a:rPr>
                        <m:t>1]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3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 smtClean="0">
                                  <a:solidFill>
                                    <a:srgbClr val="FF0000"/>
                                  </a:solidFill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</a:rPr>
                                <m:t>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TW" kern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內容版面配置區 1">
                <a:extLst>
                  <a:ext uri="{FF2B5EF4-FFF2-40B4-BE49-F238E27FC236}">
                    <a16:creationId xmlns:a16="http://schemas.microsoft.com/office/drawing/2014/main" id="{84AD015F-E9D5-41DE-84D1-3180ED7CF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2023" y="4869184"/>
                <a:ext cx="4140530" cy="1080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246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/>
              <p:cNvSpPr txBox="1">
                <a:spLocks/>
              </p:cNvSpPr>
              <p:nvPr/>
            </p:nvSpPr>
            <p:spPr bwMode="auto">
              <a:xfrm>
                <a:off x="791517" y="5409253"/>
                <a:ext cx="5940000" cy="108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Tx/>
                  <a:buNone/>
                  <a:defRPr kumimoji="1" sz="2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kern="0" smtClean="0">
                          <a:solidFill>
                            <a:srgbClr val="FF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i="1" kern="0" smtClean="0">
                          <a:solidFill>
                            <a:srgbClr val="FF0000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kern="0" smtClean="0">
                          <a:solidFill>
                            <a:srgbClr val="FF0000"/>
                          </a:solidFill>
                        </a:rPr>
                        <m:t>]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 kern="0">
                              <a:solidFill>
                                <a:srgbClr val="FF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</m:e>
                          </m:d>
                          <m: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TW" i="1" kern="0" smtClean="0">
                              <a:solidFill>
                                <a:srgbClr val="FF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 kern="0">
                              <a:solidFill>
                                <a:srgbClr val="FF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 kern="0">
                              <a:solidFill>
                                <a:srgbClr val="FF0000"/>
                              </a:solidFill>
                            </a:rPr>
                            <m:t>r</m:t>
                          </m:r>
                          <m: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kern="0">
                              <a:solidFill>
                                <a:srgbClr val="FF0000"/>
                              </a:solidFill>
                            </a:rPr>
                            <m:t>1]</m:t>
                          </m:r>
                          <m:r>
                            <m:rPr>
                              <m:nor/>
                            </m:rPr>
                            <a:rPr lang="en-US" altLang="zh-TW" kern="0">
                              <a:solidFill>
                                <a:srgbClr val="FF0000"/>
                              </a:solidFill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kern="0" smtClean="0">
                              <a:solidFill>
                                <a:srgbClr val="FF0000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 kern="0">
                              <a:solidFill>
                                <a:srgbClr val="FF0000"/>
                              </a:solidFill>
                            </a:rPr>
                            <m:t>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i="1" ker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kern="0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tabLst>
                    <a:tab pos="1346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kern="0">
                          <a:solidFill>
                            <a:srgbClr val="FF0000"/>
                          </a:solidFill>
                        </a:rPr>
                        <m:t>globalMax</m:t>
                      </m:r>
                      <m:r>
                        <a:rPr lang="en-US" altLang="zh-TW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3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 smtClean="0">
                                  <a:solidFill>
                                    <a:srgbClr val="FF0000"/>
                                  </a:solidFill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US" altLang="zh-TW" i="1" kern="0" smtClean="0">
                              <a:solidFill>
                                <a:srgbClr val="FF0000"/>
                              </a:solidFill>
                            </a:rPr>
                            <m:t>localMax</m:t>
                          </m:r>
                          <m:r>
                            <m:rPr>
                              <m:nor/>
                            </m:rPr>
                            <a:rPr lang="en-US" altLang="zh-TW" kern="0">
                              <a:solidFill>
                                <a:srgbClr val="FF0000"/>
                              </a:solidFill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i="1" kern="0">
                              <a:solidFill>
                                <a:srgbClr val="FF0000"/>
                              </a:solidFill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zh-TW" kern="0">
                              <a:solidFill>
                                <a:srgbClr val="FF0000"/>
                              </a:solidFill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kern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517" y="5409253"/>
                <a:ext cx="594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572000" y="1268724"/>
                <a:ext cx="4320553" cy="1080000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sz="2200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b="0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TW" sz="2200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]</m:t>
                      </m:r>
                      <m:r>
                        <a:rPr lang="en-US" altLang="zh-TW" sz="22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3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l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1800" kern="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+mn-lt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0" kern="0">
                                  <a:solidFill>
                                    <a:srgbClr val="FF0000"/>
                                  </a:solidFill>
                                  <a:latin typeface="+mn-lt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+mn-lt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0" kern="0">
                                  <a:solidFill>
                                    <a:srgbClr val="FF0000"/>
                                  </a:solidFill>
                                  <a:latin typeface="+mn-lt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lang="en-US" altLang="zh-TW" sz="22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1" kern="0" smtClean="0">
                          <a:solidFill>
                            <a:srgbClr val="FF0000"/>
                          </a:solidFill>
                          <a:latin typeface="+mn-lt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TW" sz="2200" b="0" i="0" kern="0" smtClean="0">
                          <a:solidFill>
                            <a:srgbClr val="FF0000"/>
                          </a:solidFill>
                          <a:latin typeface="+mn-lt"/>
                        </a:rPr>
                        <m:t>[1]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68724"/>
                <a:ext cx="4320553" cy="108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292092" y="4149092"/>
                <a:ext cx="3420000" cy="1080000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localMax</m:t>
                      </m:r>
                      <m:r>
                        <m:rPr>
                          <m:nor/>
                        </m:rPr>
                        <a:rPr lang="en-US" altLang="zh-TW" sz="2200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i="1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TW" sz="2200" kern="0" smtClean="0">
                          <a:solidFill>
                            <a:srgbClr val="FF0000"/>
                          </a:solidFill>
                          <a:latin typeface="Times New Roman"/>
                          <a:ea typeface="新細明體"/>
                        </a:rPr>
                        <m:t>]</m:t>
                      </m:r>
                      <m:r>
                        <a:rPr lang="en-US" altLang="zh-TW" sz="220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2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200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200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zh-TW" sz="1800" kern="0" dirty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3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spc="100" dirty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spc="1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r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zh-TW" sz="1800" i="1" kern="0" spc="10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kern="0" spc="1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sz="1800" i="1" kern="0" dirty="0" smtClea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l</m:t>
                              </m:r>
                            </m:sub>
                            <m:sup>
                              <m: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ker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i="1" ker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kern="0">
                                  <a:solidFill>
                                    <a:srgbClr val="FF0000"/>
                                  </a:solidFill>
                                  <a:latin typeface="Times New Roman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92" y="4149092"/>
                <a:ext cx="3420000" cy="108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624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622426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068954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068954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658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212270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785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21603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88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78120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77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3610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942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897335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1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023544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984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05098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297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581465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122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124071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799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05022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3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78138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117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573400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695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35669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524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77110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950584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761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328562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501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47123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>
                <a:latin typeface="Times New Roman" pitchFamily="18" charset="0"/>
              </a:rPr>
              <a:t>43</a:t>
            </a: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89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 + A[ i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47123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>
                <a:latin typeface="Times New Roman" pitchFamily="18" charset="0"/>
              </a:rPr>
              <a:t>43</a:t>
            </a: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242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n + 1 ]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low 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max( A[ i ],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- 1 ]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A[ i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47123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>
                <a:latin typeface="Times New Roman" pitchFamily="18" charset="0"/>
              </a:rPr>
              <a:t>43</a:t>
            </a: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06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/>
              <a:t>A Solution Using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max( A[ i ],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A[ i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47123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>
                <a:latin typeface="Times New Roman" pitchFamily="18" charset="0"/>
              </a:rPr>
              <a:t>43</a:t>
            </a: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617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 err="1"/>
              <a:t>Kadane’s</a:t>
            </a:r>
            <a:r>
              <a:rPr lang="en-US" altLang="zh-TW" sz="4400" dirty="0"/>
              <a:t> Algorithm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 i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max(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0,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A[ i ]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sym typeface="Symbol" pitchFamily="18" charset="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47123"/>
              </p:ext>
            </p:extLst>
          </p:nvPr>
        </p:nvGraphicFramePr>
        <p:xfrm>
          <a:off x="251448" y="1268724"/>
          <a:ext cx="86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20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43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38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16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1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0" dirty="0">
                          <a:latin typeface="+mn-lt"/>
                        </a:rPr>
                        <a:t>7</a:t>
                      </a:r>
                      <a:endParaRPr lang="zh-TW" altLang="en-US" sz="1800" i="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55183"/>
                  </a:ext>
                </a:extLst>
              </a:tr>
            </a:tbl>
          </a:graphicData>
        </a:graphic>
      </p:graphicFrame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7992437" y="3429000"/>
            <a:ext cx="54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>
                <a:latin typeface="Times New Roman" pitchFamily="18" charset="0"/>
              </a:rPr>
              <a:t>43</a:t>
            </a: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6192207" y="3429000"/>
            <a:ext cx="1800184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17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Kadane’s</a:t>
            </a:r>
            <a:r>
              <a:rPr lang="en-US" altLang="zh-TW" dirty="0"/>
              <a:t>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begin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newBegin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newBegin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begin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newBegin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begin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3392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maxSubarray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begin 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 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925062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526082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5652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002212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96598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156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452227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96598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2223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6343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</a:pPr>
            <a:r>
              <a:rPr kumimoji="0"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96598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661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500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</a:pPr>
            <a:r>
              <a:rPr kumimoji="0"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13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96598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309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500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96598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059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500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110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851886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17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8757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662490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563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426365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kumimoji="0"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>
                <a:solidFill>
                  <a:srgbClr val="000000"/>
                </a:solidFill>
                <a:latin typeface="Times New Roman" pitchFamily="18" charset="0"/>
              </a:rPr>
              <a:t>22</a:t>
            </a: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0727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020138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kumimoji="0"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>
                <a:solidFill>
                  <a:srgbClr val="000000"/>
                </a:solidFill>
                <a:latin typeface="Times New Roman" pitchFamily="18" charset="0"/>
              </a:rPr>
              <a:t>22</a:t>
            </a: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5358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020138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20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410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443420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38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38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163630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347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443420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38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38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89839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0439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868472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31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38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89839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127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0522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43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89839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3431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0522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43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211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10560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38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3802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804360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16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4717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02492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6654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13590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kumimoji="0"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1409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24678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kumimoji="0"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3393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 smtClean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A[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++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max(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],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A[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localMax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globalMax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begin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newBegin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   end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newEnd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246781"/>
              </p:ext>
            </p:extLst>
          </p:nvPr>
        </p:nvGraphicFramePr>
        <p:xfrm>
          <a:off x="251448" y="4689161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7992437" y="3429000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lvl="0" algn="ctr">
              <a:lnSpc>
                <a:spcPct val="110000"/>
              </a:lnSpc>
              <a:defRPr/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732276" y="342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localMax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sp>
        <p:nvSpPr>
          <p:cNvPr id="6" name="Rectangle 45"/>
          <p:cNvSpPr>
            <a:spLocks noChangeArrowheads="1"/>
          </p:cNvSpPr>
          <p:nvPr/>
        </p:nvSpPr>
        <p:spPr bwMode="auto">
          <a:xfrm>
            <a:off x="7992437" y="3969069"/>
            <a:ext cx="7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anchor="ctr" anchorCtr="0"/>
          <a:lstStyle/>
          <a:p>
            <a:pPr algn="ctr">
              <a:lnSpc>
                <a:spcPct val="110000"/>
              </a:lnSpc>
            </a:pPr>
            <a:r>
              <a:rPr lang="en-US" altLang="zh-TW" sz="2000" dirty="0" smtClean="0">
                <a:latin typeface="Times New Roman" pitchFamily="18" charset="0"/>
              </a:rPr>
              <a:t>43</a:t>
            </a:r>
            <a:endParaRPr lang="en-US" altLang="zh-TW" sz="2000" dirty="0">
              <a:latin typeface="Times New Roman" pitchFamily="18" charset="0"/>
            </a:endParaRP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6552253" y="3969069"/>
            <a:ext cx="14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bIns="36000" anchor="b" anchorCtr="0"/>
          <a:lstStyle/>
          <a:p>
            <a:pPr algn="r"/>
            <a:r>
              <a:rPr lang="en-US" altLang="zh-TW" sz="2200" i="1" dirty="0" err="1">
                <a:solidFill>
                  <a:srgbClr val="000000"/>
                </a:solidFill>
                <a:latin typeface="Times New Roman" pitchFamily="18" charset="0"/>
              </a:rPr>
              <a:t>globalMax</a:t>
            </a:r>
            <a:endParaRPr lang="en-US" altLang="zh-TW" sz="2200" i="1" dirty="0">
              <a:latin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864"/>
              </p:ext>
            </p:extLst>
          </p:nvPr>
        </p:nvGraphicFramePr>
        <p:xfrm>
          <a:off x="251448" y="5589276"/>
          <a:ext cx="86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7812698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556087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308491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396941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15180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0958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89819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2876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782621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77835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349247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764010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22260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3583711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5880618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843115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38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−</a:t>
                      </a:r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22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07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55686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6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10146</TotalTime>
  <Words>10929</Words>
  <Application>Microsoft Office PowerPoint</Application>
  <PresentationFormat>如螢幕大小 (4:3)</PresentationFormat>
  <Paragraphs>3554</Paragraphs>
  <Slides>63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71" baseType="lpstr">
      <vt:lpstr>細明體</vt:lpstr>
      <vt:lpstr>新細明體</vt:lpstr>
      <vt:lpstr>Cambria Math</vt:lpstr>
      <vt:lpstr>Lucida Console</vt:lpstr>
      <vt:lpstr>Symbol</vt:lpstr>
      <vt:lpstr>Tahoma</vt:lpstr>
      <vt:lpstr>Times New Roman</vt:lpstr>
      <vt:lpstr>Blends</vt:lpstr>
      <vt:lpstr>The Maximum-subarray Problem</vt:lpstr>
      <vt:lpstr>The Maximum-subarray Problem</vt:lpstr>
      <vt:lpstr>A Complete Search Algorithm</vt:lpstr>
      <vt:lpstr>An Exhaustive Search Algorithm</vt:lpstr>
      <vt:lpstr>An n2 Algorithm</vt:lpstr>
      <vt:lpstr>PowerPoint 簡報</vt:lpstr>
      <vt:lpstr>PowerPoint 簡報</vt:lpstr>
      <vt:lpstr>PowerPoint 簡報</vt:lpstr>
      <vt:lpstr>Comparison</vt:lpstr>
      <vt:lpstr>PowerPoint 簡報</vt:lpstr>
      <vt:lpstr>PowerPoint 簡報</vt:lpstr>
      <vt:lpstr>PowerPoint 簡報</vt:lpstr>
      <vt:lpstr>A Solution Using Dynamic Programming</vt:lpstr>
      <vt:lpstr>PowerPoint 簡報</vt:lpstr>
      <vt:lpstr>PowerPoint 簡報</vt:lpstr>
      <vt:lpstr>PowerPoint 簡報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A Solution Using Dynamic Programming</vt:lpstr>
      <vt:lpstr>Kadane’s Algorithm</vt:lpstr>
      <vt:lpstr>Kadane’s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559</cp:revision>
  <dcterms:created xsi:type="dcterms:W3CDTF">2001-09-06T13:56:50Z</dcterms:created>
  <dcterms:modified xsi:type="dcterms:W3CDTF">2025-10-04T00:54:37Z</dcterms:modified>
</cp:coreProperties>
</file>