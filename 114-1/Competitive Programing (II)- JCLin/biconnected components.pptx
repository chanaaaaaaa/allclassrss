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51" r:id="rId1"/>
  </p:sldMasterIdLst>
  <p:notesMasterIdLst>
    <p:notesMasterId r:id="rId208"/>
  </p:notesMasterIdLst>
  <p:handoutMasterIdLst>
    <p:handoutMasterId r:id="rId209"/>
  </p:handoutMasterIdLst>
  <p:sldIdLst>
    <p:sldId id="1033" r:id="rId2"/>
    <p:sldId id="1037" r:id="rId3"/>
    <p:sldId id="1046" r:id="rId4"/>
    <p:sldId id="1039" r:id="rId5"/>
    <p:sldId id="1047" r:id="rId6"/>
    <p:sldId id="1048" r:id="rId7"/>
    <p:sldId id="1221" r:id="rId8"/>
    <p:sldId id="1045" r:id="rId9"/>
    <p:sldId id="1040" r:id="rId10"/>
    <p:sldId id="1043" r:id="rId11"/>
    <p:sldId id="1034" r:id="rId12"/>
    <p:sldId id="1035" r:id="rId13"/>
    <p:sldId id="1036" r:id="rId14"/>
    <p:sldId id="1193" r:id="rId15"/>
    <p:sldId id="1038" r:id="rId16"/>
    <p:sldId id="1200" r:id="rId17"/>
    <p:sldId id="1343" r:id="rId18"/>
    <p:sldId id="1234" r:id="rId19"/>
    <p:sldId id="1344" r:id="rId20"/>
    <p:sldId id="1235" r:id="rId21"/>
    <p:sldId id="1236" r:id="rId22"/>
    <p:sldId id="1237" r:id="rId23"/>
    <p:sldId id="1238" r:id="rId24"/>
    <p:sldId id="1239" r:id="rId25"/>
    <p:sldId id="1240" r:id="rId26"/>
    <p:sldId id="1241" r:id="rId27"/>
    <p:sldId id="1242" r:id="rId28"/>
    <p:sldId id="1243" r:id="rId29"/>
    <p:sldId id="1244" r:id="rId30"/>
    <p:sldId id="1245" r:id="rId31"/>
    <p:sldId id="1246" r:id="rId32"/>
    <p:sldId id="1247" r:id="rId33"/>
    <p:sldId id="1248" r:id="rId34"/>
    <p:sldId id="1249" r:id="rId35"/>
    <p:sldId id="1250" r:id="rId36"/>
    <p:sldId id="1251" r:id="rId37"/>
    <p:sldId id="1252" r:id="rId38"/>
    <p:sldId id="1253" r:id="rId39"/>
    <p:sldId id="1254" r:id="rId40"/>
    <p:sldId id="1255" r:id="rId41"/>
    <p:sldId id="1256" r:id="rId42"/>
    <p:sldId id="1257" r:id="rId43"/>
    <p:sldId id="1259" r:id="rId44"/>
    <p:sldId id="1260" r:id="rId45"/>
    <p:sldId id="1261" r:id="rId46"/>
    <p:sldId id="1262" r:id="rId47"/>
    <p:sldId id="1263" r:id="rId48"/>
    <p:sldId id="1264" r:id="rId49"/>
    <p:sldId id="1265" r:id="rId50"/>
    <p:sldId id="1266" r:id="rId51"/>
    <p:sldId id="1267" r:id="rId52"/>
    <p:sldId id="1268" r:id="rId53"/>
    <p:sldId id="1269" r:id="rId54"/>
    <p:sldId id="1270" r:id="rId55"/>
    <p:sldId id="1271" r:id="rId56"/>
    <p:sldId id="1398" r:id="rId57"/>
    <p:sldId id="1399" r:id="rId58"/>
    <p:sldId id="1400" r:id="rId59"/>
    <p:sldId id="1401" r:id="rId60"/>
    <p:sldId id="1402" r:id="rId61"/>
    <p:sldId id="1403" r:id="rId62"/>
    <p:sldId id="1404" r:id="rId63"/>
    <p:sldId id="1405" r:id="rId64"/>
    <p:sldId id="1406" r:id="rId65"/>
    <p:sldId id="1407" r:id="rId66"/>
    <p:sldId id="1451" r:id="rId67"/>
    <p:sldId id="1452" r:id="rId68"/>
    <p:sldId id="1453" r:id="rId69"/>
    <p:sldId id="1454" r:id="rId70"/>
    <p:sldId id="1347" r:id="rId71"/>
    <p:sldId id="1348" r:id="rId72"/>
    <p:sldId id="1349" r:id="rId73"/>
    <p:sldId id="1350" r:id="rId74"/>
    <p:sldId id="1351" r:id="rId75"/>
    <p:sldId id="1352" r:id="rId76"/>
    <p:sldId id="1353" r:id="rId77"/>
    <p:sldId id="1354" r:id="rId78"/>
    <p:sldId id="1355" r:id="rId79"/>
    <p:sldId id="1356" r:id="rId80"/>
    <p:sldId id="1357" r:id="rId81"/>
    <p:sldId id="1358" r:id="rId82"/>
    <p:sldId id="1359" r:id="rId83"/>
    <p:sldId id="1360" r:id="rId84"/>
    <p:sldId id="1361" r:id="rId85"/>
    <p:sldId id="1362" r:id="rId86"/>
    <p:sldId id="1363" r:id="rId87"/>
    <p:sldId id="1364" r:id="rId88"/>
    <p:sldId id="1365" r:id="rId89"/>
    <p:sldId id="1366" r:id="rId90"/>
    <p:sldId id="1367" r:id="rId91"/>
    <p:sldId id="1368" r:id="rId92"/>
    <p:sldId id="1369" r:id="rId93"/>
    <p:sldId id="1370" r:id="rId94"/>
    <p:sldId id="1371" r:id="rId95"/>
    <p:sldId id="1372" r:id="rId96"/>
    <p:sldId id="1373" r:id="rId97"/>
    <p:sldId id="1374" r:id="rId98"/>
    <p:sldId id="1375" r:id="rId99"/>
    <p:sldId id="1376" r:id="rId100"/>
    <p:sldId id="1377" r:id="rId101"/>
    <p:sldId id="1378" r:id="rId102"/>
    <p:sldId id="1379" r:id="rId103"/>
    <p:sldId id="1380" r:id="rId104"/>
    <p:sldId id="1381" r:id="rId105"/>
    <p:sldId id="1382" r:id="rId106"/>
    <p:sldId id="1383" r:id="rId107"/>
    <p:sldId id="1384" r:id="rId108"/>
    <p:sldId id="1385" r:id="rId109"/>
    <p:sldId id="1386" r:id="rId110"/>
    <p:sldId id="1387" r:id="rId111"/>
    <p:sldId id="1388" r:id="rId112"/>
    <p:sldId id="1389" r:id="rId113"/>
    <p:sldId id="1390" r:id="rId114"/>
    <p:sldId id="1391" r:id="rId115"/>
    <p:sldId id="1392" r:id="rId116"/>
    <p:sldId id="1393" r:id="rId117"/>
    <p:sldId id="1394" r:id="rId118"/>
    <p:sldId id="1395" r:id="rId119"/>
    <p:sldId id="1396" r:id="rId120"/>
    <p:sldId id="1397" r:id="rId121"/>
    <p:sldId id="1455" r:id="rId122"/>
    <p:sldId id="1456" r:id="rId123"/>
    <p:sldId id="1457" r:id="rId124"/>
    <p:sldId id="1458" r:id="rId125"/>
    <p:sldId id="1345" r:id="rId126"/>
    <p:sldId id="1459" r:id="rId127"/>
    <p:sldId id="1460" r:id="rId128"/>
    <p:sldId id="1461" r:id="rId129"/>
    <p:sldId id="1462" r:id="rId130"/>
    <p:sldId id="1463" r:id="rId131"/>
    <p:sldId id="1464" r:id="rId132"/>
    <p:sldId id="1465" r:id="rId133"/>
    <p:sldId id="1466" r:id="rId134"/>
    <p:sldId id="1467" r:id="rId135"/>
    <p:sldId id="1468" r:id="rId136"/>
    <p:sldId id="1469" r:id="rId137"/>
    <p:sldId id="1470" r:id="rId138"/>
    <p:sldId id="1471" r:id="rId139"/>
    <p:sldId id="1472" r:id="rId140"/>
    <p:sldId id="1473" r:id="rId141"/>
    <p:sldId id="1474" r:id="rId142"/>
    <p:sldId id="1475" r:id="rId143"/>
    <p:sldId id="1476" r:id="rId144"/>
    <p:sldId id="1477" r:id="rId145"/>
    <p:sldId id="1478" r:id="rId146"/>
    <p:sldId id="1479" r:id="rId147"/>
    <p:sldId id="1480" r:id="rId148"/>
    <p:sldId id="1481" r:id="rId149"/>
    <p:sldId id="1482" r:id="rId150"/>
    <p:sldId id="1483" r:id="rId151"/>
    <p:sldId id="1484" r:id="rId152"/>
    <p:sldId id="1485" r:id="rId153"/>
    <p:sldId id="1486" r:id="rId154"/>
    <p:sldId id="1487" r:id="rId155"/>
    <p:sldId id="1489" r:id="rId156"/>
    <p:sldId id="1490" r:id="rId157"/>
    <p:sldId id="1491" r:id="rId158"/>
    <p:sldId id="1409" r:id="rId159"/>
    <p:sldId id="1410" r:id="rId160"/>
    <p:sldId id="1411" r:id="rId161"/>
    <p:sldId id="1412" r:id="rId162"/>
    <p:sldId id="1413" r:id="rId163"/>
    <p:sldId id="1414" r:id="rId164"/>
    <p:sldId id="1415" r:id="rId165"/>
    <p:sldId id="1416" r:id="rId166"/>
    <p:sldId id="1417" r:id="rId167"/>
    <p:sldId id="1418" r:id="rId168"/>
    <p:sldId id="1419" r:id="rId169"/>
    <p:sldId id="1420" r:id="rId170"/>
    <p:sldId id="1421" r:id="rId171"/>
    <p:sldId id="1422" r:id="rId172"/>
    <p:sldId id="1423" r:id="rId173"/>
    <p:sldId id="1424" r:id="rId174"/>
    <p:sldId id="1425" r:id="rId175"/>
    <p:sldId id="1426" r:id="rId176"/>
    <p:sldId id="1427" r:id="rId177"/>
    <p:sldId id="1428" r:id="rId178"/>
    <p:sldId id="1429" r:id="rId179"/>
    <p:sldId id="1430" r:id="rId180"/>
    <p:sldId id="1431" r:id="rId181"/>
    <p:sldId id="1432" r:id="rId182"/>
    <p:sldId id="1433" r:id="rId183"/>
    <p:sldId id="1434" r:id="rId184"/>
    <p:sldId id="1435" r:id="rId185"/>
    <p:sldId id="1436" r:id="rId186"/>
    <p:sldId id="1437" r:id="rId187"/>
    <p:sldId id="1438" r:id="rId188"/>
    <p:sldId id="1439" r:id="rId189"/>
    <p:sldId id="1440" r:id="rId190"/>
    <p:sldId id="1441" r:id="rId191"/>
    <p:sldId id="1442" r:id="rId192"/>
    <p:sldId id="1443" r:id="rId193"/>
    <p:sldId id="1444" r:id="rId194"/>
    <p:sldId id="1445" r:id="rId195"/>
    <p:sldId id="1446" r:id="rId196"/>
    <p:sldId id="1447" r:id="rId197"/>
    <p:sldId id="1448" r:id="rId198"/>
    <p:sldId id="1449" r:id="rId199"/>
    <p:sldId id="1450" r:id="rId200"/>
    <p:sldId id="1408" r:id="rId201"/>
    <p:sldId id="1230" r:id="rId202"/>
    <p:sldId id="1231" r:id="rId203"/>
    <p:sldId id="1111" r:id="rId204"/>
    <p:sldId id="1232" r:id="rId205"/>
    <p:sldId id="1203" r:id="rId206"/>
    <p:sldId id="1202" r:id="rId207"/>
  </p:sldIdLst>
  <p:sldSz cx="9144000" cy="6858000" type="overhead"/>
  <p:notesSz cx="9928225" cy="6669088"/>
  <p:defaultTextStyle>
    <a:defPPr>
      <a:defRPr lang="zh-TW"/>
    </a:defPPr>
    <a:lvl1pPr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6pPr>
    <a:lvl7pPr marL="27432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7pPr>
    <a:lvl8pPr marL="32004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8pPr>
    <a:lvl9pPr marL="36576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065">
          <p15:clr>
            <a:srgbClr val="A4A3A4"/>
          </p15:clr>
        </p15:guide>
        <p15:guide id="2" pos="567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CC00"/>
    <a:srgbClr val="00B0F0"/>
    <a:srgbClr val="00E4A8"/>
    <a:srgbClr val="FFFF00"/>
    <a:srgbClr val="FF99FF"/>
    <a:srgbClr val="B2B2B2"/>
    <a:srgbClr val="008000"/>
    <a:srgbClr val="00FF00"/>
    <a:srgbClr val="96969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無樣式、表格格線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982" autoAdjust="0"/>
    <p:restoredTop sz="95455" autoAdjust="0"/>
  </p:normalViewPr>
  <p:slideViewPr>
    <p:cSldViewPr showGuides="1">
      <p:cViewPr varScale="1">
        <p:scale>
          <a:sx n="95" d="100"/>
          <a:sy n="95" d="100"/>
        </p:scale>
        <p:origin x="149" y="77"/>
      </p:cViewPr>
      <p:guideLst>
        <p:guide orient="horz" pos="4065"/>
        <p:guide pos="567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680"/>
    </p:cViewPr>
  </p:sorterViewPr>
  <p:gridSpacing cx="180000" cy="1800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handoutMaster" Target="handoutMasters/handoutMaster1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presProps" Target="presProp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viewProps" Target="viewProp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theme" Target="theme/theme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tableStyles" Target="tableStyle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7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624513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8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8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624513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fld id="{7027CD03-75DA-4C94-8D1F-69A636C2E8BB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253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624513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761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298825" y="501650"/>
            <a:ext cx="3330575" cy="24987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92188" y="3167063"/>
            <a:ext cx="794385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noProof="0"/>
              <a:t>按一下以編輯母片</a:t>
            </a:r>
          </a:p>
          <a:p>
            <a:pPr lvl="1"/>
            <a:r>
              <a:rPr lang="zh-TW" altLang="en-US" noProof="0"/>
              <a:t>第二層</a:t>
            </a:r>
          </a:p>
          <a:p>
            <a:pPr lvl="2"/>
            <a:r>
              <a:rPr lang="zh-TW" altLang="en-US" noProof="0"/>
              <a:t>第三層</a:t>
            </a:r>
          </a:p>
          <a:p>
            <a:pPr lvl="3"/>
            <a:r>
              <a:rPr lang="zh-TW" altLang="en-US" noProof="0"/>
              <a:t>第四層</a:t>
            </a:r>
          </a:p>
          <a:p>
            <a:pPr lvl="4"/>
            <a:r>
              <a:rPr lang="zh-TW" altLang="en-US" noProof="0"/>
              <a:t>第五層</a:t>
            </a:r>
          </a:p>
        </p:txBody>
      </p:sp>
      <p:sp>
        <p:nvSpPr>
          <p:cNvPr id="2253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253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624513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fld id="{33D4C07E-077C-4BB7-B7DE-F984120537F1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71550" y="1808163"/>
            <a:ext cx="7200900" cy="1081087"/>
          </a:xfrm>
        </p:spPr>
        <p:txBody>
          <a:bodyPr/>
          <a:lstStyle>
            <a:lvl1pPr>
              <a:defRPr sz="44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820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31913" y="3968750"/>
            <a:ext cx="6480175" cy="1620838"/>
          </a:xfrm>
        </p:spPr>
        <p:txBody>
          <a:bodyPr/>
          <a:lstStyle>
            <a:lvl1pPr algn="ctr">
              <a:defRPr sz="3600"/>
            </a:lvl1pPr>
          </a:lstStyle>
          <a:p>
            <a:r>
              <a:rPr lang="zh-TW" altLang="en-US"/>
              <a:t>按一下以編輯母片副標題樣式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2507971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4032000" y="4869001"/>
            <a:ext cx="4860000" cy="1439412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8880642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369000"/>
            <a:ext cx="4500000" cy="5939413"/>
          </a:xfrm>
        </p:spPr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16883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549000"/>
            <a:ext cx="4320000" cy="5580000"/>
          </a:xfrm>
        </p:spPr>
        <p:txBody>
          <a:bodyPr tIns="46800"/>
          <a:lstStyle>
            <a:lvl1pPr>
              <a:defRPr sz="20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35470719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549000"/>
            <a:ext cx="4320000" cy="5940000"/>
          </a:xfrm>
        </p:spPr>
        <p:txBody>
          <a:bodyPr tIns="0" bIns="0"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58189324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909001"/>
            <a:ext cx="4140000" cy="4320000"/>
          </a:xfrm>
        </p:spPr>
        <p:txBody>
          <a:bodyPr/>
          <a:lstStyle>
            <a:lvl1pPr>
              <a:defRPr sz="20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8755591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909001"/>
            <a:ext cx="4320000" cy="4140000"/>
          </a:xfrm>
        </p:spPr>
        <p:txBody>
          <a:bodyPr/>
          <a:lstStyle>
            <a:lvl1pPr>
              <a:defRPr sz="20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14219476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5472000" y="369000"/>
            <a:ext cx="3420000" cy="612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432000" y="1269000"/>
            <a:ext cx="3960000" cy="504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752000" y="1269000"/>
            <a:ext cx="3960000" cy="504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72622592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432000" y="549000"/>
            <a:ext cx="3960000" cy="576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752000" y="549000"/>
            <a:ext cx="3960000" cy="576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92076061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252000" y="549000"/>
            <a:ext cx="4320000" cy="558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932000" y="549000"/>
            <a:ext cx="3960000" cy="288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3956752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432000" y="1269000"/>
            <a:ext cx="8280000" cy="3420000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32000" y="5049000"/>
            <a:ext cx="8280000" cy="1260000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360365729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432000" y="189000"/>
            <a:ext cx="8280000" cy="9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按一下以編輯母片標題樣式</a:t>
            </a:r>
          </a:p>
        </p:txBody>
      </p:sp>
      <p:sp>
        <p:nvSpPr>
          <p:cNvPr id="2051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2000" y="1268413"/>
            <a:ext cx="8280000" cy="504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63" r:id="rId3"/>
    <p:sldLayoutId id="2147483666" r:id="rId4"/>
    <p:sldLayoutId id="2147483665" r:id="rId5"/>
    <p:sldLayoutId id="2147483667" r:id="rId6"/>
    <p:sldLayoutId id="2147483668" r:id="rId7"/>
    <p:sldLayoutId id="2147483659" r:id="rId8"/>
    <p:sldLayoutId id="2147483664" r:id="rId9"/>
    <p:sldLayoutId id="2147483655" r:id="rId10"/>
    <p:sldLayoutId id="2147483662" r:id="rId11"/>
    <p:sldLayoutId id="2147483661" r:id="rId12"/>
    <p:sldLayoutId id="2147483669" r:id="rId13"/>
    <p:sldLayoutId id="2147483660" r:id="rId14"/>
    <p:sldLayoutId id="2147483657" r:id="rId15"/>
    <p:sldLayoutId id="2147483658" r:id="rId16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5pPr>
      <a:lvl6pPr marL="4572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6pPr>
      <a:lvl7pPr marL="9144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7pPr>
      <a:lvl8pPr marL="13716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8pPr>
      <a:lvl9pPr marL="18288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  <a:cs typeface="+mn-cs"/>
        </a:defRPr>
      </a:lvl1pPr>
      <a:lvl2pPr marL="830263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2pPr>
      <a:lvl3pPr marL="123825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3pPr>
      <a:lvl4pPr marL="1646238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標題 3"/>
          <p:cNvSpPr>
            <a:spLocks noGrp="1"/>
          </p:cNvSpPr>
          <p:nvPr>
            <p:ph type="ctrTitle"/>
          </p:nvPr>
        </p:nvSpPr>
        <p:spPr>
          <a:xfrm>
            <a:off x="972000" y="2709000"/>
            <a:ext cx="7200900" cy="1440000"/>
          </a:xfrm>
        </p:spPr>
        <p:txBody>
          <a:bodyPr anchor="ctr" anchorCtr="0"/>
          <a:lstStyle/>
          <a:p>
            <a:r>
              <a:rPr lang="en-US" altLang="zh-TW" dirty="0"/>
              <a:t>Bridge Connected Components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3703381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Bridge Connected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620587"/>
          </a:xfrm>
        </p:spPr>
        <p:txBody>
          <a:bodyPr/>
          <a:lstStyle/>
          <a:p>
            <a:pPr marL="0" indent="0"/>
            <a:r>
              <a:rPr lang="en-US" altLang="zh-TW" dirty="0"/>
              <a:t>A graph is </a:t>
            </a:r>
            <a:r>
              <a:rPr lang="en-US" altLang="zh-TW" i="1" dirty="0">
                <a:solidFill>
                  <a:srgbClr val="0000FF"/>
                </a:solidFill>
              </a:rPr>
              <a:t>bridge connected</a:t>
            </a:r>
            <a:r>
              <a:rPr lang="en-US" altLang="zh-TW" dirty="0"/>
              <a:t> if it contains no bridges. A </a:t>
            </a:r>
            <a:r>
              <a:rPr lang="en-US" altLang="zh-TW" i="1" dirty="0">
                <a:solidFill>
                  <a:srgbClr val="0000FF"/>
                </a:solidFill>
              </a:rPr>
              <a:t>bridge connected component</a:t>
            </a:r>
            <a:r>
              <a:rPr lang="en-US" altLang="zh-TW" dirty="0"/>
              <a:t> is a maximal bridge connected subgraph -  a bridge connected subgraph that is not properly contained in a larger bridge connected subgraph. 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2464225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2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2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9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41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40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2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8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4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2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8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9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6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3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41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3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6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9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3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6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9" name="AutoShape 56"/>
          <p:cNvCxnSpPr>
            <a:cxnSpLocks noChangeShapeType="1"/>
            <a:stCxn id="61" idx="7"/>
            <a:endCxn id="62" idx="3"/>
          </p:cNvCxnSpPr>
          <p:nvPr/>
        </p:nvCxnSpPr>
        <p:spPr bwMode="auto">
          <a:xfrm flipV="1">
            <a:off x="739279" y="10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0" name="Oval 49"/>
          <p:cNvSpPr>
            <a:spLocks noChangeArrowheads="1"/>
          </p:cNvSpPr>
          <p:nvPr/>
        </p:nvSpPr>
        <p:spPr bwMode="auto">
          <a:xfrm>
            <a:off x="151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Oval 51"/>
          <p:cNvSpPr>
            <a:spLocks noChangeArrowheads="1"/>
          </p:cNvSpPr>
          <p:nvPr/>
        </p:nvSpPr>
        <p:spPr bwMode="auto">
          <a:xfrm>
            <a:off x="43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Oval 51"/>
          <p:cNvSpPr>
            <a:spLocks noChangeArrowheads="1"/>
          </p:cNvSpPr>
          <p:nvPr/>
        </p:nvSpPr>
        <p:spPr bwMode="auto">
          <a:xfrm>
            <a:off x="97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3" name="直線接點 62"/>
          <p:cNvCxnSpPr>
            <a:stCxn id="62" idx="5"/>
            <a:endCxn id="60" idx="1"/>
          </p:cNvCxnSpPr>
          <p:nvPr/>
        </p:nvCxnSpPr>
        <p:spPr bwMode="auto">
          <a:xfrm>
            <a:off x="127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4" name="AutoShape 56"/>
          <p:cNvCxnSpPr>
            <a:cxnSpLocks noChangeShapeType="1"/>
            <a:stCxn id="61" idx="5"/>
            <a:endCxn id="65" idx="1"/>
          </p:cNvCxnSpPr>
          <p:nvPr/>
        </p:nvCxnSpPr>
        <p:spPr bwMode="auto">
          <a:xfrm>
            <a:off x="73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5" name="Oval 51"/>
          <p:cNvSpPr>
            <a:spLocks noChangeArrowheads="1"/>
          </p:cNvSpPr>
          <p:nvPr/>
        </p:nvSpPr>
        <p:spPr bwMode="auto">
          <a:xfrm>
            <a:off x="97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6" name="直線接點 65"/>
          <p:cNvCxnSpPr>
            <a:stCxn id="65" idx="7"/>
            <a:endCxn id="60" idx="3"/>
          </p:cNvCxnSpPr>
          <p:nvPr/>
        </p:nvCxnSpPr>
        <p:spPr bwMode="auto">
          <a:xfrm flipV="1">
            <a:off x="127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7" name="AutoShape 56"/>
          <p:cNvCxnSpPr>
            <a:cxnSpLocks noChangeShapeType="1"/>
            <a:stCxn id="69" idx="7"/>
            <a:endCxn id="70" idx="3"/>
          </p:cNvCxnSpPr>
          <p:nvPr/>
        </p:nvCxnSpPr>
        <p:spPr bwMode="auto">
          <a:xfrm flipV="1">
            <a:off x="4159279" y="10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8" name="Oval 49"/>
          <p:cNvSpPr>
            <a:spLocks noChangeArrowheads="1"/>
          </p:cNvSpPr>
          <p:nvPr/>
        </p:nvSpPr>
        <p:spPr bwMode="auto">
          <a:xfrm>
            <a:off x="493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9" name="Oval 51"/>
          <p:cNvSpPr>
            <a:spLocks noChangeArrowheads="1"/>
          </p:cNvSpPr>
          <p:nvPr/>
        </p:nvSpPr>
        <p:spPr bwMode="auto">
          <a:xfrm>
            <a:off x="38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0" name="Oval 51"/>
          <p:cNvSpPr>
            <a:spLocks noChangeArrowheads="1"/>
          </p:cNvSpPr>
          <p:nvPr/>
        </p:nvSpPr>
        <p:spPr bwMode="auto">
          <a:xfrm>
            <a:off x="439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1" name="直線接點 70"/>
          <p:cNvCxnSpPr>
            <a:stCxn id="70" idx="5"/>
            <a:endCxn id="68" idx="1"/>
          </p:cNvCxnSpPr>
          <p:nvPr/>
        </p:nvCxnSpPr>
        <p:spPr bwMode="auto">
          <a:xfrm>
            <a:off x="469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2" name="AutoShape 56"/>
          <p:cNvCxnSpPr>
            <a:cxnSpLocks noChangeShapeType="1"/>
            <a:stCxn id="69" idx="5"/>
            <a:endCxn id="73" idx="1"/>
          </p:cNvCxnSpPr>
          <p:nvPr/>
        </p:nvCxnSpPr>
        <p:spPr bwMode="auto">
          <a:xfrm>
            <a:off x="415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73" name="Oval 51"/>
          <p:cNvSpPr>
            <a:spLocks noChangeArrowheads="1"/>
          </p:cNvSpPr>
          <p:nvPr/>
        </p:nvSpPr>
        <p:spPr bwMode="auto">
          <a:xfrm>
            <a:off x="439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4" name="直線接點 73"/>
          <p:cNvCxnSpPr>
            <a:stCxn id="73" idx="7"/>
            <a:endCxn id="68" idx="3"/>
          </p:cNvCxnSpPr>
          <p:nvPr/>
        </p:nvCxnSpPr>
        <p:spPr bwMode="auto">
          <a:xfrm flipV="1">
            <a:off x="469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75" name="Oval 49"/>
          <p:cNvSpPr>
            <a:spLocks noChangeArrowheads="1"/>
          </p:cNvSpPr>
          <p:nvPr/>
        </p:nvSpPr>
        <p:spPr bwMode="auto">
          <a:xfrm>
            <a:off x="74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6" name="Oval 51"/>
          <p:cNvSpPr>
            <a:spLocks noChangeArrowheads="1"/>
          </p:cNvSpPr>
          <p:nvPr/>
        </p:nvSpPr>
        <p:spPr bwMode="auto">
          <a:xfrm>
            <a:off x="637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7" name="Oval 51"/>
          <p:cNvSpPr>
            <a:spLocks noChangeArrowheads="1"/>
          </p:cNvSpPr>
          <p:nvPr/>
        </p:nvSpPr>
        <p:spPr bwMode="auto">
          <a:xfrm>
            <a:off x="691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8" name="直線接點 77"/>
          <p:cNvCxnSpPr>
            <a:stCxn id="77" idx="5"/>
            <a:endCxn id="75" idx="1"/>
          </p:cNvCxnSpPr>
          <p:nvPr/>
        </p:nvCxnSpPr>
        <p:spPr bwMode="auto">
          <a:xfrm>
            <a:off x="721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9" name="AutoShape 56"/>
          <p:cNvCxnSpPr>
            <a:cxnSpLocks noChangeShapeType="1"/>
            <a:stCxn id="76" idx="5"/>
            <a:endCxn id="80" idx="1"/>
          </p:cNvCxnSpPr>
          <p:nvPr/>
        </p:nvCxnSpPr>
        <p:spPr bwMode="auto">
          <a:xfrm>
            <a:off x="667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0" name="Oval 51"/>
          <p:cNvSpPr>
            <a:spLocks noChangeArrowheads="1"/>
          </p:cNvSpPr>
          <p:nvPr/>
        </p:nvSpPr>
        <p:spPr bwMode="auto">
          <a:xfrm>
            <a:off x="691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1" name="直線接點 80"/>
          <p:cNvCxnSpPr>
            <a:stCxn id="80" idx="7"/>
            <a:endCxn id="75" idx="3"/>
          </p:cNvCxnSpPr>
          <p:nvPr/>
        </p:nvCxnSpPr>
        <p:spPr bwMode="auto">
          <a:xfrm flipV="1">
            <a:off x="721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2" name="AutoShape 56"/>
          <p:cNvCxnSpPr>
            <a:cxnSpLocks noChangeShapeType="1"/>
            <a:stCxn id="84" idx="6"/>
            <a:endCxn id="85" idx="2"/>
          </p:cNvCxnSpPr>
          <p:nvPr/>
        </p:nvCxnSpPr>
        <p:spPr bwMode="auto">
          <a:xfrm>
            <a:off x="2412000" y="7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3" name="Oval 49"/>
          <p:cNvSpPr>
            <a:spLocks noChangeArrowheads="1"/>
          </p:cNvSpPr>
          <p:nvPr/>
        </p:nvSpPr>
        <p:spPr bwMode="auto">
          <a:xfrm>
            <a:off x="277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84" name="Oval 51"/>
          <p:cNvSpPr>
            <a:spLocks noChangeArrowheads="1"/>
          </p:cNvSpPr>
          <p:nvPr/>
        </p:nvSpPr>
        <p:spPr bwMode="auto">
          <a:xfrm>
            <a:off x="2052000" y="5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85" name="Oval 51"/>
          <p:cNvSpPr>
            <a:spLocks noChangeArrowheads="1"/>
          </p:cNvSpPr>
          <p:nvPr/>
        </p:nvSpPr>
        <p:spPr bwMode="auto">
          <a:xfrm>
            <a:off x="2772000" y="5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6" name="直線接點 85"/>
          <p:cNvCxnSpPr>
            <a:stCxn id="85" idx="4"/>
            <a:endCxn id="83" idx="0"/>
          </p:cNvCxnSpPr>
          <p:nvPr/>
        </p:nvCxnSpPr>
        <p:spPr bwMode="auto">
          <a:xfrm>
            <a:off x="2952000" y="9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7" name="AutoShape 56"/>
          <p:cNvCxnSpPr>
            <a:cxnSpLocks noChangeShapeType="1"/>
            <a:stCxn id="84" idx="5"/>
            <a:endCxn id="83" idx="1"/>
          </p:cNvCxnSpPr>
          <p:nvPr/>
        </p:nvCxnSpPr>
        <p:spPr bwMode="auto">
          <a:xfrm>
            <a:off x="2359279" y="85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8" name="Oval 51"/>
          <p:cNvSpPr>
            <a:spLocks noChangeArrowheads="1"/>
          </p:cNvSpPr>
          <p:nvPr/>
        </p:nvSpPr>
        <p:spPr bwMode="auto">
          <a:xfrm>
            <a:off x="2772000" y="19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9" name="直線接點 88"/>
          <p:cNvCxnSpPr>
            <a:stCxn id="88" idx="0"/>
            <a:endCxn id="83" idx="4"/>
          </p:cNvCxnSpPr>
          <p:nvPr/>
        </p:nvCxnSpPr>
        <p:spPr bwMode="auto">
          <a:xfrm flipV="1">
            <a:off x="2952000" y="16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0" name="AutoShape 56"/>
          <p:cNvCxnSpPr>
            <a:cxnSpLocks noChangeShapeType="1"/>
            <a:stCxn id="91" idx="6"/>
            <a:endCxn id="88" idx="2"/>
          </p:cNvCxnSpPr>
          <p:nvPr/>
        </p:nvCxnSpPr>
        <p:spPr bwMode="auto">
          <a:xfrm>
            <a:off x="2412000" y="21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1" name="Oval 51"/>
          <p:cNvSpPr>
            <a:spLocks noChangeArrowheads="1"/>
          </p:cNvSpPr>
          <p:nvPr/>
        </p:nvSpPr>
        <p:spPr bwMode="auto">
          <a:xfrm>
            <a:off x="2052000" y="19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2" name="AutoShape 56"/>
          <p:cNvCxnSpPr>
            <a:cxnSpLocks noChangeShapeType="1"/>
            <a:stCxn id="91" idx="7"/>
            <a:endCxn id="83" idx="3"/>
          </p:cNvCxnSpPr>
          <p:nvPr/>
        </p:nvCxnSpPr>
        <p:spPr bwMode="auto">
          <a:xfrm flipV="1">
            <a:off x="2359279" y="15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3" name="AutoShape 56"/>
          <p:cNvCxnSpPr>
            <a:cxnSpLocks noChangeShapeType="1"/>
            <a:stCxn id="60" idx="6"/>
            <a:endCxn id="83" idx="2"/>
          </p:cNvCxnSpPr>
          <p:nvPr/>
        </p:nvCxnSpPr>
        <p:spPr bwMode="auto">
          <a:xfrm>
            <a:off x="1872000" y="1449000"/>
            <a:ext cx="90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4" name="Oval 51"/>
          <p:cNvSpPr>
            <a:spLocks noChangeArrowheads="1"/>
          </p:cNvSpPr>
          <p:nvPr/>
        </p:nvSpPr>
        <p:spPr bwMode="auto">
          <a:xfrm>
            <a:off x="2052000" y="27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5" name="直線接點 94"/>
          <p:cNvCxnSpPr>
            <a:stCxn id="94" idx="0"/>
            <a:endCxn id="91" idx="4"/>
          </p:cNvCxnSpPr>
          <p:nvPr/>
        </p:nvCxnSpPr>
        <p:spPr bwMode="auto">
          <a:xfrm flipV="1">
            <a:off x="2232000" y="23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6" name="AutoShape 56"/>
          <p:cNvCxnSpPr>
            <a:cxnSpLocks noChangeShapeType="1"/>
            <a:stCxn id="61" idx="6"/>
            <a:endCxn id="60" idx="2"/>
          </p:cNvCxnSpPr>
          <p:nvPr/>
        </p:nvCxnSpPr>
        <p:spPr bwMode="auto">
          <a:xfrm>
            <a:off x="792000" y="144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7" name="AutoShape 56"/>
          <p:cNvCxnSpPr>
            <a:cxnSpLocks noChangeShapeType="1"/>
            <a:stCxn id="62" idx="4"/>
            <a:endCxn id="65" idx="0"/>
          </p:cNvCxnSpPr>
          <p:nvPr/>
        </p:nvCxnSpPr>
        <p:spPr bwMode="auto">
          <a:xfrm>
            <a:off x="1152000" y="108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8" name="Oval 49"/>
          <p:cNvSpPr>
            <a:spLocks noChangeArrowheads="1"/>
          </p:cNvSpPr>
          <p:nvPr/>
        </p:nvSpPr>
        <p:spPr bwMode="auto">
          <a:xfrm>
            <a:off x="83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9" name="直線接點 98"/>
          <p:cNvCxnSpPr>
            <a:stCxn id="77" idx="6"/>
            <a:endCxn id="98" idx="1"/>
          </p:cNvCxnSpPr>
          <p:nvPr/>
        </p:nvCxnSpPr>
        <p:spPr bwMode="auto">
          <a:xfrm>
            <a:off x="7272000" y="90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0" name="AutoShape 56"/>
          <p:cNvCxnSpPr>
            <a:cxnSpLocks noChangeShapeType="1"/>
            <a:stCxn id="77" idx="4"/>
            <a:endCxn id="80" idx="0"/>
          </p:cNvCxnSpPr>
          <p:nvPr/>
        </p:nvCxnSpPr>
        <p:spPr bwMode="auto">
          <a:xfrm>
            <a:off x="7092000" y="108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1" name="AutoShape 56"/>
          <p:cNvCxnSpPr>
            <a:cxnSpLocks noChangeShapeType="1"/>
            <a:stCxn id="76" idx="6"/>
            <a:endCxn id="75" idx="2"/>
          </p:cNvCxnSpPr>
          <p:nvPr/>
        </p:nvCxnSpPr>
        <p:spPr bwMode="auto">
          <a:xfrm>
            <a:off x="6732000" y="144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2" name="AutoShape 56"/>
          <p:cNvCxnSpPr>
            <a:cxnSpLocks noChangeShapeType="1"/>
            <a:stCxn id="83" idx="6"/>
            <a:endCxn id="69" idx="2"/>
          </p:cNvCxnSpPr>
          <p:nvPr/>
        </p:nvCxnSpPr>
        <p:spPr bwMode="auto">
          <a:xfrm>
            <a:off x="3132000" y="1449000"/>
            <a:ext cx="72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3" name="AutoShape 56"/>
          <p:cNvCxnSpPr>
            <a:cxnSpLocks noChangeShapeType="1"/>
            <a:stCxn id="68" idx="6"/>
            <a:endCxn id="76" idx="2"/>
          </p:cNvCxnSpPr>
          <p:nvPr/>
        </p:nvCxnSpPr>
        <p:spPr bwMode="auto">
          <a:xfrm>
            <a:off x="5292000" y="1449000"/>
            <a:ext cx="108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4" name="AutoShape 56"/>
          <p:cNvCxnSpPr>
            <a:cxnSpLocks noChangeShapeType="1"/>
            <a:stCxn id="106" idx="7"/>
            <a:endCxn id="80" idx="3"/>
          </p:cNvCxnSpPr>
          <p:nvPr/>
        </p:nvCxnSpPr>
        <p:spPr bwMode="auto">
          <a:xfrm flipV="1">
            <a:off x="6499279" y="2116279"/>
            <a:ext cx="465442" cy="465442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5" name="Oval 49"/>
          <p:cNvSpPr>
            <a:spLocks noChangeArrowheads="1"/>
          </p:cNvSpPr>
          <p:nvPr/>
        </p:nvSpPr>
        <p:spPr bwMode="auto">
          <a:xfrm>
            <a:off x="763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06" name="Oval 51"/>
          <p:cNvSpPr>
            <a:spLocks noChangeArrowheads="1"/>
          </p:cNvSpPr>
          <p:nvPr/>
        </p:nvSpPr>
        <p:spPr bwMode="auto">
          <a:xfrm>
            <a:off x="619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07" name="直線接點 106"/>
          <p:cNvCxnSpPr>
            <a:stCxn id="80" idx="5"/>
            <a:endCxn id="105" idx="1"/>
          </p:cNvCxnSpPr>
          <p:nvPr/>
        </p:nvCxnSpPr>
        <p:spPr bwMode="auto">
          <a:xfrm>
            <a:off x="7219279" y="211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08" name="Oval 51"/>
          <p:cNvSpPr>
            <a:spLocks noChangeArrowheads="1"/>
          </p:cNvSpPr>
          <p:nvPr/>
        </p:nvSpPr>
        <p:spPr bwMode="auto">
          <a:xfrm>
            <a:off x="547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09" name="Oval 51"/>
          <p:cNvSpPr>
            <a:spLocks noChangeArrowheads="1"/>
          </p:cNvSpPr>
          <p:nvPr/>
        </p:nvSpPr>
        <p:spPr bwMode="auto">
          <a:xfrm>
            <a:off x="547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0" name="直線接點 109"/>
          <p:cNvCxnSpPr>
            <a:stCxn id="109" idx="0"/>
            <a:endCxn id="108" idx="4"/>
          </p:cNvCxnSpPr>
          <p:nvPr/>
        </p:nvCxnSpPr>
        <p:spPr bwMode="auto">
          <a:xfrm flipV="1">
            <a:off x="5652000" y="21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1" name="AutoShape 56"/>
          <p:cNvCxnSpPr>
            <a:cxnSpLocks noChangeShapeType="1"/>
            <a:stCxn id="109" idx="6"/>
            <a:endCxn id="106" idx="2"/>
          </p:cNvCxnSpPr>
          <p:nvPr/>
        </p:nvCxnSpPr>
        <p:spPr bwMode="auto">
          <a:xfrm>
            <a:off x="5832000" y="27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2" name="直線接點 111"/>
          <p:cNvCxnSpPr>
            <a:stCxn id="108" idx="5"/>
            <a:endCxn id="106" idx="1"/>
          </p:cNvCxnSpPr>
          <p:nvPr/>
        </p:nvCxnSpPr>
        <p:spPr bwMode="auto">
          <a:xfrm>
            <a:off x="5779279" y="211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3" name="AutoShape 56"/>
          <p:cNvCxnSpPr>
            <a:cxnSpLocks noChangeShapeType="1"/>
            <a:stCxn id="75" idx="6"/>
            <a:endCxn id="98" idx="2"/>
          </p:cNvCxnSpPr>
          <p:nvPr/>
        </p:nvCxnSpPr>
        <p:spPr bwMode="auto">
          <a:xfrm>
            <a:off x="7812000" y="144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42017495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620587"/>
          </a:xfrm>
        </p:spPr>
        <p:txBody>
          <a:bodyPr/>
          <a:lstStyle/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sz="2300" i="1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if it has no cut points.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- 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that is not properly contained in a larger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</a:t>
            </a:r>
            <a:endParaRPr lang="zh-TW" altLang="en-US" dirty="0">
              <a:solidFill>
                <a:srgbClr val="000000"/>
              </a:solidFill>
            </a:endParaRPr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2493170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AutoShape 56"/>
          <p:cNvCxnSpPr>
            <a:cxnSpLocks noChangeShapeType="1"/>
            <a:stCxn id="4" idx="7"/>
            <a:endCxn id="5" idx="3"/>
          </p:cNvCxnSpPr>
          <p:nvPr/>
        </p:nvCxnSpPr>
        <p:spPr bwMode="auto">
          <a:xfrm flipV="1">
            <a:off x="73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" name="Oval 49"/>
          <p:cNvSpPr>
            <a:spLocks noChangeArrowheads="1"/>
          </p:cNvSpPr>
          <p:nvPr/>
        </p:nvSpPr>
        <p:spPr bwMode="auto">
          <a:xfrm>
            <a:off x="151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4" name="Oval 51"/>
          <p:cNvSpPr>
            <a:spLocks noChangeArrowheads="1"/>
          </p:cNvSpPr>
          <p:nvPr/>
        </p:nvSpPr>
        <p:spPr bwMode="auto">
          <a:xfrm>
            <a:off x="43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" name="Oval 51"/>
          <p:cNvSpPr>
            <a:spLocks noChangeArrowheads="1"/>
          </p:cNvSpPr>
          <p:nvPr/>
        </p:nvSpPr>
        <p:spPr bwMode="auto">
          <a:xfrm>
            <a:off x="97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" name="直線接點 5"/>
          <p:cNvCxnSpPr>
            <a:stCxn id="5" idx="5"/>
            <a:endCxn id="3" idx="1"/>
          </p:cNvCxnSpPr>
          <p:nvPr/>
        </p:nvCxnSpPr>
        <p:spPr bwMode="auto">
          <a:xfrm>
            <a:off x="127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AutoShape 56"/>
          <p:cNvCxnSpPr>
            <a:cxnSpLocks noChangeShapeType="1"/>
            <a:stCxn id="4" idx="5"/>
            <a:endCxn id="8" idx="1"/>
          </p:cNvCxnSpPr>
          <p:nvPr/>
        </p:nvCxnSpPr>
        <p:spPr bwMode="auto">
          <a:xfrm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" name="Oval 51"/>
          <p:cNvSpPr>
            <a:spLocks noChangeArrowheads="1"/>
          </p:cNvSpPr>
          <p:nvPr/>
        </p:nvSpPr>
        <p:spPr bwMode="auto">
          <a:xfrm>
            <a:off x="9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" name="直線接點 8"/>
          <p:cNvCxnSpPr>
            <a:stCxn id="8" idx="7"/>
            <a:endCxn id="3" idx="3"/>
          </p:cNvCxnSpPr>
          <p:nvPr/>
        </p:nvCxnSpPr>
        <p:spPr bwMode="auto">
          <a:xfrm flipV="1"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" name="AutoShape 56"/>
          <p:cNvCxnSpPr>
            <a:cxnSpLocks noChangeShapeType="1"/>
            <a:stCxn id="12" idx="7"/>
            <a:endCxn id="13" idx="3"/>
          </p:cNvCxnSpPr>
          <p:nvPr/>
        </p:nvCxnSpPr>
        <p:spPr bwMode="auto">
          <a:xfrm flipV="1">
            <a:off x="415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" name="Oval 49"/>
          <p:cNvSpPr>
            <a:spLocks noChangeArrowheads="1"/>
          </p:cNvSpPr>
          <p:nvPr/>
        </p:nvSpPr>
        <p:spPr bwMode="auto">
          <a:xfrm>
            <a:off x="493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2" name="Oval 51"/>
          <p:cNvSpPr>
            <a:spLocks noChangeArrowheads="1"/>
          </p:cNvSpPr>
          <p:nvPr/>
        </p:nvSpPr>
        <p:spPr bwMode="auto">
          <a:xfrm>
            <a:off x="385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" name="Oval 51"/>
          <p:cNvSpPr>
            <a:spLocks noChangeArrowheads="1"/>
          </p:cNvSpPr>
          <p:nvPr/>
        </p:nvSpPr>
        <p:spPr bwMode="auto">
          <a:xfrm>
            <a:off x="439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" name="直線接點 13"/>
          <p:cNvCxnSpPr>
            <a:stCxn id="13" idx="5"/>
            <a:endCxn id="11" idx="1"/>
          </p:cNvCxnSpPr>
          <p:nvPr/>
        </p:nvCxnSpPr>
        <p:spPr bwMode="auto">
          <a:xfrm>
            <a:off x="469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" name="AutoShape 56"/>
          <p:cNvCxnSpPr>
            <a:cxnSpLocks noChangeShapeType="1"/>
            <a:stCxn id="12" idx="5"/>
            <a:endCxn id="16" idx="1"/>
          </p:cNvCxnSpPr>
          <p:nvPr/>
        </p:nvCxnSpPr>
        <p:spPr bwMode="auto">
          <a:xfrm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Oval 51"/>
          <p:cNvSpPr>
            <a:spLocks noChangeArrowheads="1"/>
          </p:cNvSpPr>
          <p:nvPr/>
        </p:nvSpPr>
        <p:spPr bwMode="auto">
          <a:xfrm>
            <a:off x="439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" name="直線接點 16"/>
          <p:cNvCxnSpPr>
            <a:stCxn id="16" idx="7"/>
            <a:endCxn id="11" idx="3"/>
          </p:cNvCxnSpPr>
          <p:nvPr/>
        </p:nvCxnSpPr>
        <p:spPr bwMode="auto">
          <a:xfrm flipV="1"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74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Oval 51"/>
          <p:cNvSpPr>
            <a:spLocks noChangeArrowheads="1"/>
          </p:cNvSpPr>
          <p:nvPr/>
        </p:nvSpPr>
        <p:spPr bwMode="auto">
          <a:xfrm>
            <a:off x="63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691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" name="直線接點 20"/>
          <p:cNvCxnSpPr>
            <a:stCxn id="20" idx="5"/>
            <a:endCxn id="18" idx="1"/>
          </p:cNvCxnSpPr>
          <p:nvPr/>
        </p:nvCxnSpPr>
        <p:spPr bwMode="auto">
          <a:xfrm>
            <a:off x="721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" name="AutoShape 56"/>
          <p:cNvCxnSpPr>
            <a:cxnSpLocks noChangeShapeType="1"/>
            <a:stCxn id="19" idx="5"/>
            <a:endCxn id="23" idx="1"/>
          </p:cNvCxnSpPr>
          <p:nvPr/>
        </p:nvCxnSpPr>
        <p:spPr bwMode="auto">
          <a:xfrm>
            <a:off x="667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" name="Oval 51"/>
          <p:cNvSpPr>
            <a:spLocks noChangeArrowheads="1"/>
          </p:cNvSpPr>
          <p:nvPr/>
        </p:nvSpPr>
        <p:spPr bwMode="auto">
          <a:xfrm>
            <a:off x="69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24" name="直線接點 23"/>
          <p:cNvCxnSpPr>
            <a:stCxn id="23" idx="7"/>
            <a:endCxn id="18" idx="3"/>
          </p:cNvCxnSpPr>
          <p:nvPr/>
        </p:nvCxnSpPr>
        <p:spPr bwMode="auto">
          <a:xfrm flipV="1"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5" name="AutoShape 56"/>
          <p:cNvCxnSpPr>
            <a:cxnSpLocks noChangeShapeType="1"/>
            <a:stCxn id="27" idx="6"/>
            <a:endCxn id="28" idx="2"/>
          </p:cNvCxnSpPr>
          <p:nvPr/>
        </p:nvCxnSpPr>
        <p:spPr bwMode="auto">
          <a:xfrm>
            <a:off x="2412000" y="32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6" name="Oval 49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205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Oval 51"/>
          <p:cNvSpPr>
            <a:spLocks noChangeArrowheads="1"/>
          </p:cNvSpPr>
          <p:nvPr/>
        </p:nvSpPr>
        <p:spPr bwMode="auto">
          <a:xfrm>
            <a:off x="277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9" name="直線接點 28"/>
          <p:cNvCxnSpPr>
            <a:stCxn id="28" idx="4"/>
            <a:endCxn id="26" idx="0"/>
          </p:cNvCxnSpPr>
          <p:nvPr/>
        </p:nvCxnSpPr>
        <p:spPr bwMode="auto">
          <a:xfrm>
            <a:off x="2952000" y="34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0" name="AutoShape 56"/>
          <p:cNvCxnSpPr>
            <a:cxnSpLocks noChangeShapeType="1"/>
            <a:stCxn id="27" idx="5"/>
            <a:endCxn id="26" idx="1"/>
          </p:cNvCxnSpPr>
          <p:nvPr/>
        </p:nvCxnSpPr>
        <p:spPr bwMode="auto">
          <a:xfrm>
            <a:off x="2359279" y="33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9" name="AutoShape 56"/>
          <p:cNvCxnSpPr>
            <a:cxnSpLocks noChangeShapeType="1"/>
            <a:stCxn id="4" idx="6"/>
            <a:endCxn id="3" idx="2"/>
          </p:cNvCxnSpPr>
          <p:nvPr/>
        </p:nvCxnSpPr>
        <p:spPr bwMode="auto">
          <a:xfrm>
            <a:off x="79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0" name="AutoShape 56"/>
          <p:cNvCxnSpPr>
            <a:cxnSpLocks noChangeShapeType="1"/>
            <a:stCxn id="5" idx="4"/>
            <a:endCxn id="8" idx="0"/>
          </p:cNvCxnSpPr>
          <p:nvPr/>
        </p:nvCxnSpPr>
        <p:spPr bwMode="auto">
          <a:xfrm>
            <a:off x="115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83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2" name="直線接點 41"/>
          <p:cNvCxnSpPr>
            <a:stCxn id="20" idx="6"/>
            <a:endCxn id="41" idx="1"/>
          </p:cNvCxnSpPr>
          <p:nvPr/>
        </p:nvCxnSpPr>
        <p:spPr bwMode="auto">
          <a:xfrm>
            <a:off x="7272000" y="342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3" name="AutoShape 56"/>
          <p:cNvCxnSpPr>
            <a:cxnSpLocks noChangeShapeType="1"/>
            <a:stCxn id="20" idx="4"/>
            <a:endCxn id="23" idx="0"/>
          </p:cNvCxnSpPr>
          <p:nvPr/>
        </p:nvCxnSpPr>
        <p:spPr bwMode="auto">
          <a:xfrm>
            <a:off x="709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4" name="AutoShape 56"/>
          <p:cNvCxnSpPr>
            <a:cxnSpLocks noChangeShapeType="1"/>
            <a:stCxn id="19" idx="6"/>
            <a:endCxn id="18" idx="2"/>
          </p:cNvCxnSpPr>
          <p:nvPr/>
        </p:nvCxnSpPr>
        <p:spPr bwMode="auto">
          <a:xfrm>
            <a:off x="673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9" name="Oval 51"/>
          <p:cNvSpPr>
            <a:spLocks noChangeArrowheads="1"/>
          </p:cNvSpPr>
          <p:nvPr/>
        </p:nvSpPr>
        <p:spPr bwMode="auto">
          <a:xfrm>
            <a:off x="619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54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3" name="直線接點 52"/>
          <p:cNvCxnSpPr>
            <a:stCxn id="52" idx="0"/>
            <a:endCxn id="51" idx="4"/>
          </p:cNvCxnSpPr>
          <p:nvPr/>
        </p:nvCxnSpPr>
        <p:spPr bwMode="auto">
          <a:xfrm flipV="1">
            <a:off x="56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4" name="AutoShape 56"/>
          <p:cNvCxnSpPr>
            <a:cxnSpLocks noChangeShapeType="1"/>
            <a:stCxn id="52" idx="6"/>
            <a:endCxn id="49" idx="2"/>
          </p:cNvCxnSpPr>
          <p:nvPr/>
        </p:nvCxnSpPr>
        <p:spPr bwMode="auto">
          <a:xfrm>
            <a:off x="583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5" name="直線接點 54"/>
          <p:cNvCxnSpPr>
            <a:stCxn id="51" idx="5"/>
            <a:endCxn id="49" idx="1"/>
          </p:cNvCxnSpPr>
          <p:nvPr/>
        </p:nvCxnSpPr>
        <p:spPr bwMode="auto">
          <a:xfrm>
            <a:off x="5779279" y="463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18" idx="6"/>
            <a:endCxn id="41" idx="2"/>
          </p:cNvCxnSpPr>
          <p:nvPr/>
        </p:nvCxnSpPr>
        <p:spPr bwMode="auto">
          <a:xfrm>
            <a:off x="7812000" y="396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8" name="Oval 49"/>
          <p:cNvSpPr>
            <a:spLocks noChangeArrowheads="1"/>
          </p:cNvSpPr>
          <p:nvPr/>
        </p:nvSpPr>
        <p:spPr bwMode="auto">
          <a:xfrm>
            <a:off x="15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66" name="Oval 49"/>
          <p:cNvSpPr>
            <a:spLocks noChangeArrowheads="1"/>
          </p:cNvSpPr>
          <p:nvPr/>
        </p:nvSpPr>
        <p:spPr bwMode="auto">
          <a:xfrm>
            <a:off x="493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74" name="Oval 51"/>
          <p:cNvSpPr>
            <a:spLocks noChangeArrowheads="1"/>
          </p:cNvSpPr>
          <p:nvPr/>
        </p:nvSpPr>
        <p:spPr bwMode="auto">
          <a:xfrm>
            <a:off x="637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78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81" name="Oval 49"/>
          <p:cNvSpPr>
            <a:spLocks noChangeArrowheads="1"/>
          </p:cNvSpPr>
          <p:nvPr/>
        </p:nvSpPr>
        <p:spPr bwMode="auto">
          <a:xfrm>
            <a:off x="277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89" name="Oval 51"/>
          <p:cNvSpPr>
            <a:spLocks noChangeArrowheads="1"/>
          </p:cNvSpPr>
          <p:nvPr/>
        </p:nvSpPr>
        <p:spPr bwMode="auto">
          <a:xfrm>
            <a:off x="151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91" name="AutoShape 56"/>
          <p:cNvCxnSpPr>
            <a:cxnSpLocks noChangeShapeType="1"/>
            <a:stCxn id="58" idx="6"/>
            <a:endCxn id="81" idx="2"/>
          </p:cNvCxnSpPr>
          <p:nvPr/>
        </p:nvCxnSpPr>
        <p:spPr bwMode="auto">
          <a:xfrm>
            <a:off x="1872000" y="504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2" name="Oval 51"/>
          <p:cNvSpPr>
            <a:spLocks noChangeArrowheads="1"/>
          </p:cNvSpPr>
          <p:nvPr/>
        </p:nvSpPr>
        <p:spPr bwMode="auto">
          <a:xfrm>
            <a:off x="1512000" y="63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3" name="直線接點 92"/>
          <p:cNvCxnSpPr>
            <a:stCxn id="92" idx="0"/>
            <a:endCxn id="89" idx="4"/>
          </p:cNvCxnSpPr>
          <p:nvPr/>
        </p:nvCxnSpPr>
        <p:spPr bwMode="auto">
          <a:xfrm flipV="1">
            <a:off x="1692000" y="59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1" name="AutoShape 56"/>
          <p:cNvCxnSpPr>
            <a:cxnSpLocks noChangeShapeType="1"/>
            <a:stCxn id="66" idx="6"/>
            <a:endCxn id="74" idx="2"/>
          </p:cNvCxnSpPr>
          <p:nvPr/>
        </p:nvCxnSpPr>
        <p:spPr bwMode="auto">
          <a:xfrm>
            <a:off x="5292000" y="342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2" name="AutoShape 56"/>
          <p:cNvCxnSpPr>
            <a:cxnSpLocks noChangeShapeType="1"/>
            <a:stCxn id="104" idx="7"/>
            <a:endCxn id="78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4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14" name="Oval 49"/>
          <p:cNvSpPr>
            <a:spLocks noChangeArrowheads="1"/>
          </p:cNvSpPr>
          <p:nvPr/>
        </p:nvSpPr>
        <p:spPr bwMode="auto">
          <a:xfrm>
            <a:off x="2772000" y="54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15" name="Oval 51"/>
          <p:cNvSpPr>
            <a:spLocks noChangeArrowheads="1"/>
          </p:cNvSpPr>
          <p:nvPr/>
        </p:nvSpPr>
        <p:spPr bwMode="auto">
          <a:xfrm>
            <a:off x="2772000" y="61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6" name="直線接點 115"/>
          <p:cNvCxnSpPr>
            <a:stCxn id="115" idx="0"/>
            <a:endCxn id="114" idx="4"/>
          </p:cNvCxnSpPr>
          <p:nvPr/>
        </p:nvCxnSpPr>
        <p:spPr bwMode="auto">
          <a:xfrm flipV="1">
            <a:off x="2952000" y="57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7" name="AutoShape 56"/>
          <p:cNvCxnSpPr>
            <a:cxnSpLocks noChangeShapeType="1"/>
            <a:stCxn id="118" idx="6"/>
            <a:endCxn id="115" idx="2"/>
          </p:cNvCxnSpPr>
          <p:nvPr/>
        </p:nvCxnSpPr>
        <p:spPr bwMode="auto">
          <a:xfrm>
            <a:off x="2412000" y="63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8" name="Oval 51"/>
          <p:cNvSpPr>
            <a:spLocks noChangeArrowheads="1"/>
          </p:cNvSpPr>
          <p:nvPr/>
        </p:nvSpPr>
        <p:spPr bwMode="auto">
          <a:xfrm>
            <a:off x="2052000" y="61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19" name="AutoShape 56"/>
          <p:cNvCxnSpPr>
            <a:cxnSpLocks noChangeShapeType="1"/>
            <a:stCxn id="118" idx="7"/>
            <a:endCxn id="114" idx="3"/>
          </p:cNvCxnSpPr>
          <p:nvPr/>
        </p:nvCxnSpPr>
        <p:spPr bwMode="auto">
          <a:xfrm flipV="1">
            <a:off x="2359279" y="57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0" name="Oval 51"/>
          <p:cNvSpPr>
            <a:spLocks noChangeArrowheads="1"/>
          </p:cNvSpPr>
          <p:nvPr/>
        </p:nvSpPr>
        <p:spPr bwMode="auto">
          <a:xfrm>
            <a:off x="7452000" y="46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121" name="Oval 49"/>
          <p:cNvSpPr>
            <a:spLocks noChangeArrowheads="1"/>
          </p:cNvSpPr>
          <p:nvPr/>
        </p:nvSpPr>
        <p:spPr bwMode="auto">
          <a:xfrm>
            <a:off x="8172000" y="54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2" name="直線接點 121"/>
          <p:cNvCxnSpPr>
            <a:stCxn id="120" idx="5"/>
            <a:endCxn id="121" idx="1"/>
          </p:cNvCxnSpPr>
          <p:nvPr/>
        </p:nvCxnSpPr>
        <p:spPr bwMode="auto">
          <a:xfrm>
            <a:off x="7759279" y="499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3" name="AutoShape 56"/>
          <p:cNvCxnSpPr>
            <a:cxnSpLocks noChangeShapeType="1"/>
            <a:stCxn id="125" idx="7"/>
            <a:endCxn id="126" idx="3"/>
          </p:cNvCxnSpPr>
          <p:nvPr/>
        </p:nvCxnSpPr>
        <p:spPr bwMode="auto">
          <a:xfrm flipV="1">
            <a:off x="73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4" name="Oval 49"/>
          <p:cNvSpPr>
            <a:spLocks noChangeArrowheads="1"/>
          </p:cNvSpPr>
          <p:nvPr/>
        </p:nvSpPr>
        <p:spPr bwMode="auto">
          <a:xfrm>
            <a:off x="151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25" name="Oval 51"/>
          <p:cNvSpPr>
            <a:spLocks noChangeArrowheads="1"/>
          </p:cNvSpPr>
          <p:nvPr/>
        </p:nvSpPr>
        <p:spPr bwMode="auto">
          <a:xfrm>
            <a:off x="4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26" name="Oval 51"/>
          <p:cNvSpPr>
            <a:spLocks noChangeArrowheads="1"/>
          </p:cNvSpPr>
          <p:nvPr/>
        </p:nvSpPr>
        <p:spPr bwMode="auto">
          <a:xfrm>
            <a:off x="97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7" name="直線接點 126"/>
          <p:cNvCxnSpPr>
            <a:stCxn id="126" idx="5"/>
            <a:endCxn id="124" idx="1"/>
          </p:cNvCxnSpPr>
          <p:nvPr/>
        </p:nvCxnSpPr>
        <p:spPr bwMode="auto">
          <a:xfrm>
            <a:off x="127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8" name="AutoShape 56"/>
          <p:cNvCxnSpPr>
            <a:cxnSpLocks noChangeShapeType="1"/>
            <a:stCxn id="125" idx="5"/>
            <a:endCxn id="129" idx="1"/>
          </p:cNvCxnSpPr>
          <p:nvPr/>
        </p:nvCxnSpPr>
        <p:spPr bwMode="auto">
          <a:xfrm>
            <a:off x="73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9" name="Oval 51"/>
          <p:cNvSpPr>
            <a:spLocks noChangeArrowheads="1"/>
          </p:cNvSpPr>
          <p:nvPr/>
        </p:nvSpPr>
        <p:spPr bwMode="auto">
          <a:xfrm>
            <a:off x="9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0" name="直線接點 129"/>
          <p:cNvCxnSpPr>
            <a:stCxn id="129" idx="7"/>
            <a:endCxn id="124" idx="3"/>
          </p:cNvCxnSpPr>
          <p:nvPr/>
        </p:nvCxnSpPr>
        <p:spPr bwMode="auto">
          <a:xfrm flipV="1">
            <a:off x="127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1" name="AutoShape 56"/>
          <p:cNvCxnSpPr>
            <a:cxnSpLocks noChangeShapeType="1"/>
            <a:stCxn id="133" idx="7"/>
            <a:endCxn id="134" idx="3"/>
          </p:cNvCxnSpPr>
          <p:nvPr/>
        </p:nvCxnSpPr>
        <p:spPr bwMode="auto">
          <a:xfrm flipV="1">
            <a:off x="415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2" name="Oval 49"/>
          <p:cNvSpPr>
            <a:spLocks noChangeArrowheads="1"/>
          </p:cNvSpPr>
          <p:nvPr/>
        </p:nvSpPr>
        <p:spPr bwMode="auto">
          <a:xfrm>
            <a:off x="493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33" name="Oval 51"/>
          <p:cNvSpPr>
            <a:spLocks noChangeArrowheads="1"/>
          </p:cNvSpPr>
          <p:nvPr/>
        </p:nvSpPr>
        <p:spPr bwMode="auto">
          <a:xfrm>
            <a:off x="385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4" name="Oval 51"/>
          <p:cNvSpPr>
            <a:spLocks noChangeArrowheads="1"/>
          </p:cNvSpPr>
          <p:nvPr/>
        </p:nvSpPr>
        <p:spPr bwMode="auto">
          <a:xfrm>
            <a:off x="439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5" name="直線接點 134"/>
          <p:cNvCxnSpPr>
            <a:stCxn id="134" idx="5"/>
            <a:endCxn id="132" idx="1"/>
          </p:cNvCxnSpPr>
          <p:nvPr/>
        </p:nvCxnSpPr>
        <p:spPr bwMode="auto">
          <a:xfrm>
            <a:off x="469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6" name="AutoShape 56"/>
          <p:cNvCxnSpPr>
            <a:cxnSpLocks noChangeShapeType="1"/>
            <a:stCxn id="133" idx="5"/>
            <a:endCxn id="137" idx="1"/>
          </p:cNvCxnSpPr>
          <p:nvPr/>
        </p:nvCxnSpPr>
        <p:spPr bwMode="auto">
          <a:xfrm>
            <a:off x="415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7" name="Oval 51"/>
          <p:cNvSpPr>
            <a:spLocks noChangeArrowheads="1"/>
          </p:cNvSpPr>
          <p:nvPr/>
        </p:nvSpPr>
        <p:spPr bwMode="auto">
          <a:xfrm>
            <a:off x="439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8" name="直線接點 137"/>
          <p:cNvCxnSpPr>
            <a:stCxn id="137" idx="7"/>
            <a:endCxn id="132" idx="3"/>
          </p:cNvCxnSpPr>
          <p:nvPr/>
        </p:nvCxnSpPr>
        <p:spPr bwMode="auto">
          <a:xfrm flipV="1">
            <a:off x="469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39" name="Oval 49"/>
          <p:cNvSpPr>
            <a:spLocks noChangeArrowheads="1"/>
          </p:cNvSpPr>
          <p:nvPr/>
        </p:nvSpPr>
        <p:spPr bwMode="auto">
          <a:xfrm>
            <a:off x="74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0" name="Oval 51"/>
          <p:cNvSpPr>
            <a:spLocks noChangeArrowheads="1"/>
          </p:cNvSpPr>
          <p:nvPr/>
        </p:nvSpPr>
        <p:spPr bwMode="auto">
          <a:xfrm>
            <a:off x="637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41" name="Oval 51"/>
          <p:cNvSpPr>
            <a:spLocks noChangeArrowheads="1"/>
          </p:cNvSpPr>
          <p:nvPr/>
        </p:nvSpPr>
        <p:spPr bwMode="auto">
          <a:xfrm>
            <a:off x="691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2" name="直線接點 141"/>
          <p:cNvCxnSpPr>
            <a:stCxn id="141" idx="5"/>
            <a:endCxn id="139" idx="1"/>
          </p:cNvCxnSpPr>
          <p:nvPr/>
        </p:nvCxnSpPr>
        <p:spPr bwMode="auto">
          <a:xfrm>
            <a:off x="721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3" name="AutoShape 56"/>
          <p:cNvCxnSpPr>
            <a:cxnSpLocks noChangeShapeType="1"/>
            <a:stCxn id="140" idx="5"/>
            <a:endCxn id="144" idx="1"/>
          </p:cNvCxnSpPr>
          <p:nvPr/>
        </p:nvCxnSpPr>
        <p:spPr bwMode="auto">
          <a:xfrm>
            <a:off x="667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4" name="Oval 51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145" name="直線接點 144"/>
          <p:cNvCxnSpPr>
            <a:stCxn id="144" idx="7"/>
            <a:endCxn id="139" idx="3"/>
          </p:cNvCxnSpPr>
          <p:nvPr/>
        </p:nvCxnSpPr>
        <p:spPr bwMode="auto">
          <a:xfrm flipV="1">
            <a:off x="721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6" name="AutoShape 56"/>
          <p:cNvCxnSpPr>
            <a:cxnSpLocks noChangeShapeType="1"/>
            <a:stCxn id="148" idx="6"/>
            <a:endCxn id="149" idx="2"/>
          </p:cNvCxnSpPr>
          <p:nvPr/>
        </p:nvCxnSpPr>
        <p:spPr bwMode="auto">
          <a:xfrm>
            <a:off x="2412000" y="3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7" name="Oval 49"/>
          <p:cNvSpPr>
            <a:spLocks noChangeArrowheads="1"/>
          </p:cNvSpPr>
          <p:nvPr/>
        </p:nvSpPr>
        <p:spPr bwMode="auto">
          <a:xfrm>
            <a:off x="277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48" name="Oval 51"/>
          <p:cNvSpPr>
            <a:spLocks noChangeArrowheads="1"/>
          </p:cNvSpPr>
          <p:nvPr/>
        </p:nvSpPr>
        <p:spPr bwMode="auto">
          <a:xfrm>
            <a:off x="205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9" name="Oval 51"/>
          <p:cNvSpPr>
            <a:spLocks noChangeArrowheads="1"/>
          </p:cNvSpPr>
          <p:nvPr/>
        </p:nvSpPr>
        <p:spPr bwMode="auto">
          <a:xfrm>
            <a:off x="277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0" name="直線接點 149"/>
          <p:cNvCxnSpPr>
            <a:stCxn id="149" idx="4"/>
            <a:endCxn id="147" idx="0"/>
          </p:cNvCxnSpPr>
          <p:nvPr/>
        </p:nvCxnSpPr>
        <p:spPr bwMode="auto">
          <a:xfrm>
            <a:off x="2952000" y="5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1" name="AutoShape 56"/>
          <p:cNvCxnSpPr>
            <a:cxnSpLocks noChangeShapeType="1"/>
            <a:stCxn id="148" idx="5"/>
            <a:endCxn id="147" idx="1"/>
          </p:cNvCxnSpPr>
          <p:nvPr/>
        </p:nvCxnSpPr>
        <p:spPr bwMode="auto">
          <a:xfrm>
            <a:off x="2359279" y="4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2" name="Oval 51"/>
          <p:cNvSpPr>
            <a:spLocks noChangeArrowheads="1"/>
          </p:cNvSpPr>
          <p:nvPr/>
        </p:nvSpPr>
        <p:spPr bwMode="auto">
          <a:xfrm>
            <a:off x="277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3" name="直線接點 152"/>
          <p:cNvCxnSpPr>
            <a:stCxn id="152" idx="0"/>
            <a:endCxn id="147" idx="4"/>
          </p:cNvCxnSpPr>
          <p:nvPr/>
        </p:nvCxnSpPr>
        <p:spPr bwMode="auto">
          <a:xfrm flipV="1">
            <a:off x="2952000" y="12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4" name="AutoShape 56"/>
          <p:cNvCxnSpPr>
            <a:cxnSpLocks noChangeShapeType="1"/>
            <a:stCxn id="155" idx="6"/>
            <a:endCxn id="152" idx="2"/>
          </p:cNvCxnSpPr>
          <p:nvPr/>
        </p:nvCxnSpPr>
        <p:spPr bwMode="auto">
          <a:xfrm>
            <a:off x="2412000" y="18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5" name="Oval 51"/>
          <p:cNvSpPr>
            <a:spLocks noChangeArrowheads="1"/>
          </p:cNvSpPr>
          <p:nvPr/>
        </p:nvSpPr>
        <p:spPr bwMode="auto">
          <a:xfrm>
            <a:off x="2052000" y="16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56" name="AutoShape 56"/>
          <p:cNvCxnSpPr>
            <a:cxnSpLocks noChangeShapeType="1"/>
            <a:stCxn id="155" idx="7"/>
            <a:endCxn id="147" idx="3"/>
          </p:cNvCxnSpPr>
          <p:nvPr/>
        </p:nvCxnSpPr>
        <p:spPr bwMode="auto">
          <a:xfrm flipV="1">
            <a:off x="2359279" y="12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7" name="AutoShape 56"/>
          <p:cNvCxnSpPr>
            <a:cxnSpLocks noChangeShapeType="1"/>
            <a:stCxn id="124" idx="6"/>
            <a:endCxn id="147" idx="2"/>
          </p:cNvCxnSpPr>
          <p:nvPr/>
        </p:nvCxnSpPr>
        <p:spPr bwMode="auto">
          <a:xfrm>
            <a:off x="1872000" y="108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8" name="Oval 51"/>
          <p:cNvSpPr>
            <a:spLocks noChangeArrowheads="1"/>
          </p:cNvSpPr>
          <p:nvPr/>
        </p:nvSpPr>
        <p:spPr bwMode="auto">
          <a:xfrm>
            <a:off x="2052000" y="23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9" name="直線接點 158"/>
          <p:cNvCxnSpPr>
            <a:stCxn id="158" idx="0"/>
            <a:endCxn id="155" idx="4"/>
          </p:cNvCxnSpPr>
          <p:nvPr/>
        </p:nvCxnSpPr>
        <p:spPr bwMode="auto">
          <a:xfrm flipV="1">
            <a:off x="2232000" y="19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0" name="AutoShape 56"/>
          <p:cNvCxnSpPr>
            <a:cxnSpLocks noChangeShapeType="1"/>
            <a:stCxn id="125" idx="6"/>
            <a:endCxn id="124" idx="2"/>
          </p:cNvCxnSpPr>
          <p:nvPr/>
        </p:nvCxnSpPr>
        <p:spPr bwMode="auto">
          <a:xfrm>
            <a:off x="79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1" name="AutoShape 56"/>
          <p:cNvCxnSpPr>
            <a:cxnSpLocks noChangeShapeType="1"/>
            <a:stCxn id="126" idx="4"/>
            <a:endCxn id="129" idx="0"/>
          </p:cNvCxnSpPr>
          <p:nvPr/>
        </p:nvCxnSpPr>
        <p:spPr bwMode="auto">
          <a:xfrm>
            <a:off x="115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2" name="Oval 49"/>
          <p:cNvSpPr>
            <a:spLocks noChangeArrowheads="1"/>
          </p:cNvSpPr>
          <p:nvPr/>
        </p:nvSpPr>
        <p:spPr bwMode="auto">
          <a:xfrm>
            <a:off x="83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3" name="直線接點 162"/>
          <p:cNvCxnSpPr>
            <a:stCxn id="141" idx="6"/>
            <a:endCxn id="162" idx="1"/>
          </p:cNvCxnSpPr>
          <p:nvPr/>
        </p:nvCxnSpPr>
        <p:spPr bwMode="auto">
          <a:xfrm>
            <a:off x="7272000" y="5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4" name="AutoShape 56"/>
          <p:cNvCxnSpPr>
            <a:cxnSpLocks noChangeShapeType="1"/>
            <a:stCxn id="141" idx="4"/>
            <a:endCxn id="144" idx="0"/>
          </p:cNvCxnSpPr>
          <p:nvPr/>
        </p:nvCxnSpPr>
        <p:spPr bwMode="auto">
          <a:xfrm>
            <a:off x="709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5" name="AutoShape 56"/>
          <p:cNvCxnSpPr>
            <a:cxnSpLocks noChangeShapeType="1"/>
            <a:stCxn id="140" idx="6"/>
            <a:endCxn id="139" idx="2"/>
          </p:cNvCxnSpPr>
          <p:nvPr/>
        </p:nvCxnSpPr>
        <p:spPr bwMode="auto">
          <a:xfrm>
            <a:off x="67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6" name="AutoShape 56"/>
          <p:cNvCxnSpPr>
            <a:cxnSpLocks noChangeShapeType="1"/>
            <a:stCxn id="147" idx="6"/>
            <a:endCxn id="133" idx="2"/>
          </p:cNvCxnSpPr>
          <p:nvPr/>
        </p:nvCxnSpPr>
        <p:spPr bwMode="auto">
          <a:xfrm>
            <a:off x="31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7" name="AutoShape 56"/>
          <p:cNvCxnSpPr>
            <a:cxnSpLocks noChangeShapeType="1"/>
            <a:stCxn id="132" idx="6"/>
            <a:endCxn id="140" idx="2"/>
          </p:cNvCxnSpPr>
          <p:nvPr/>
        </p:nvCxnSpPr>
        <p:spPr bwMode="auto">
          <a:xfrm>
            <a:off x="5292000" y="108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8" name="AutoShape 56"/>
          <p:cNvCxnSpPr>
            <a:cxnSpLocks noChangeShapeType="1"/>
            <a:stCxn id="170" idx="7"/>
            <a:endCxn id="144" idx="3"/>
          </p:cNvCxnSpPr>
          <p:nvPr/>
        </p:nvCxnSpPr>
        <p:spPr bwMode="auto">
          <a:xfrm flipV="1">
            <a:off x="6499279" y="175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9" name="Oval 49"/>
          <p:cNvSpPr>
            <a:spLocks noChangeArrowheads="1"/>
          </p:cNvSpPr>
          <p:nvPr/>
        </p:nvSpPr>
        <p:spPr bwMode="auto">
          <a:xfrm>
            <a:off x="763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0" name="Oval 51"/>
          <p:cNvSpPr>
            <a:spLocks noChangeArrowheads="1"/>
          </p:cNvSpPr>
          <p:nvPr/>
        </p:nvSpPr>
        <p:spPr bwMode="auto">
          <a:xfrm>
            <a:off x="6192000" y="21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cxnSp>
        <p:nvCxnSpPr>
          <p:cNvPr id="171" name="直線接點 170"/>
          <p:cNvCxnSpPr>
            <a:stCxn id="144" idx="5"/>
            <a:endCxn id="169" idx="1"/>
          </p:cNvCxnSpPr>
          <p:nvPr/>
        </p:nvCxnSpPr>
        <p:spPr bwMode="auto">
          <a:xfrm>
            <a:off x="721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72" name="Oval 51"/>
          <p:cNvSpPr>
            <a:spLocks noChangeArrowheads="1"/>
          </p:cNvSpPr>
          <p:nvPr/>
        </p:nvSpPr>
        <p:spPr bwMode="auto">
          <a:xfrm>
            <a:off x="54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3" name="Oval 51"/>
          <p:cNvSpPr>
            <a:spLocks noChangeArrowheads="1"/>
          </p:cNvSpPr>
          <p:nvPr/>
        </p:nvSpPr>
        <p:spPr bwMode="auto">
          <a:xfrm>
            <a:off x="547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4" name="直線接點 173"/>
          <p:cNvCxnSpPr>
            <a:stCxn id="173" idx="0"/>
            <a:endCxn id="172" idx="4"/>
          </p:cNvCxnSpPr>
          <p:nvPr/>
        </p:nvCxnSpPr>
        <p:spPr bwMode="auto">
          <a:xfrm flipV="1">
            <a:off x="5652000" y="18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5" name="AutoShape 56"/>
          <p:cNvCxnSpPr>
            <a:cxnSpLocks noChangeShapeType="1"/>
            <a:stCxn id="173" idx="6"/>
            <a:endCxn id="170" idx="2"/>
          </p:cNvCxnSpPr>
          <p:nvPr/>
        </p:nvCxnSpPr>
        <p:spPr bwMode="auto">
          <a:xfrm>
            <a:off x="5832000" y="23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76" name="直線接點 175"/>
          <p:cNvCxnSpPr>
            <a:stCxn id="172" idx="5"/>
            <a:endCxn id="170" idx="1"/>
          </p:cNvCxnSpPr>
          <p:nvPr/>
        </p:nvCxnSpPr>
        <p:spPr bwMode="auto">
          <a:xfrm>
            <a:off x="577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7" name="AutoShape 56"/>
          <p:cNvCxnSpPr>
            <a:cxnSpLocks noChangeShapeType="1"/>
            <a:stCxn id="139" idx="6"/>
            <a:endCxn id="162" idx="2"/>
          </p:cNvCxnSpPr>
          <p:nvPr/>
        </p:nvCxnSpPr>
        <p:spPr bwMode="auto">
          <a:xfrm>
            <a:off x="7812000" y="10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8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79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cxnSp>
        <p:nvCxnSpPr>
          <p:cNvPr id="180" name="AutoShape 56"/>
          <p:cNvCxnSpPr>
            <a:cxnSpLocks noChangeShapeType="1"/>
            <a:stCxn id="179" idx="6"/>
            <a:endCxn id="178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81" name="AutoShape 56"/>
          <p:cNvCxnSpPr>
            <a:cxnSpLocks noChangeShapeType="1"/>
          </p:cNvCxnSpPr>
          <p:nvPr/>
        </p:nvCxnSpPr>
        <p:spPr bwMode="auto">
          <a:xfrm>
            <a:off x="252000" y="2889000"/>
            <a:ext cx="8640000" cy="0"/>
          </a:xfrm>
          <a:prstGeom prst="straightConnector1">
            <a:avLst/>
          </a:prstGeom>
          <a:noFill/>
          <a:ln w="2540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30212716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1" name="AutoShape 56"/>
          <p:cNvCxnSpPr>
            <a:cxnSpLocks noChangeShapeType="1"/>
            <a:stCxn id="183" idx="7"/>
            <a:endCxn id="184" idx="3"/>
          </p:cNvCxnSpPr>
          <p:nvPr/>
        </p:nvCxnSpPr>
        <p:spPr bwMode="auto">
          <a:xfrm flipV="1">
            <a:off x="73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2" name="Oval 49"/>
          <p:cNvSpPr>
            <a:spLocks noChangeArrowheads="1"/>
          </p:cNvSpPr>
          <p:nvPr/>
        </p:nvSpPr>
        <p:spPr bwMode="auto">
          <a:xfrm>
            <a:off x="151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83" name="Oval 51"/>
          <p:cNvSpPr>
            <a:spLocks noChangeArrowheads="1"/>
          </p:cNvSpPr>
          <p:nvPr/>
        </p:nvSpPr>
        <p:spPr bwMode="auto">
          <a:xfrm>
            <a:off x="4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84" name="Oval 51"/>
          <p:cNvSpPr>
            <a:spLocks noChangeArrowheads="1"/>
          </p:cNvSpPr>
          <p:nvPr/>
        </p:nvSpPr>
        <p:spPr bwMode="auto">
          <a:xfrm>
            <a:off x="97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85" name="直線接點 184"/>
          <p:cNvCxnSpPr>
            <a:stCxn id="184" idx="5"/>
            <a:endCxn id="182" idx="1"/>
          </p:cNvCxnSpPr>
          <p:nvPr/>
        </p:nvCxnSpPr>
        <p:spPr bwMode="auto">
          <a:xfrm>
            <a:off x="127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86" name="AutoShape 56"/>
          <p:cNvCxnSpPr>
            <a:cxnSpLocks noChangeShapeType="1"/>
            <a:stCxn id="183" idx="5"/>
            <a:endCxn id="187" idx="1"/>
          </p:cNvCxnSpPr>
          <p:nvPr/>
        </p:nvCxnSpPr>
        <p:spPr bwMode="auto">
          <a:xfrm>
            <a:off x="73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7" name="Oval 51"/>
          <p:cNvSpPr>
            <a:spLocks noChangeArrowheads="1"/>
          </p:cNvSpPr>
          <p:nvPr/>
        </p:nvSpPr>
        <p:spPr bwMode="auto">
          <a:xfrm>
            <a:off x="9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88" name="直線接點 187"/>
          <p:cNvCxnSpPr>
            <a:stCxn id="187" idx="7"/>
            <a:endCxn id="182" idx="3"/>
          </p:cNvCxnSpPr>
          <p:nvPr/>
        </p:nvCxnSpPr>
        <p:spPr bwMode="auto">
          <a:xfrm flipV="1">
            <a:off x="127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89" name="AutoShape 56"/>
          <p:cNvCxnSpPr>
            <a:cxnSpLocks noChangeShapeType="1"/>
            <a:stCxn id="191" idx="7"/>
            <a:endCxn id="192" idx="3"/>
          </p:cNvCxnSpPr>
          <p:nvPr/>
        </p:nvCxnSpPr>
        <p:spPr bwMode="auto">
          <a:xfrm flipV="1">
            <a:off x="415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90" name="Oval 49"/>
          <p:cNvSpPr>
            <a:spLocks noChangeArrowheads="1"/>
          </p:cNvSpPr>
          <p:nvPr/>
        </p:nvSpPr>
        <p:spPr bwMode="auto">
          <a:xfrm>
            <a:off x="49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1" name="Oval 51"/>
          <p:cNvSpPr>
            <a:spLocks noChangeArrowheads="1"/>
          </p:cNvSpPr>
          <p:nvPr/>
        </p:nvSpPr>
        <p:spPr bwMode="auto">
          <a:xfrm>
            <a:off x="38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2" name="Oval 51"/>
          <p:cNvSpPr>
            <a:spLocks noChangeArrowheads="1"/>
          </p:cNvSpPr>
          <p:nvPr/>
        </p:nvSpPr>
        <p:spPr bwMode="auto">
          <a:xfrm>
            <a:off x="439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3" name="直線接點 192"/>
          <p:cNvCxnSpPr>
            <a:stCxn id="192" idx="5"/>
            <a:endCxn id="190" idx="1"/>
          </p:cNvCxnSpPr>
          <p:nvPr/>
        </p:nvCxnSpPr>
        <p:spPr bwMode="auto">
          <a:xfrm>
            <a:off x="469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94" name="AutoShape 56"/>
          <p:cNvCxnSpPr>
            <a:cxnSpLocks noChangeShapeType="1"/>
            <a:stCxn id="191" idx="5"/>
            <a:endCxn id="195" idx="1"/>
          </p:cNvCxnSpPr>
          <p:nvPr/>
        </p:nvCxnSpPr>
        <p:spPr bwMode="auto">
          <a:xfrm>
            <a:off x="415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95" name="Oval 51"/>
          <p:cNvSpPr>
            <a:spLocks noChangeArrowheads="1"/>
          </p:cNvSpPr>
          <p:nvPr/>
        </p:nvSpPr>
        <p:spPr bwMode="auto">
          <a:xfrm>
            <a:off x="439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6" name="直線接點 195"/>
          <p:cNvCxnSpPr>
            <a:stCxn id="195" idx="7"/>
            <a:endCxn id="190" idx="3"/>
          </p:cNvCxnSpPr>
          <p:nvPr/>
        </p:nvCxnSpPr>
        <p:spPr bwMode="auto">
          <a:xfrm flipV="1">
            <a:off x="469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97" name="Oval 49"/>
          <p:cNvSpPr>
            <a:spLocks noChangeArrowheads="1"/>
          </p:cNvSpPr>
          <p:nvPr/>
        </p:nvSpPr>
        <p:spPr bwMode="auto">
          <a:xfrm>
            <a:off x="74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8" name="Oval 51"/>
          <p:cNvSpPr>
            <a:spLocks noChangeArrowheads="1"/>
          </p:cNvSpPr>
          <p:nvPr/>
        </p:nvSpPr>
        <p:spPr bwMode="auto">
          <a:xfrm>
            <a:off x="637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9" name="Oval 51"/>
          <p:cNvSpPr>
            <a:spLocks noChangeArrowheads="1"/>
          </p:cNvSpPr>
          <p:nvPr/>
        </p:nvSpPr>
        <p:spPr bwMode="auto">
          <a:xfrm>
            <a:off x="691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0" name="直線接點 199"/>
          <p:cNvCxnSpPr>
            <a:stCxn id="199" idx="5"/>
            <a:endCxn id="197" idx="1"/>
          </p:cNvCxnSpPr>
          <p:nvPr/>
        </p:nvCxnSpPr>
        <p:spPr bwMode="auto">
          <a:xfrm>
            <a:off x="721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1" name="AutoShape 56"/>
          <p:cNvCxnSpPr>
            <a:cxnSpLocks noChangeShapeType="1"/>
            <a:stCxn id="198" idx="5"/>
            <a:endCxn id="202" idx="1"/>
          </p:cNvCxnSpPr>
          <p:nvPr/>
        </p:nvCxnSpPr>
        <p:spPr bwMode="auto">
          <a:xfrm>
            <a:off x="667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02" name="Oval 51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3" name="直線接點 202"/>
          <p:cNvCxnSpPr>
            <a:stCxn id="202" idx="7"/>
            <a:endCxn id="197" idx="3"/>
          </p:cNvCxnSpPr>
          <p:nvPr/>
        </p:nvCxnSpPr>
        <p:spPr bwMode="auto">
          <a:xfrm flipV="1">
            <a:off x="721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4" name="AutoShape 56"/>
          <p:cNvCxnSpPr>
            <a:cxnSpLocks noChangeShapeType="1"/>
            <a:stCxn id="206" idx="6"/>
            <a:endCxn id="207" idx="2"/>
          </p:cNvCxnSpPr>
          <p:nvPr/>
        </p:nvCxnSpPr>
        <p:spPr bwMode="auto">
          <a:xfrm>
            <a:off x="2412000" y="3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05" name="Oval 49"/>
          <p:cNvSpPr>
            <a:spLocks noChangeArrowheads="1"/>
          </p:cNvSpPr>
          <p:nvPr/>
        </p:nvSpPr>
        <p:spPr bwMode="auto">
          <a:xfrm>
            <a:off x="277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6" name="Oval 51"/>
          <p:cNvSpPr>
            <a:spLocks noChangeArrowheads="1"/>
          </p:cNvSpPr>
          <p:nvPr/>
        </p:nvSpPr>
        <p:spPr bwMode="auto">
          <a:xfrm>
            <a:off x="205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7" name="Oval 51"/>
          <p:cNvSpPr>
            <a:spLocks noChangeArrowheads="1"/>
          </p:cNvSpPr>
          <p:nvPr/>
        </p:nvSpPr>
        <p:spPr bwMode="auto">
          <a:xfrm>
            <a:off x="277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8" name="直線接點 207"/>
          <p:cNvCxnSpPr>
            <a:stCxn id="207" idx="4"/>
            <a:endCxn id="205" idx="0"/>
          </p:cNvCxnSpPr>
          <p:nvPr/>
        </p:nvCxnSpPr>
        <p:spPr bwMode="auto">
          <a:xfrm>
            <a:off x="2952000" y="5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9" name="AutoShape 56"/>
          <p:cNvCxnSpPr>
            <a:cxnSpLocks noChangeShapeType="1"/>
            <a:stCxn id="206" idx="5"/>
            <a:endCxn id="205" idx="1"/>
          </p:cNvCxnSpPr>
          <p:nvPr/>
        </p:nvCxnSpPr>
        <p:spPr bwMode="auto">
          <a:xfrm>
            <a:off x="2359279" y="4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0" name="Oval 51"/>
          <p:cNvSpPr>
            <a:spLocks noChangeArrowheads="1"/>
          </p:cNvSpPr>
          <p:nvPr/>
        </p:nvSpPr>
        <p:spPr bwMode="auto">
          <a:xfrm>
            <a:off x="277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1" name="直線接點 210"/>
          <p:cNvCxnSpPr>
            <a:stCxn id="210" idx="0"/>
            <a:endCxn id="205" idx="4"/>
          </p:cNvCxnSpPr>
          <p:nvPr/>
        </p:nvCxnSpPr>
        <p:spPr bwMode="auto">
          <a:xfrm flipV="1">
            <a:off x="2952000" y="12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12" name="AutoShape 56"/>
          <p:cNvCxnSpPr>
            <a:cxnSpLocks noChangeShapeType="1"/>
            <a:stCxn id="213" idx="6"/>
            <a:endCxn id="210" idx="2"/>
          </p:cNvCxnSpPr>
          <p:nvPr/>
        </p:nvCxnSpPr>
        <p:spPr bwMode="auto">
          <a:xfrm>
            <a:off x="2412000" y="18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3" name="Oval 51"/>
          <p:cNvSpPr>
            <a:spLocks noChangeArrowheads="1"/>
          </p:cNvSpPr>
          <p:nvPr/>
        </p:nvSpPr>
        <p:spPr bwMode="auto">
          <a:xfrm>
            <a:off x="205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4" name="AutoShape 56"/>
          <p:cNvCxnSpPr>
            <a:cxnSpLocks noChangeShapeType="1"/>
            <a:stCxn id="213" idx="7"/>
            <a:endCxn id="205" idx="3"/>
          </p:cNvCxnSpPr>
          <p:nvPr/>
        </p:nvCxnSpPr>
        <p:spPr bwMode="auto">
          <a:xfrm flipV="1">
            <a:off x="2359279" y="12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5" name="Oval 51"/>
          <p:cNvSpPr>
            <a:spLocks noChangeArrowheads="1"/>
          </p:cNvSpPr>
          <p:nvPr/>
        </p:nvSpPr>
        <p:spPr bwMode="auto">
          <a:xfrm>
            <a:off x="2052000" y="23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6" name="AutoShape 56"/>
          <p:cNvCxnSpPr>
            <a:cxnSpLocks noChangeShapeType="1"/>
            <a:stCxn id="183" idx="6"/>
            <a:endCxn id="182" idx="2"/>
          </p:cNvCxnSpPr>
          <p:nvPr/>
        </p:nvCxnSpPr>
        <p:spPr bwMode="auto">
          <a:xfrm>
            <a:off x="79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17" name="AutoShape 56"/>
          <p:cNvCxnSpPr>
            <a:cxnSpLocks noChangeShapeType="1"/>
            <a:stCxn id="184" idx="4"/>
            <a:endCxn id="187" idx="0"/>
          </p:cNvCxnSpPr>
          <p:nvPr/>
        </p:nvCxnSpPr>
        <p:spPr bwMode="auto">
          <a:xfrm>
            <a:off x="115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8" name="Oval 49"/>
          <p:cNvSpPr>
            <a:spLocks noChangeArrowheads="1"/>
          </p:cNvSpPr>
          <p:nvPr/>
        </p:nvSpPr>
        <p:spPr bwMode="auto">
          <a:xfrm>
            <a:off x="83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9" name="直線接點 218"/>
          <p:cNvCxnSpPr>
            <a:stCxn id="199" idx="6"/>
            <a:endCxn id="218" idx="1"/>
          </p:cNvCxnSpPr>
          <p:nvPr/>
        </p:nvCxnSpPr>
        <p:spPr bwMode="auto">
          <a:xfrm>
            <a:off x="7272000" y="5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0" name="AutoShape 56"/>
          <p:cNvCxnSpPr>
            <a:cxnSpLocks noChangeShapeType="1"/>
            <a:stCxn id="199" idx="4"/>
            <a:endCxn id="202" idx="0"/>
          </p:cNvCxnSpPr>
          <p:nvPr/>
        </p:nvCxnSpPr>
        <p:spPr bwMode="auto">
          <a:xfrm>
            <a:off x="709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21" name="AutoShape 56"/>
          <p:cNvCxnSpPr>
            <a:cxnSpLocks noChangeShapeType="1"/>
            <a:stCxn id="198" idx="6"/>
            <a:endCxn id="197" idx="2"/>
          </p:cNvCxnSpPr>
          <p:nvPr/>
        </p:nvCxnSpPr>
        <p:spPr bwMode="auto">
          <a:xfrm>
            <a:off x="67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22" name="Oval 49"/>
          <p:cNvSpPr>
            <a:spLocks noChangeArrowheads="1"/>
          </p:cNvSpPr>
          <p:nvPr/>
        </p:nvSpPr>
        <p:spPr bwMode="auto">
          <a:xfrm>
            <a:off x="763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3" name="Oval 51"/>
          <p:cNvSpPr>
            <a:spLocks noChangeArrowheads="1"/>
          </p:cNvSpPr>
          <p:nvPr/>
        </p:nvSpPr>
        <p:spPr bwMode="auto">
          <a:xfrm>
            <a:off x="619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4" name="Oval 51"/>
          <p:cNvSpPr>
            <a:spLocks noChangeArrowheads="1"/>
          </p:cNvSpPr>
          <p:nvPr/>
        </p:nvSpPr>
        <p:spPr bwMode="auto">
          <a:xfrm>
            <a:off x="54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5" name="Oval 51"/>
          <p:cNvSpPr>
            <a:spLocks noChangeArrowheads="1"/>
          </p:cNvSpPr>
          <p:nvPr/>
        </p:nvSpPr>
        <p:spPr bwMode="auto">
          <a:xfrm>
            <a:off x="547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26" name="直線接點 225"/>
          <p:cNvCxnSpPr>
            <a:stCxn id="225" idx="0"/>
            <a:endCxn id="224" idx="4"/>
          </p:cNvCxnSpPr>
          <p:nvPr/>
        </p:nvCxnSpPr>
        <p:spPr bwMode="auto">
          <a:xfrm flipV="1">
            <a:off x="5652000" y="18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7" name="AutoShape 56"/>
          <p:cNvCxnSpPr>
            <a:cxnSpLocks noChangeShapeType="1"/>
            <a:stCxn id="225" idx="6"/>
            <a:endCxn id="223" idx="2"/>
          </p:cNvCxnSpPr>
          <p:nvPr/>
        </p:nvCxnSpPr>
        <p:spPr bwMode="auto">
          <a:xfrm>
            <a:off x="5832000" y="23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28" name="直線接點 227"/>
          <p:cNvCxnSpPr>
            <a:stCxn id="224" idx="5"/>
            <a:endCxn id="223" idx="1"/>
          </p:cNvCxnSpPr>
          <p:nvPr/>
        </p:nvCxnSpPr>
        <p:spPr bwMode="auto">
          <a:xfrm>
            <a:off x="577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9" name="AutoShape 56"/>
          <p:cNvCxnSpPr>
            <a:cxnSpLocks noChangeShapeType="1"/>
            <a:stCxn id="197" idx="6"/>
            <a:endCxn id="218" idx="2"/>
          </p:cNvCxnSpPr>
          <p:nvPr/>
        </p:nvCxnSpPr>
        <p:spPr bwMode="auto">
          <a:xfrm>
            <a:off x="7812000" y="10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23" name="AutoShape 56"/>
          <p:cNvCxnSpPr>
            <a:cxnSpLocks noChangeShapeType="1"/>
            <a:stCxn id="125" idx="7"/>
            <a:endCxn id="126" idx="3"/>
          </p:cNvCxnSpPr>
          <p:nvPr/>
        </p:nvCxnSpPr>
        <p:spPr bwMode="auto">
          <a:xfrm flipV="1">
            <a:off x="73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4" name="Oval 49"/>
          <p:cNvSpPr>
            <a:spLocks noChangeArrowheads="1"/>
          </p:cNvSpPr>
          <p:nvPr/>
        </p:nvSpPr>
        <p:spPr bwMode="auto">
          <a:xfrm>
            <a:off x="151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25" name="Oval 51"/>
          <p:cNvSpPr>
            <a:spLocks noChangeArrowheads="1"/>
          </p:cNvSpPr>
          <p:nvPr/>
        </p:nvSpPr>
        <p:spPr bwMode="auto">
          <a:xfrm>
            <a:off x="43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26" name="Oval 51"/>
          <p:cNvSpPr>
            <a:spLocks noChangeArrowheads="1"/>
          </p:cNvSpPr>
          <p:nvPr/>
        </p:nvSpPr>
        <p:spPr bwMode="auto">
          <a:xfrm>
            <a:off x="97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7" name="直線接點 126"/>
          <p:cNvCxnSpPr>
            <a:stCxn id="126" idx="5"/>
            <a:endCxn id="124" idx="1"/>
          </p:cNvCxnSpPr>
          <p:nvPr/>
        </p:nvCxnSpPr>
        <p:spPr bwMode="auto">
          <a:xfrm>
            <a:off x="127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8" name="AutoShape 56"/>
          <p:cNvCxnSpPr>
            <a:cxnSpLocks noChangeShapeType="1"/>
            <a:stCxn id="125" idx="5"/>
            <a:endCxn id="129" idx="1"/>
          </p:cNvCxnSpPr>
          <p:nvPr/>
        </p:nvCxnSpPr>
        <p:spPr bwMode="auto">
          <a:xfrm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9" name="Oval 51"/>
          <p:cNvSpPr>
            <a:spLocks noChangeArrowheads="1"/>
          </p:cNvSpPr>
          <p:nvPr/>
        </p:nvSpPr>
        <p:spPr bwMode="auto">
          <a:xfrm>
            <a:off x="9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0" name="直線接點 129"/>
          <p:cNvCxnSpPr>
            <a:stCxn id="129" idx="7"/>
            <a:endCxn id="124" idx="3"/>
          </p:cNvCxnSpPr>
          <p:nvPr/>
        </p:nvCxnSpPr>
        <p:spPr bwMode="auto">
          <a:xfrm flipV="1"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1" name="AutoShape 56"/>
          <p:cNvCxnSpPr>
            <a:cxnSpLocks noChangeShapeType="1"/>
            <a:stCxn id="133" idx="7"/>
            <a:endCxn id="134" idx="3"/>
          </p:cNvCxnSpPr>
          <p:nvPr/>
        </p:nvCxnSpPr>
        <p:spPr bwMode="auto">
          <a:xfrm flipV="1">
            <a:off x="415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2" name="Oval 49"/>
          <p:cNvSpPr>
            <a:spLocks noChangeArrowheads="1"/>
          </p:cNvSpPr>
          <p:nvPr/>
        </p:nvSpPr>
        <p:spPr bwMode="auto">
          <a:xfrm>
            <a:off x="493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33" name="Oval 51"/>
          <p:cNvSpPr>
            <a:spLocks noChangeArrowheads="1"/>
          </p:cNvSpPr>
          <p:nvPr/>
        </p:nvSpPr>
        <p:spPr bwMode="auto">
          <a:xfrm>
            <a:off x="385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4" name="Oval 51"/>
          <p:cNvSpPr>
            <a:spLocks noChangeArrowheads="1"/>
          </p:cNvSpPr>
          <p:nvPr/>
        </p:nvSpPr>
        <p:spPr bwMode="auto">
          <a:xfrm>
            <a:off x="439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5" name="直線接點 134"/>
          <p:cNvCxnSpPr>
            <a:stCxn id="134" idx="5"/>
            <a:endCxn id="132" idx="1"/>
          </p:cNvCxnSpPr>
          <p:nvPr/>
        </p:nvCxnSpPr>
        <p:spPr bwMode="auto">
          <a:xfrm>
            <a:off x="469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6" name="AutoShape 56"/>
          <p:cNvCxnSpPr>
            <a:cxnSpLocks noChangeShapeType="1"/>
            <a:stCxn id="133" idx="5"/>
            <a:endCxn id="137" idx="1"/>
          </p:cNvCxnSpPr>
          <p:nvPr/>
        </p:nvCxnSpPr>
        <p:spPr bwMode="auto">
          <a:xfrm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7" name="Oval 51"/>
          <p:cNvSpPr>
            <a:spLocks noChangeArrowheads="1"/>
          </p:cNvSpPr>
          <p:nvPr/>
        </p:nvSpPr>
        <p:spPr bwMode="auto">
          <a:xfrm>
            <a:off x="439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8" name="直線接點 137"/>
          <p:cNvCxnSpPr>
            <a:stCxn id="137" idx="7"/>
            <a:endCxn id="132" idx="3"/>
          </p:cNvCxnSpPr>
          <p:nvPr/>
        </p:nvCxnSpPr>
        <p:spPr bwMode="auto">
          <a:xfrm flipV="1"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39" name="Oval 49"/>
          <p:cNvSpPr>
            <a:spLocks noChangeArrowheads="1"/>
          </p:cNvSpPr>
          <p:nvPr/>
        </p:nvSpPr>
        <p:spPr bwMode="auto">
          <a:xfrm>
            <a:off x="74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0" name="Oval 51"/>
          <p:cNvSpPr>
            <a:spLocks noChangeArrowheads="1"/>
          </p:cNvSpPr>
          <p:nvPr/>
        </p:nvSpPr>
        <p:spPr bwMode="auto">
          <a:xfrm>
            <a:off x="63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41" name="Oval 51"/>
          <p:cNvSpPr>
            <a:spLocks noChangeArrowheads="1"/>
          </p:cNvSpPr>
          <p:nvPr/>
        </p:nvSpPr>
        <p:spPr bwMode="auto">
          <a:xfrm>
            <a:off x="691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2" name="直線接點 141"/>
          <p:cNvCxnSpPr>
            <a:stCxn id="141" idx="5"/>
            <a:endCxn id="139" idx="1"/>
          </p:cNvCxnSpPr>
          <p:nvPr/>
        </p:nvCxnSpPr>
        <p:spPr bwMode="auto">
          <a:xfrm>
            <a:off x="721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3" name="AutoShape 56"/>
          <p:cNvCxnSpPr>
            <a:cxnSpLocks noChangeShapeType="1"/>
            <a:stCxn id="140" idx="5"/>
            <a:endCxn id="144" idx="1"/>
          </p:cNvCxnSpPr>
          <p:nvPr/>
        </p:nvCxnSpPr>
        <p:spPr bwMode="auto">
          <a:xfrm>
            <a:off x="667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4" name="Oval 51"/>
          <p:cNvSpPr>
            <a:spLocks noChangeArrowheads="1"/>
          </p:cNvSpPr>
          <p:nvPr/>
        </p:nvSpPr>
        <p:spPr bwMode="auto">
          <a:xfrm>
            <a:off x="69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145" name="直線接點 144"/>
          <p:cNvCxnSpPr>
            <a:stCxn id="144" idx="7"/>
            <a:endCxn id="139" idx="3"/>
          </p:cNvCxnSpPr>
          <p:nvPr/>
        </p:nvCxnSpPr>
        <p:spPr bwMode="auto">
          <a:xfrm flipV="1"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6" name="AutoShape 56"/>
          <p:cNvCxnSpPr>
            <a:cxnSpLocks noChangeShapeType="1"/>
            <a:stCxn id="148" idx="6"/>
            <a:endCxn id="149" idx="2"/>
          </p:cNvCxnSpPr>
          <p:nvPr/>
        </p:nvCxnSpPr>
        <p:spPr bwMode="auto">
          <a:xfrm>
            <a:off x="2412000" y="32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7" name="Oval 49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48" name="Oval 51"/>
          <p:cNvSpPr>
            <a:spLocks noChangeArrowheads="1"/>
          </p:cNvSpPr>
          <p:nvPr/>
        </p:nvSpPr>
        <p:spPr bwMode="auto">
          <a:xfrm>
            <a:off x="205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9" name="Oval 51"/>
          <p:cNvSpPr>
            <a:spLocks noChangeArrowheads="1"/>
          </p:cNvSpPr>
          <p:nvPr/>
        </p:nvSpPr>
        <p:spPr bwMode="auto">
          <a:xfrm>
            <a:off x="277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0" name="直線接點 149"/>
          <p:cNvCxnSpPr>
            <a:stCxn id="149" idx="4"/>
            <a:endCxn id="147" idx="0"/>
          </p:cNvCxnSpPr>
          <p:nvPr/>
        </p:nvCxnSpPr>
        <p:spPr bwMode="auto">
          <a:xfrm>
            <a:off x="2952000" y="34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1" name="AutoShape 56"/>
          <p:cNvCxnSpPr>
            <a:cxnSpLocks noChangeShapeType="1"/>
            <a:stCxn id="148" idx="5"/>
            <a:endCxn id="147" idx="1"/>
          </p:cNvCxnSpPr>
          <p:nvPr/>
        </p:nvCxnSpPr>
        <p:spPr bwMode="auto">
          <a:xfrm>
            <a:off x="2359279" y="33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2" name="AutoShape 56"/>
          <p:cNvCxnSpPr>
            <a:cxnSpLocks noChangeShapeType="1"/>
            <a:stCxn id="125" idx="6"/>
            <a:endCxn id="124" idx="2"/>
          </p:cNvCxnSpPr>
          <p:nvPr/>
        </p:nvCxnSpPr>
        <p:spPr bwMode="auto">
          <a:xfrm>
            <a:off x="79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3" name="AutoShape 56"/>
          <p:cNvCxnSpPr>
            <a:cxnSpLocks noChangeShapeType="1"/>
            <a:stCxn id="126" idx="4"/>
            <a:endCxn id="129" idx="0"/>
          </p:cNvCxnSpPr>
          <p:nvPr/>
        </p:nvCxnSpPr>
        <p:spPr bwMode="auto">
          <a:xfrm>
            <a:off x="115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4" name="Oval 49"/>
          <p:cNvSpPr>
            <a:spLocks noChangeArrowheads="1"/>
          </p:cNvSpPr>
          <p:nvPr/>
        </p:nvSpPr>
        <p:spPr bwMode="auto">
          <a:xfrm>
            <a:off x="83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5" name="直線接點 154"/>
          <p:cNvCxnSpPr>
            <a:stCxn id="141" idx="6"/>
            <a:endCxn id="154" idx="1"/>
          </p:cNvCxnSpPr>
          <p:nvPr/>
        </p:nvCxnSpPr>
        <p:spPr bwMode="auto">
          <a:xfrm>
            <a:off x="7272000" y="342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6" name="AutoShape 56"/>
          <p:cNvCxnSpPr>
            <a:cxnSpLocks noChangeShapeType="1"/>
            <a:stCxn id="141" idx="4"/>
            <a:endCxn id="144" idx="0"/>
          </p:cNvCxnSpPr>
          <p:nvPr/>
        </p:nvCxnSpPr>
        <p:spPr bwMode="auto">
          <a:xfrm>
            <a:off x="709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7" name="AutoShape 56"/>
          <p:cNvCxnSpPr>
            <a:cxnSpLocks noChangeShapeType="1"/>
            <a:stCxn id="140" idx="6"/>
            <a:endCxn id="139" idx="2"/>
          </p:cNvCxnSpPr>
          <p:nvPr/>
        </p:nvCxnSpPr>
        <p:spPr bwMode="auto">
          <a:xfrm>
            <a:off x="673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8" name="Oval 51"/>
          <p:cNvSpPr>
            <a:spLocks noChangeArrowheads="1"/>
          </p:cNvSpPr>
          <p:nvPr/>
        </p:nvSpPr>
        <p:spPr bwMode="auto">
          <a:xfrm>
            <a:off x="619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59" name="Oval 51"/>
          <p:cNvSpPr>
            <a:spLocks noChangeArrowheads="1"/>
          </p:cNvSpPr>
          <p:nvPr/>
        </p:nvSpPr>
        <p:spPr bwMode="auto">
          <a:xfrm>
            <a:off x="54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0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1" name="直線接點 160"/>
          <p:cNvCxnSpPr>
            <a:stCxn id="160" idx="0"/>
            <a:endCxn id="159" idx="4"/>
          </p:cNvCxnSpPr>
          <p:nvPr/>
        </p:nvCxnSpPr>
        <p:spPr bwMode="auto">
          <a:xfrm flipV="1">
            <a:off x="56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2" name="AutoShape 56"/>
          <p:cNvCxnSpPr>
            <a:cxnSpLocks noChangeShapeType="1"/>
            <a:stCxn id="160" idx="6"/>
            <a:endCxn id="158" idx="2"/>
          </p:cNvCxnSpPr>
          <p:nvPr/>
        </p:nvCxnSpPr>
        <p:spPr bwMode="auto">
          <a:xfrm>
            <a:off x="583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3" name="直線接點 162"/>
          <p:cNvCxnSpPr>
            <a:stCxn id="159" idx="5"/>
            <a:endCxn id="158" idx="1"/>
          </p:cNvCxnSpPr>
          <p:nvPr/>
        </p:nvCxnSpPr>
        <p:spPr bwMode="auto">
          <a:xfrm>
            <a:off x="5779279" y="463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4" name="AutoShape 56"/>
          <p:cNvCxnSpPr>
            <a:cxnSpLocks noChangeShapeType="1"/>
            <a:stCxn id="139" idx="6"/>
            <a:endCxn id="154" idx="2"/>
          </p:cNvCxnSpPr>
          <p:nvPr/>
        </p:nvCxnSpPr>
        <p:spPr bwMode="auto">
          <a:xfrm>
            <a:off x="7812000" y="396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5" name="Oval 49"/>
          <p:cNvSpPr>
            <a:spLocks noChangeArrowheads="1"/>
          </p:cNvSpPr>
          <p:nvPr/>
        </p:nvSpPr>
        <p:spPr bwMode="auto">
          <a:xfrm>
            <a:off x="15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66" name="Oval 49"/>
          <p:cNvSpPr>
            <a:spLocks noChangeArrowheads="1"/>
          </p:cNvSpPr>
          <p:nvPr/>
        </p:nvSpPr>
        <p:spPr bwMode="auto">
          <a:xfrm>
            <a:off x="493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67" name="Oval 51"/>
          <p:cNvSpPr>
            <a:spLocks noChangeArrowheads="1"/>
          </p:cNvSpPr>
          <p:nvPr/>
        </p:nvSpPr>
        <p:spPr bwMode="auto">
          <a:xfrm>
            <a:off x="637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68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169" name="Oval 49"/>
          <p:cNvSpPr>
            <a:spLocks noChangeArrowheads="1"/>
          </p:cNvSpPr>
          <p:nvPr/>
        </p:nvSpPr>
        <p:spPr bwMode="auto">
          <a:xfrm>
            <a:off x="277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70" name="Oval 51"/>
          <p:cNvSpPr>
            <a:spLocks noChangeArrowheads="1"/>
          </p:cNvSpPr>
          <p:nvPr/>
        </p:nvSpPr>
        <p:spPr bwMode="auto">
          <a:xfrm>
            <a:off x="151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71" name="AutoShape 56"/>
          <p:cNvCxnSpPr>
            <a:cxnSpLocks noChangeShapeType="1"/>
            <a:stCxn id="165" idx="6"/>
            <a:endCxn id="169" idx="2"/>
          </p:cNvCxnSpPr>
          <p:nvPr/>
        </p:nvCxnSpPr>
        <p:spPr bwMode="auto">
          <a:xfrm>
            <a:off x="1872000" y="504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2" name="Oval 51"/>
          <p:cNvSpPr>
            <a:spLocks noChangeArrowheads="1"/>
          </p:cNvSpPr>
          <p:nvPr/>
        </p:nvSpPr>
        <p:spPr bwMode="auto">
          <a:xfrm>
            <a:off x="1512000" y="63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3" name="直線接點 172"/>
          <p:cNvCxnSpPr>
            <a:stCxn id="172" idx="0"/>
            <a:endCxn id="170" idx="4"/>
          </p:cNvCxnSpPr>
          <p:nvPr/>
        </p:nvCxnSpPr>
        <p:spPr bwMode="auto">
          <a:xfrm flipV="1">
            <a:off x="1692000" y="59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4" name="AutoShape 56"/>
          <p:cNvCxnSpPr>
            <a:cxnSpLocks noChangeShapeType="1"/>
            <a:stCxn id="166" idx="6"/>
            <a:endCxn id="167" idx="2"/>
          </p:cNvCxnSpPr>
          <p:nvPr/>
        </p:nvCxnSpPr>
        <p:spPr bwMode="auto">
          <a:xfrm>
            <a:off x="5292000" y="342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75" name="AutoShape 56"/>
          <p:cNvCxnSpPr>
            <a:cxnSpLocks noChangeShapeType="1"/>
            <a:stCxn id="176" idx="7"/>
            <a:endCxn id="168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6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77" name="Oval 49"/>
          <p:cNvSpPr>
            <a:spLocks noChangeArrowheads="1"/>
          </p:cNvSpPr>
          <p:nvPr/>
        </p:nvSpPr>
        <p:spPr bwMode="auto">
          <a:xfrm>
            <a:off x="2772000" y="54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30" name="Oval 51"/>
          <p:cNvSpPr>
            <a:spLocks noChangeArrowheads="1"/>
          </p:cNvSpPr>
          <p:nvPr/>
        </p:nvSpPr>
        <p:spPr bwMode="auto">
          <a:xfrm>
            <a:off x="2772000" y="61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1" name="直線接點 230"/>
          <p:cNvCxnSpPr>
            <a:stCxn id="230" idx="0"/>
            <a:endCxn id="177" idx="4"/>
          </p:cNvCxnSpPr>
          <p:nvPr/>
        </p:nvCxnSpPr>
        <p:spPr bwMode="auto">
          <a:xfrm flipV="1">
            <a:off x="2952000" y="57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32" name="AutoShape 56"/>
          <p:cNvCxnSpPr>
            <a:cxnSpLocks noChangeShapeType="1"/>
            <a:stCxn id="233" idx="6"/>
            <a:endCxn id="230" idx="2"/>
          </p:cNvCxnSpPr>
          <p:nvPr/>
        </p:nvCxnSpPr>
        <p:spPr bwMode="auto">
          <a:xfrm>
            <a:off x="2412000" y="63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3" name="Oval 51"/>
          <p:cNvSpPr>
            <a:spLocks noChangeArrowheads="1"/>
          </p:cNvSpPr>
          <p:nvPr/>
        </p:nvSpPr>
        <p:spPr bwMode="auto">
          <a:xfrm>
            <a:off x="2052000" y="61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234" name="AutoShape 56"/>
          <p:cNvCxnSpPr>
            <a:cxnSpLocks noChangeShapeType="1"/>
            <a:stCxn id="233" idx="7"/>
            <a:endCxn id="177" idx="3"/>
          </p:cNvCxnSpPr>
          <p:nvPr/>
        </p:nvCxnSpPr>
        <p:spPr bwMode="auto">
          <a:xfrm flipV="1">
            <a:off x="2359279" y="57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5" name="Oval 51"/>
          <p:cNvSpPr>
            <a:spLocks noChangeArrowheads="1"/>
          </p:cNvSpPr>
          <p:nvPr/>
        </p:nvSpPr>
        <p:spPr bwMode="auto">
          <a:xfrm>
            <a:off x="7452000" y="46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36" name="Oval 49"/>
          <p:cNvSpPr>
            <a:spLocks noChangeArrowheads="1"/>
          </p:cNvSpPr>
          <p:nvPr/>
        </p:nvSpPr>
        <p:spPr bwMode="auto">
          <a:xfrm>
            <a:off x="8172000" y="54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7" name="直線接點 236"/>
          <p:cNvCxnSpPr>
            <a:stCxn id="235" idx="5"/>
            <a:endCxn id="236" idx="1"/>
          </p:cNvCxnSpPr>
          <p:nvPr/>
        </p:nvCxnSpPr>
        <p:spPr bwMode="auto">
          <a:xfrm>
            <a:off x="7759279" y="499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38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39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cxnSp>
        <p:nvCxnSpPr>
          <p:cNvPr id="240" name="AutoShape 56"/>
          <p:cNvCxnSpPr>
            <a:cxnSpLocks noChangeShapeType="1"/>
            <a:stCxn id="239" idx="6"/>
            <a:endCxn id="238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41" name="AutoShape 56"/>
          <p:cNvCxnSpPr>
            <a:cxnSpLocks noChangeShapeType="1"/>
          </p:cNvCxnSpPr>
          <p:nvPr/>
        </p:nvCxnSpPr>
        <p:spPr bwMode="auto">
          <a:xfrm>
            <a:off x="252000" y="2889000"/>
            <a:ext cx="8640000" cy="0"/>
          </a:xfrm>
          <a:prstGeom prst="straightConnector1">
            <a:avLst/>
          </a:prstGeom>
          <a:noFill/>
          <a:ln w="2540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8" name="文字方塊 117"/>
          <p:cNvSpPr txBox="1"/>
          <p:nvPr/>
        </p:nvSpPr>
        <p:spPr>
          <a:xfrm>
            <a:off x="3492000" y="6129000"/>
            <a:ext cx="270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lvl="0">
              <a:defRPr/>
            </a:pPr>
            <a:r>
              <a:rPr lang="en-US" altLang="zh-TW" sz="2000" dirty="0" err="1">
                <a:solidFill>
                  <a:srgbClr val="0000FF"/>
                </a:solidFill>
              </a:rPr>
              <a:t>biconnected</a:t>
            </a:r>
            <a:r>
              <a:rPr lang="en-US" altLang="zh-TW" sz="2000" dirty="0">
                <a:solidFill>
                  <a:srgbClr val="0000FF"/>
                </a:solidFill>
              </a:rPr>
              <a:t> </a:t>
            </a:r>
            <a:r>
              <a:rPr lang="en-US" altLang="zh-TW" sz="2000" dirty="0" smtClean="0">
                <a:solidFill>
                  <a:srgbClr val="0000FF"/>
                </a:solidFill>
              </a:rPr>
              <a:t>components</a:t>
            </a:r>
            <a:endParaRPr kumimoji="1" lang="zh-TW" altLang="en-US" sz="2000" b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</a:endParaRPr>
          </a:p>
        </p:txBody>
      </p:sp>
      <p:sp>
        <p:nvSpPr>
          <p:cNvPr id="119" name="文字方塊 118"/>
          <p:cNvSpPr txBox="1"/>
          <p:nvPr/>
        </p:nvSpPr>
        <p:spPr>
          <a:xfrm>
            <a:off x="2412000" y="2529000"/>
            <a:ext cx="32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lvl="0">
              <a:defRPr/>
            </a:pPr>
            <a:r>
              <a:rPr lang="en-US" altLang="zh-TW" sz="2000" dirty="0" smtClean="0">
                <a:solidFill>
                  <a:srgbClr val="0000FF"/>
                </a:solidFill>
              </a:rPr>
              <a:t>bridge connected components</a:t>
            </a:r>
            <a:endParaRPr kumimoji="1" lang="zh-TW" altLang="en-US" sz="2000" b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40773581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Graphs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/>
            <a:r>
              <a:rPr lang="en-US" altLang="zh-TW" sz="2300" dirty="0"/>
              <a:t>An undirected graph is called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dirty="0"/>
              <a:t> if there are two vertex-disjoint paths between any two vertices. In a </a:t>
            </a:r>
            <a:r>
              <a:rPr lang="en-US" altLang="zh-TW" sz="2300" dirty="0" err="1"/>
              <a:t>biconnected</a:t>
            </a:r>
            <a:r>
              <a:rPr lang="en-US" altLang="zh-TW" sz="2300" dirty="0"/>
              <a:t> graph, there is a simple cycle through any two vertices. </a:t>
            </a:r>
          </a:p>
          <a:p>
            <a:pPr marL="0" indent="0">
              <a:spcBef>
                <a:spcPts val="0"/>
              </a:spcBef>
            </a:pPr>
            <a:endParaRPr lang="en-US" altLang="zh-TW" sz="2300" dirty="0"/>
          </a:p>
          <a:p>
            <a:pPr marL="0" indent="0">
              <a:spcBef>
                <a:spcPts val="0"/>
              </a:spcBef>
            </a:pPr>
            <a:r>
              <a:rPr lang="en-US" altLang="zh-TW" sz="2300" dirty="0">
                <a:solidFill>
                  <a:srgbClr val="FF0000"/>
                </a:solidFill>
              </a:rPr>
              <a:t>By convention, two nodes connected by an edge form a </a:t>
            </a:r>
            <a:r>
              <a:rPr lang="en-US" altLang="zh-TW" sz="2300" dirty="0" err="1">
                <a:solidFill>
                  <a:srgbClr val="FF0000"/>
                </a:solidFill>
              </a:rPr>
              <a:t>biconnected</a:t>
            </a:r>
            <a:r>
              <a:rPr lang="en-US" altLang="zh-TW" sz="2300" dirty="0">
                <a:solidFill>
                  <a:srgbClr val="FF0000"/>
                </a:solidFill>
              </a:rPr>
              <a:t> graph, but this does not verify the above properties.</a:t>
            </a:r>
            <a:r>
              <a:rPr lang="en-US" altLang="zh-TW" sz="2300" dirty="0"/>
              <a:t> For a graph with more than two vertices, the above properties must be there for it to be </a:t>
            </a:r>
            <a:r>
              <a:rPr lang="en-US" altLang="zh-TW" sz="2300" dirty="0" err="1"/>
              <a:t>biconnected</a:t>
            </a:r>
            <a:r>
              <a:rPr lang="en-US" altLang="zh-TW" sz="2300" dirty="0"/>
              <a:t>.</a:t>
            </a:r>
          </a:p>
          <a:p>
            <a:pPr marL="0" indent="0"/>
            <a:r>
              <a:rPr lang="en-US" altLang="zh-TW" sz="2300" dirty="0"/>
              <a:t>Or in other words: </a:t>
            </a:r>
          </a:p>
          <a:p>
            <a:pPr marL="0" indent="0"/>
            <a:r>
              <a:rPr lang="en-US" altLang="zh-TW" sz="2300" dirty="0"/>
              <a:t>A graph is said to be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dirty="0"/>
              <a:t> if: </a:t>
            </a:r>
          </a:p>
          <a:p>
            <a:pPr marL="0" indent="0"/>
            <a:r>
              <a:rPr lang="en-US" altLang="zh-TW" sz="2300" dirty="0"/>
              <a:t>1) It is connected, i.e. it is possible to reach every vertex from every other vertex, by a simple path. </a:t>
            </a:r>
          </a:p>
          <a:p>
            <a:pPr marL="0" indent="0"/>
            <a:r>
              <a:rPr lang="en-US" altLang="zh-TW" sz="2300" dirty="0"/>
              <a:t>2) Even after removing any vertex the graph remains connected.</a:t>
            </a:r>
            <a:endParaRPr lang="zh-TW" altLang="en-US" sz="2300" dirty="0"/>
          </a:p>
        </p:txBody>
      </p:sp>
    </p:spTree>
    <p:extLst>
      <p:ext uri="{BB962C8B-B14F-4D97-AF65-F5344CB8AC3E}">
        <p14:creationId xmlns:p14="http://schemas.microsoft.com/office/powerpoint/2010/main" val="9908875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26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Let </a:t>
            </a:r>
            <a:r>
              <a:rPr lang="en-US" altLang="zh-TW" sz="2300" i="1" dirty="0">
                <a:solidFill>
                  <a:srgbClr val="000000"/>
                </a:solidFill>
              </a:rPr>
              <a:t>G</a:t>
            </a:r>
            <a:r>
              <a:rPr lang="en-US" altLang="zh-TW" sz="2300" dirty="0">
                <a:solidFill>
                  <a:srgbClr val="000000"/>
                </a:solidFill>
              </a:rPr>
              <a:t> </a:t>
            </a:r>
            <a:r>
              <a:rPr lang="en-US" altLang="zh-TW" sz="23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300" dirty="0">
                <a:solidFill>
                  <a:srgbClr val="000000"/>
                </a:solidFill>
              </a:rPr>
              <a:t> (</a:t>
            </a:r>
            <a:r>
              <a:rPr lang="en-US" altLang="zh-TW" sz="2300" i="1" dirty="0">
                <a:solidFill>
                  <a:srgbClr val="000000"/>
                </a:solidFill>
              </a:rPr>
              <a:t>V</a:t>
            </a:r>
            <a:r>
              <a:rPr lang="en-US" altLang="zh-TW" sz="2300" dirty="0">
                <a:solidFill>
                  <a:srgbClr val="000000"/>
                </a:solidFill>
              </a:rPr>
              <a:t>, </a:t>
            </a:r>
            <a:r>
              <a:rPr lang="en-US" altLang="zh-TW" sz="2300" i="1" spc="300" dirty="0">
                <a:solidFill>
                  <a:srgbClr val="000000"/>
                </a:solidFill>
              </a:rPr>
              <a:t>E</a:t>
            </a:r>
            <a:r>
              <a:rPr lang="en-US" altLang="zh-TW" sz="2300" dirty="0">
                <a:solidFill>
                  <a:srgbClr val="000000"/>
                </a:solidFill>
              </a:rPr>
              <a:t>) be a connected, undirected graph with at least three nodes. </a:t>
            </a:r>
            <a:r>
              <a:rPr lang="en-US" altLang="zh-TW" dirty="0"/>
              <a:t>A </a:t>
            </a:r>
            <a:r>
              <a:rPr lang="en-US" altLang="zh-TW" i="1" dirty="0" err="1">
                <a:solidFill>
                  <a:srgbClr val="0000FF"/>
                </a:solidFill>
              </a:rPr>
              <a:t>biconnected</a:t>
            </a:r>
            <a:r>
              <a:rPr lang="en-US" altLang="zh-TW" i="1" dirty="0">
                <a:solidFill>
                  <a:srgbClr val="0000FF"/>
                </a:solidFill>
              </a:rPr>
              <a:t> component</a:t>
            </a:r>
            <a:r>
              <a:rPr lang="en-US" altLang="zh-TW" dirty="0"/>
              <a:t> of </a:t>
            </a:r>
            <a:r>
              <a:rPr lang="en-US" altLang="zh-TW" i="1" dirty="0"/>
              <a:t>G</a:t>
            </a:r>
            <a:r>
              <a:rPr lang="en-US" altLang="zh-TW" dirty="0"/>
              <a:t> is a maximal set of edges such that any two edges in the set lie on a common simple cycle.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22412495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98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graph</a:t>
            </a:r>
            <a:r>
              <a:rPr lang="en-US" altLang="zh-TW" sz="2300" dirty="0">
                <a:solidFill>
                  <a:srgbClr val="000000"/>
                </a:solidFill>
              </a:rPr>
              <a:t> is a connected and "</a:t>
            </a:r>
            <a:r>
              <a:rPr lang="en-US" altLang="zh-TW" sz="2300" dirty="0" err="1">
                <a:solidFill>
                  <a:srgbClr val="000000"/>
                </a:solidFill>
              </a:rPr>
              <a:t>nonseparable</a:t>
            </a:r>
            <a:r>
              <a:rPr lang="en-US" altLang="zh-TW" sz="2300" dirty="0">
                <a:solidFill>
                  <a:srgbClr val="000000"/>
                </a:solidFill>
              </a:rPr>
              <a:t>" graph, meaning that if any one vertex were to be removed, the graph will remain connected. Therefore 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graph has no articulation vertices.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 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1413641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標題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A graph with two nodes</a:t>
            </a:r>
            <a:endParaRPr lang="zh-TW" altLang="en-US" dirty="0"/>
          </a:p>
        </p:txBody>
      </p: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3600587"/>
          </a:xfrm>
        </p:spPr>
        <p:txBody>
          <a:bodyPr/>
          <a:lstStyle/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i="1" dirty="0">
                <a:solidFill>
                  <a:srgbClr val="0000FF"/>
                </a:solidFill>
              </a:rPr>
              <a:t>bridge connected</a:t>
            </a:r>
            <a:r>
              <a:rPr lang="en-US" altLang="zh-TW" dirty="0">
                <a:solidFill>
                  <a:srgbClr val="000000"/>
                </a:solidFill>
              </a:rPr>
              <a:t> if it contains no bridges. A </a:t>
            </a:r>
            <a:r>
              <a:rPr lang="en-US" altLang="zh-TW" i="1" dirty="0">
                <a:solidFill>
                  <a:srgbClr val="0000FF"/>
                </a:solidFill>
              </a:rPr>
              <a:t>bridge connected component</a:t>
            </a:r>
            <a:r>
              <a:rPr lang="en-US" altLang="zh-TW" dirty="0">
                <a:solidFill>
                  <a:srgbClr val="000000"/>
                </a:solidFill>
              </a:rPr>
              <a:t> is a maximal bridge connected subgraph -  a bridge connected subgraph that is not properly contained in a larger bridge connected subgraph.</a:t>
            </a:r>
          </a:p>
          <a:p>
            <a:pPr marL="0" lvl="0" indent="0">
              <a:buClr>
                <a:srgbClr val="000000"/>
              </a:buClr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sz="2300" i="1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if it has no cut points.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- 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that is not properly contained in a larger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</a:t>
            </a:r>
            <a:endParaRPr lang="zh-TW" altLang="en-US" dirty="0">
              <a:solidFill>
                <a:srgbClr val="000000"/>
              </a:solidFill>
            </a:endParaRPr>
          </a:p>
        </p:txBody>
      </p:sp>
      <p:sp>
        <p:nvSpPr>
          <p:cNvPr id="5" name="Oval 51"/>
          <p:cNvSpPr>
            <a:spLocks noChangeArrowheads="1"/>
          </p:cNvSpPr>
          <p:nvPr/>
        </p:nvSpPr>
        <p:spPr bwMode="auto">
          <a:xfrm>
            <a:off x="493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49"/>
          <p:cNvSpPr>
            <a:spLocks noChangeArrowheads="1"/>
          </p:cNvSpPr>
          <p:nvPr/>
        </p:nvSpPr>
        <p:spPr bwMode="auto">
          <a:xfrm>
            <a:off x="385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4212000" y="576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67753476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標題 3"/>
          <p:cNvSpPr>
            <a:spLocks noGrp="1"/>
          </p:cNvSpPr>
          <p:nvPr>
            <p:ph type="ctrTitle"/>
          </p:nvPr>
        </p:nvSpPr>
        <p:spPr>
          <a:xfrm>
            <a:off x="972000" y="2709000"/>
            <a:ext cx="7200900" cy="1440000"/>
          </a:xfrm>
        </p:spPr>
        <p:txBody>
          <a:bodyPr anchor="ctr" anchorCtr="0"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419631741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26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Let </a:t>
            </a:r>
            <a:r>
              <a:rPr lang="en-US" altLang="zh-TW" sz="2300" i="1" dirty="0">
                <a:solidFill>
                  <a:srgbClr val="000000"/>
                </a:solidFill>
              </a:rPr>
              <a:t>G</a:t>
            </a:r>
            <a:r>
              <a:rPr lang="en-US" altLang="zh-TW" sz="2300" dirty="0">
                <a:solidFill>
                  <a:srgbClr val="000000"/>
                </a:solidFill>
              </a:rPr>
              <a:t> </a:t>
            </a:r>
            <a:r>
              <a:rPr lang="en-US" altLang="zh-TW" sz="2300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sz="2300" dirty="0">
                <a:solidFill>
                  <a:srgbClr val="000000"/>
                </a:solidFill>
              </a:rPr>
              <a:t> (</a:t>
            </a:r>
            <a:r>
              <a:rPr lang="en-US" altLang="zh-TW" sz="2300" i="1" dirty="0">
                <a:solidFill>
                  <a:srgbClr val="000000"/>
                </a:solidFill>
              </a:rPr>
              <a:t>V</a:t>
            </a:r>
            <a:r>
              <a:rPr lang="en-US" altLang="zh-TW" sz="2300" dirty="0">
                <a:solidFill>
                  <a:srgbClr val="000000"/>
                </a:solidFill>
              </a:rPr>
              <a:t>, </a:t>
            </a:r>
            <a:r>
              <a:rPr lang="en-US" altLang="zh-TW" sz="2300" i="1" spc="300" dirty="0">
                <a:solidFill>
                  <a:srgbClr val="000000"/>
                </a:solidFill>
              </a:rPr>
              <a:t>E</a:t>
            </a:r>
            <a:r>
              <a:rPr lang="en-US" altLang="zh-TW" sz="2300" dirty="0">
                <a:solidFill>
                  <a:srgbClr val="000000"/>
                </a:solidFill>
              </a:rPr>
              <a:t>) be a connected, undirected graph. </a:t>
            </a:r>
            <a:r>
              <a:rPr lang="en-US" altLang="zh-TW" dirty="0"/>
              <a:t>A </a:t>
            </a:r>
            <a:r>
              <a:rPr lang="en-US" altLang="zh-TW" i="1" dirty="0" err="1">
                <a:solidFill>
                  <a:srgbClr val="0000FF"/>
                </a:solidFill>
              </a:rPr>
              <a:t>biconnected</a:t>
            </a:r>
            <a:r>
              <a:rPr lang="en-US" altLang="zh-TW" i="1" dirty="0">
                <a:solidFill>
                  <a:srgbClr val="0000FF"/>
                </a:solidFill>
              </a:rPr>
              <a:t> component</a:t>
            </a:r>
            <a:r>
              <a:rPr lang="en-US" altLang="zh-TW" dirty="0"/>
              <a:t> of </a:t>
            </a:r>
            <a:r>
              <a:rPr lang="en-US" altLang="zh-TW" i="1" dirty="0"/>
              <a:t>G</a:t>
            </a:r>
            <a:r>
              <a:rPr lang="en-US" altLang="zh-TW" dirty="0"/>
              <a:t> is a maximal set of edges such that any two edges in the set lie on a common simple cycle.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7083744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98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graph</a:t>
            </a:r>
            <a:r>
              <a:rPr lang="en-US" altLang="zh-TW" sz="2300" dirty="0">
                <a:solidFill>
                  <a:srgbClr val="000000"/>
                </a:solidFill>
              </a:rPr>
              <a:t> is a connected and "</a:t>
            </a:r>
            <a:r>
              <a:rPr lang="en-US" altLang="zh-TW" sz="2300" dirty="0" err="1">
                <a:solidFill>
                  <a:srgbClr val="000000"/>
                </a:solidFill>
              </a:rPr>
              <a:t>nonseparable</a:t>
            </a:r>
            <a:r>
              <a:rPr lang="en-US" altLang="zh-TW" sz="2300" dirty="0">
                <a:solidFill>
                  <a:srgbClr val="000000"/>
                </a:solidFill>
              </a:rPr>
              <a:t>" graph, meaning that if any one vertex were to be removed, the graph will remain connected. Therefore 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graph has no articulation vertices.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 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85741223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1089000"/>
            <a:ext cx="414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++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13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1269000"/>
            <a:ext cx="3960000" cy="37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sz="18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false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1653994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直線單箭頭接點 3"/>
          <p:cNvCxnSpPr>
            <a:endCxn id="16" idx="4"/>
          </p:cNvCxnSpPr>
          <p:nvPr/>
        </p:nvCxnSpPr>
        <p:spPr bwMode="auto">
          <a:xfrm flipH="1" flipV="1">
            <a:off x="6192000" y="3609000"/>
            <a:ext cx="540000" cy="126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cxnSp>
        <p:nvCxnSpPr>
          <p:cNvPr id="5" name="直線單箭頭接點 4"/>
          <p:cNvCxnSpPr/>
          <p:nvPr/>
        </p:nvCxnSpPr>
        <p:spPr bwMode="auto">
          <a:xfrm flipV="1">
            <a:off x="5832000" y="3609000"/>
            <a:ext cx="360000" cy="126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cxnSp>
        <p:nvCxnSpPr>
          <p:cNvPr id="6" name="AutoShape 57"/>
          <p:cNvCxnSpPr>
            <a:cxnSpLocks noChangeShapeType="1"/>
          </p:cNvCxnSpPr>
          <p:nvPr/>
        </p:nvCxnSpPr>
        <p:spPr bwMode="auto">
          <a:xfrm flipH="1" flipV="1">
            <a:off x="6192000" y="342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7" name="AutoShape 56"/>
          <p:cNvCxnSpPr>
            <a:cxnSpLocks noChangeShapeType="1"/>
          </p:cNvCxnSpPr>
          <p:nvPr/>
        </p:nvCxnSpPr>
        <p:spPr bwMode="auto">
          <a:xfrm flipV="1">
            <a:off x="5292000" y="342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198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652000" y="198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0"/>
          <p:cNvSpPr>
            <a:spLocks noChangeArrowheads="1"/>
          </p:cNvSpPr>
          <p:nvPr/>
        </p:nvSpPr>
        <p:spPr bwMode="auto">
          <a:xfrm>
            <a:off x="6552000" y="18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1" name="Line 40"/>
          <p:cNvSpPr>
            <a:spLocks noChangeShapeType="1"/>
          </p:cNvSpPr>
          <p:nvPr/>
        </p:nvSpPr>
        <p:spPr bwMode="auto">
          <a:xfrm>
            <a:off x="7812000" y="270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2" name="Line 40"/>
          <p:cNvSpPr>
            <a:spLocks noChangeShapeType="1"/>
          </p:cNvSpPr>
          <p:nvPr/>
        </p:nvSpPr>
        <p:spPr bwMode="auto">
          <a:xfrm>
            <a:off x="5652000" y="270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" name="AutoShape 56"/>
          <p:cNvCxnSpPr>
            <a:cxnSpLocks noChangeShapeType="1"/>
          </p:cNvCxnSpPr>
          <p:nvPr/>
        </p:nvCxnSpPr>
        <p:spPr bwMode="auto">
          <a:xfrm flipV="1">
            <a:off x="5112000" y="270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270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25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012000" y="32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7" name="Oval 50"/>
          <p:cNvSpPr>
            <a:spLocks noChangeArrowheads="1"/>
          </p:cNvSpPr>
          <p:nvPr/>
        </p:nvSpPr>
        <p:spPr bwMode="auto">
          <a:xfrm>
            <a:off x="8172000" y="32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932000" y="32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9" name="Oval 52"/>
          <p:cNvSpPr>
            <a:spLocks noChangeArrowheads="1"/>
          </p:cNvSpPr>
          <p:nvPr/>
        </p:nvSpPr>
        <p:spPr bwMode="auto">
          <a:xfrm>
            <a:off x="7092000" y="32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5472000" y="25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1" name="Line 40"/>
          <p:cNvSpPr>
            <a:spLocks noChangeShapeType="1"/>
          </p:cNvSpPr>
          <p:nvPr/>
        </p:nvSpPr>
        <p:spPr bwMode="auto">
          <a:xfrm>
            <a:off x="7092000" y="414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Line 40"/>
          <p:cNvSpPr>
            <a:spLocks noChangeShapeType="1"/>
          </p:cNvSpPr>
          <p:nvPr/>
        </p:nvSpPr>
        <p:spPr bwMode="auto">
          <a:xfrm>
            <a:off x="5292000" y="41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 flipV="1">
            <a:off x="6732000" y="414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Oval 39"/>
          <p:cNvSpPr>
            <a:spLocks noChangeArrowheads="1"/>
          </p:cNvSpPr>
          <p:nvPr/>
        </p:nvSpPr>
        <p:spPr bwMode="auto">
          <a:xfrm>
            <a:off x="6912000" y="39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5" name="Oval 49"/>
          <p:cNvSpPr>
            <a:spLocks noChangeArrowheads="1"/>
          </p:cNvSpPr>
          <p:nvPr/>
        </p:nvSpPr>
        <p:spPr bwMode="auto">
          <a:xfrm>
            <a:off x="5652000" y="46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6" name="Oval 50"/>
          <p:cNvSpPr>
            <a:spLocks noChangeArrowheads="1"/>
          </p:cNvSpPr>
          <p:nvPr/>
        </p:nvSpPr>
        <p:spPr bwMode="auto">
          <a:xfrm>
            <a:off x="7272000" y="46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7" name="Oval 52"/>
          <p:cNvSpPr>
            <a:spLocks noChangeArrowheads="1"/>
          </p:cNvSpPr>
          <p:nvPr/>
        </p:nvSpPr>
        <p:spPr bwMode="auto">
          <a:xfrm>
            <a:off x="6552000" y="46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8" name="Oval 51"/>
          <p:cNvSpPr>
            <a:spLocks noChangeArrowheads="1"/>
          </p:cNvSpPr>
          <p:nvPr/>
        </p:nvSpPr>
        <p:spPr bwMode="auto">
          <a:xfrm>
            <a:off x="5112000" y="39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29" name="弧形接點 28"/>
          <p:cNvCxnSpPr>
            <a:stCxn id="17" idx="0"/>
            <a:endCxn id="10" idx="6"/>
          </p:cNvCxnSpPr>
          <p:nvPr/>
        </p:nvCxnSpPr>
        <p:spPr bwMode="auto">
          <a:xfrm rot="16200000" flipV="1">
            <a:off x="7002000" y="189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cxnSp>
        <p:nvCxnSpPr>
          <p:cNvPr id="30" name="弧形接點 29"/>
          <p:cNvCxnSpPr>
            <a:stCxn id="28" idx="2"/>
            <a:endCxn id="20" idx="2"/>
          </p:cNvCxnSpPr>
          <p:nvPr/>
        </p:nvCxnSpPr>
        <p:spPr bwMode="auto">
          <a:xfrm rot="10800000" flipH="1">
            <a:off x="5112000" y="2709000"/>
            <a:ext cx="360000" cy="1440000"/>
          </a:xfrm>
          <a:prstGeom prst="curvedConnector3">
            <a:avLst>
              <a:gd name="adj1" fmla="val -98454"/>
            </a:avLst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sp>
        <p:nvSpPr>
          <p:cNvPr id="32" name="文字方塊 31"/>
          <p:cNvSpPr txBox="1"/>
          <p:nvPr/>
        </p:nvSpPr>
        <p:spPr>
          <a:xfrm>
            <a:off x="5292000" y="32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3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992000" y="36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12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5472000" y="50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6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372000" y="50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8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7092000" y="50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9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cxnSp>
        <p:nvCxnSpPr>
          <p:cNvPr id="37" name="弧形接點 36"/>
          <p:cNvCxnSpPr>
            <a:stCxn id="18" idx="1"/>
            <a:endCxn id="10" idx="2"/>
          </p:cNvCxnSpPr>
          <p:nvPr/>
        </p:nvCxnSpPr>
        <p:spPr bwMode="auto">
          <a:xfrm rot="5400000" flipH="1" flipV="1">
            <a:off x="5112000" y="1861722"/>
            <a:ext cx="1312721" cy="1567279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sp>
        <p:nvSpPr>
          <p:cNvPr id="38" name="文字方塊 37"/>
          <p:cNvSpPr txBox="1"/>
          <p:nvPr/>
        </p:nvSpPr>
        <p:spPr>
          <a:xfrm>
            <a:off x="6372000" y="14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5832000" y="25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2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6372000" y="32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4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5472000" y="39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5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文字方塊 41"/>
          <p:cNvSpPr txBox="1"/>
          <p:nvPr/>
        </p:nvSpPr>
        <p:spPr>
          <a:xfrm>
            <a:off x="7272000" y="39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7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912000" y="252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algn="r"/>
            <a:r>
              <a:rPr lang="en-US" altLang="zh-TW" sz="2000" dirty="0">
                <a:solidFill>
                  <a:srgbClr val="0000FF"/>
                </a:solidFill>
              </a:rPr>
              <a:t>10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cxnSp>
        <p:nvCxnSpPr>
          <p:cNvPr id="44" name="弧形接點 43"/>
          <p:cNvCxnSpPr>
            <a:stCxn id="19" idx="2"/>
            <a:endCxn id="10" idx="4"/>
          </p:cNvCxnSpPr>
          <p:nvPr/>
        </p:nvCxnSpPr>
        <p:spPr bwMode="auto">
          <a:xfrm rot="10800000">
            <a:off x="6732000" y="2169000"/>
            <a:ext cx="360000" cy="126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rgbClr val="FF99FF"/>
            </a:solidFill>
            <a:prstDash val="solid"/>
            <a:miter lim="800000"/>
            <a:headEnd type="none" w="med" len="med"/>
            <a:tailEnd type="arrow" w="lg" len="lg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7452000" y="32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11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內容版面配置區 47"/>
          <p:cNvSpPr>
            <a:spLocks noGrp="1"/>
          </p:cNvSpPr>
          <p:nvPr>
            <p:ph idx="1"/>
          </p:nvPr>
        </p:nvSpPr>
        <p:spPr>
          <a:xfrm>
            <a:off x="432000" y="1089000"/>
            <a:ext cx="4140000" cy="4680001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++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13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171503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++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13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37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sz="18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false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2196797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</a:t>
            </a:r>
            <a:r>
              <a:rPr lang="en-US" altLang="zh-TW" i="1" dirty="0" err="1">
                <a:solidFill>
                  <a:srgbClr val="000000"/>
                </a:solidFill>
              </a:rPr>
              <a:t>u.numChildren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++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C</a:t>
            </a:r>
            <a:r>
              <a:rPr lang="en-US" altLang="zh-TW" sz="1600" dirty="0">
                <a:solidFill>
                  <a:srgbClr val="000000"/>
                </a:solidFill>
              </a:rPr>
              <a:t>UT</a:t>
            </a:r>
            <a:r>
              <a:rPr lang="en-US" altLang="zh-TW" dirty="0">
                <a:solidFill>
                  <a:srgbClr val="000000"/>
                </a:solidFill>
              </a:rPr>
              <a:t>-P</a:t>
            </a:r>
            <a:r>
              <a:rPr lang="en-US" altLang="zh-TW" sz="1600" dirty="0">
                <a:solidFill>
                  <a:srgbClr val="000000"/>
                </a:solidFill>
              </a:rPr>
              <a:t>OINT</a:t>
            </a:r>
            <a:r>
              <a:rPr lang="en-US" altLang="zh-TW" sz="1600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	</a:t>
            </a:r>
            <a:r>
              <a:rPr lang="en-US" altLang="zh-TW" i="1" dirty="0" err="1">
                <a:solidFill>
                  <a:srgbClr val="000000"/>
                </a:solidFill>
              </a:rPr>
              <a:t>u.cut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true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13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414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{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94376527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72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75234655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 smtClean="0">
                <a:solidFill>
                  <a:srgbClr val="000000"/>
                </a:solidFill>
              </a:rPr>
              <a:t>	16		</a:t>
            </a:r>
            <a:r>
              <a:rPr lang="en-US" altLang="zh-TW" b="1" dirty="0" smtClean="0">
                <a:solidFill>
                  <a:srgbClr val="000000"/>
                </a:solidFill>
              </a:rPr>
              <a:t>else if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5026622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74343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1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9506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95415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328111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97049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7" name="文字方塊 36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</p:spTree>
    <p:extLst>
      <p:ext uri="{BB962C8B-B14F-4D97-AF65-F5344CB8AC3E}">
        <p14:creationId xmlns:p14="http://schemas.microsoft.com/office/powerpoint/2010/main" val="178055522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531067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90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517838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531067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94857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 smtClean="0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531067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538376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47351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569696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039184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4744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21465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982938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21465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564646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21465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939861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21465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500294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21465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66524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294745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720126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2401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52071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2401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953922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2401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718636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488785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388395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11378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1: 9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0847155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539046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1: 9</a:t>
            </a:r>
          </a:p>
          <a:p>
            <a:pPr algn="l"/>
            <a:r>
              <a:rPr lang="en-US" altLang="zh-TW" sz="2000" dirty="0" smtClean="0"/>
              <a:t>2: 8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440283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67976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1: 9</a:t>
            </a:r>
          </a:p>
          <a:p>
            <a:pPr algn="l"/>
            <a:r>
              <a:rPr lang="en-US" altLang="zh-TW" sz="2000" dirty="0" smtClean="0"/>
              <a:t>2: 8, 7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989301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 smtClean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67976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S</a:t>
            </a:r>
            <a:endParaRPr lang="zh-TW" altLang="en-US" sz="2000" i="1" dirty="0"/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7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6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8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9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1: 9</a:t>
            </a:r>
          </a:p>
          <a:p>
            <a:pPr algn="l"/>
            <a:r>
              <a:rPr lang="en-US" altLang="zh-TW" sz="2000" dirty="0" smtClean="0"/>
              <a:t>2: 8, 7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i="1" dirty="0"/>
              <a:t>Components</a:t>
            </a:r>
            <a:endParaRPr lang="zh-TW" altLang="en-US" sz="2000" i="1" dirty="0"/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1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4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 smtClean="0">
                <a:solidFill>
                  <a:srgbClr val="0000FF"/>
                </a:solidFill>
              </a:rPr>
              <a:t>5</a:t>
            </a:r>
            <a:r>
              <a:rPr lang="en-US" altLang="zh-TW" sz="2000" spc="300" dirty="0" smtClean="0">
                <a:solidFill>
                  <a:srgbClr val="0000FF"/>
                </a:solidFill>
              </a:rPr>
              <a:t>,</a:t>
            </a:r>
            <a:r>
              <a:rPr lang="en-US" altLang="zh-TW" sz="2000" dirty="0" smtClean="0">
                <a:solidFill>
                  <a:srgbClr val="0000FF"/>
                </a:solidFill>
              </a:rPr>
              <a:t>2</a:t>
            </a:r>
            <a:endParaRPr lang="zh-TW" altLang="en-US" sz="2000" dirty="0">
              <a:solidFill>
                <a:srgbClr val="0000FF"/>
              </a:solidFill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195343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379509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247272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36845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337953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36845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13242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48202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384508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1120309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481548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1120309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962433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888044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228508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94606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100006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13407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807411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1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13407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矩形 48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66358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215792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732770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0656295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182786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053024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44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37026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8278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543378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46540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01491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46540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141103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46540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380428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009719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608014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009719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924751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758979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5: 12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877182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3421886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5: 12, 11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721974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97347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5: 12, 11, 10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031016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0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54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en-US" altLang="zh-TW" sz="2000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9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 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v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18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9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3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8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1" name="弧形接點 30"/>
          <p:cNvCxnSpPr>
            <a:stCxn id="19" idx="0"/>
            <a:endCxn id="12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136346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文字方塊 34"/>
          <p:cNvSpPr txBox="1"/>
          <p:nvPr/>
        </p:nvSpPr>
        <p:spPr>
          <a:xfrm>
            <a:off x="6732000" y="198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100" normalizeH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6" name="文字方塊 35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文字方塊 36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8" name="文字方塊 37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文字方塊 4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4869000"/>
            <a:ext cx="1800000" cy="16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4: 3, 2,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5: 12, 11, 10, 1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292000" y="450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弧形接點 43"/>
          <p:cNvCxnSpPr>
            <a:stCxn id="20" idx="0"/>
            <a:endCxn id="12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" name="弧形接點 2"/>
          <p:cNvCxnSpPr>
            <a:stCxn id="21" idx="2"/>
            <a:endCxn id="12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819397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9			</a:t>
            </a:r>
            <a:r>
              <a:rPr lang="en-US" altLang="zh-TW" dirty="0" smtClean="0">
                <a:solidFill>
                  <a:srgbClr val="000000"/>
                </a:solidFill>
              </a:rPr>
              <a:t>P</a:t>
            </a:r>
            <a:r>
              <a:rPr lang="en-US" altLang="zh-TW" sz="1600" dirty="0" smtClean="0">
                <a:solidFill>
                  <a:srgbClr val="000000"/>
                </a:solidFill>
              </a:rPr>
              <a:t>O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P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spc="300" dirty="0" smtClean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922103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86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605018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320000" cy="612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b="1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13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 smtClean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 smtClean="0">
                <a:solidFill>
                  <a:srgbClr val="000000"/>
                </a:solidFill>
              </a:rPr>
              <a:t>.</a:t>
            </a:r>
            <a:r>
              <a:rPr lang="en-US" altLang="zh-TW" i="1" dirty="0" err="1" smtClean="0">
                <a:solidFill>
                  <a:srgbClr val="000000"/>
                </a:solidFill>
              </a:rPr>
              <a:t>d</a:t>
            </a:r>
            <a:endParaRPr lang="en-US" altLang="zh-TW" i="1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14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15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16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17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18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19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dirty="0" smtClean="0">
                <a:solidFill>
                  <a:srgbClr val="000000"/>
                </a:solidFill>
              </a:rPr>
              <a:t>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</a:t>
            </a:r>
            <a:r>
              <a:rPr lang="en-US" altLang="zh-TW" dirty="0" smtClean="0">
                <a:solidFill>
                  <a:srgbClr val="000000"/>
                </a:solidFill>
              </a:rPr>
              <a:t>.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r>
              <a:rPr lang="en-US" altLang="zh-TW" dirty="0">
                <a:solidFill>
                  <a:srgbClr val="000000"/>
                </a:solidFill>
              </a:rPr>
              <a:t> 	9			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000055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500000" cy="612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b="1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13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u.d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 smtClean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 smtClean="0">
                <a:solidFill>
                  <a:srgbClr val="000000"/>
                </a:solidFill>
              </a:rPr>
              <a:t>.</a:t>
            </a:r>
            <a:r>
              <a:rPr lang="en-US" altLang="zh-TW" i="1" dirty="0" err="1" smtClean="0">
                <a:solidFill>
                  <a:srgbClr val="000000"/>
                </a:solidFill>
              </a:rPr>
              <a:t>d</a:t>
            </a:r>
            <a:endParaRPr lang="en-US" altLang="zh-TW" i="1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14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15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16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17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18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19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dirty="0" smtClean="0">
                <a:solidFill>
                  <a:srgbClr val="000000"/>
                </a:solidFill>
              </a:rPr>
              <a:t>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</a:t>
            </a:r>
            <a:r>
              <a:rPr lang="en-US" altLang="zh-TW" dirty="0" smtClean="0">
                <a:solidFill>
                  <a:srgbClr val="000000"/>
                </a:solidFill>
              </a:rPr>
              <a:t>.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r>
              <a:rPr lang="en-US" altLang="zh-TW" dirty="0">
                <a:solidFill>
                  <a:srgbClr val="000000"/>
                </a:solidFill>
              </a:rPr>
              <a:t> 	9			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920280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62279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182746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41660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940149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546701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5673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608875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425245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840817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715444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01459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77470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9320972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237940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428109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772819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859070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783483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884269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409089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242813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918127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741638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666861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656900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212048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4840372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308696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609825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8139474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280358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310990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534842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272675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250708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762880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7971975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293649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44098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504020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7766100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553309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9111179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956032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59742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057116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2414940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88578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0093114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2142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325557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210281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783362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168576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128769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41712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88250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125832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345559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235930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0761950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163977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3037041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986094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488591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837068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390215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861341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31238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623309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396638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432939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713274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134189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586740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  <a:endParaRPr kumimoji="1" lang="en-US" altLang="zh-TW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184992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90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2179115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52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50112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2179115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902600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</a:t>
            </a:r>
            <a:r>
              <a:rPr lang="en-US" altLang="zh-TW" sz="2000" dirty="0">
                <a:solidFill>
                  <a:srgbClr val="000000"/>
                </a:solidFill>
              </a:rPr>
              <a:t>d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40287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247320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40287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911867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5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40287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5" name="文字方塊 6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091802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402873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690539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218364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564913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218364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949188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2183646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715379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696367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  <a:p>
            <a:pPr algn="l"/>
            <a:r>
              <a:rPr lang="en-US" altLang="zh-TW" sz="2000" dirty="0" smtClean="0"/>
              <a:t>5: 12</a:t>
            </a:r>
            <a:endParaRPr kumimoji="1" lang="en-US" altLang="zh-TW" sz="2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898495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0422711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  <a:p>
            <a:pPr algn="l"/>
            <a:r>
              <a:rPr lang="en-US" altLang="zh-TW" sz="2000" dirty="0" smtClean="0"/>
              <a:t>5: 12, 11</a:t>
            </a:r>
            <a:endParaRPr kumimoji="1" lang="en-US" altLang="zh-TW" sz="2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025770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556391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  <a:p>
            <a:pPr algn="l"/>
            <a:r>
              <a:rPr lang="en-US" altLang="zh-TW" sz="2000" dirty="0" smtClean="0"/>
              <a:t>5: 12, 11, 10</a:t>
            </a:r>
            <a:endParaRPr kumimoji="1" lang="en-US" altLang="zh-TW" sz="2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914455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AutoShape 56"/>
          <p:cNvCxnSpPr>
            <a:cxnSpLocks noChangeShapeType="1"/>
          </p:cNvCxnSpPr>
          <p:nvPr/>
        </p:nvCxnSpPr>
        <p:spPr bwMode="auto">
          <a:xfrm flipV="1">
            <a:off x="4572000" y="162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smtClean="0">
                <a:solidFill>
                  <a:srgbClr val="000000"/>
                </a:solidFill>
              </a:rPr>
              <a:t>	16				put </a:t>
            </a:r>
            <a:r>
              <a:rPr lang="en-US" altLang="zh-TW" sz="2000" i="1" dirty="0" smtClean="0">
                <a:solidFill>
                  <a:srgbClr val="000000"/>
                </a:solidFill>
              </a:rPr>
              <a:t>u</a:t>
            </a:r>
            <a:r>
              <a:rPr lang="en-US" altLang="zh-TW" sz="2000" dirty="0" smtClean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</a:rPr>
              <a:t>in cur. comp.</a:t>
            </a:r>
            <a:endParaRPr lang="en-US" altLang="zh-TW" sz="2000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17</a:t>
            </a:r>
            <a:r>
              <a:rPr lang="en-US" altLang="zh-TW" sz="2000" dirty="0">
                <a:solidFill>
                  <a:srgbClr val="000000"/>
                </a:solidFill>
              </a:rPr>
              <a:t>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dirty="0" smtClean="0">
                <a:solidFill>
                  <a:srgbClr val="000000"/>
                </a:solidFill>
              </a:rPr>
              <a:t>18</a:t>
            </a:r>
            <a:r>
              <a:rPr lang="en-US" altLang="zh-TW" sz="2000" dirty="0">
                <a:solidFill>
                  <a:srgbClr val="000000"/>
                </a:solidFill>
              </a:rPr>
              <a:t>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34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34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34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90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7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62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62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21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4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306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30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6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8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556391"/>
              </p:ext>
            </p:extLst>
          </p:nvPr>
        </p:nvGraphicFramePr>
        <p:xfrm>
          <a:off x="8172000" y="909000"/>
          <a:ext cx="720000" cy="46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614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55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092000" y="2529000"/>
            <a:ext cx="108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9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229000"/>
            <a:ext cx="252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 smtClean="0">
                <a:solidFill>
                  <a:srgbClr val="000000"/>
                </a:solidFill>
              </a:rPr>
              <a:t>2: 8, 7,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6, 5, 4,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5292000" y="4869000"/>
            <a:ext cx="18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81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3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4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21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8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矩形 46"/>
          <p:cNvSpPr/>
          <p:nvPr/>
        </p:nvSpPr>
        <p:spPr bwMode="auto">
          <a:xfrm>
            <a:off x="2772000" y="549000"/>
            <a:ext cx="18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zh-TW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4</a:t>
            </a:r>
            <a:r>
              <a:rPr kumimoji="1" lang="en-US" altLang="zh-TW" sz="2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</a:rPr>
              <a:t>: 3, 2, 1</a:t>
            </a:r>
          </a:p>
          <a:p>
            <a:pPr algn="l"/>
            <a:r>
              <a:rPr lang="en-US" altLang="zh-TW" sz="2000" dirty="0" smtClean="0"/>
              <a:t>5: 12, 11, 10, 1</a:t>
            </a:r>
            <a:endParaRPr kumimoji="1" lang="en-US" altLang="zh-TW" sz="2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14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弧形接點 7"/>
          <p:cNvCxnSpPr>
            <a:stCxn id="26" idx="2"/>
            <a:endCxn id="13" idx="4"/>
          </p:cNvCxnSpPr>
          <p:nvPr/>
        </p:nvCxnSpPr>
        <p:spPr bwMode="auto">
          <a:xfrm rot="10800000">
            <a:off x="6012000" y="1089000"/>
            <a:ext cx="360000" cy="1260000"/>
          </a:xfrm>
          <a:prstGeom prst="curvedConnector2">
            <a:avLst/>
          </a:prstGeom>
          <a:ln w="19050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文字方塊 51"/>
          <p:cNvSpPr txBox="1"/>
          <p:nvPr/>
        </p:nvSpPr>
        <p:spPr>
          <a:xfrm>
            <a:off x="6732000" y="2169000"/>
            <a:ext cx="720000" cy="360000"/>
          </a:xfrm>
          <a:prstGeom prst="rect">
            <a:avLst/>
          </a:prstGeom>
          <a:noFill/>
        </p:spPr>
        <p:txBody>
          <a:bodyPr wrap="square" lIns="36000" tIns="36000" r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216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855317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32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5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6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36081816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86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429201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320000" cy="612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b="1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13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 smtClean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 smtClean="0">
                <a:solidFill>
                  <a:srgbClr val="000000"/>
                </a:solidFill>
              </a:rPr>
              <a:t>.</a:t>
            </a:r>
            <a:r>
              <a:rPr lang="en-US" altLang="zh-TW" i="1" dirty="0" err="1" smtClean="0">
                <a:solidFill>
                  <a:srgbClr val="000000"/>
                </a:solidFill>
              </a:rPr>
              <a:t>d</a:t>
            </a:r>
            <a:endParaRPr lang="en-US" altLang="zh-TW" i="1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14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15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16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17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18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19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dirty="0" smtClean="0">
                <a:solidFill>
                  <a:srgbClr val="000000"/>
                </a:solidFill>
              </a:rPr>
              <a:t>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</a:t>
            </a:r>
            <a:r>
              <a:rPr lang="en-US" altLang="zh-TW" dirty="0" smtClean="0">
                <a:solidFill>
                  <a:srgbClr val="000000"/>
                </a:solidFill>
              </a:rPr>
              <a:t>.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8253525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500000" cy="612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b="1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13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u.d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 smtClean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 smtClean="0">
                <a:solidFill>
                  <a:srgbClr val="000000"/>
                </a:solidFill>
              </a:rPr>
              <a:t>.</a:t>
            </a:r>
            <a:r>
              <a:rPr lang="en-US" altLang="zh-TW" i="1" dirty="0" err="1" smtClean="0">
                <a:solidFill>
                  <a:srgbClr val="000000"/>
                </a:solidFill>
              </a:rPr>
              <a:t>d</a:t>
            </a:r>
            <a:endParaRPr lang="en-US" altLang="zh-TW" i="1" dirty="0" smtClean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14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15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16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17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18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19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dirty="0" smtClean="0">
                <a:solidFill>
                  <a:srgbClr val="000000"/>
                </a:solidFill>
              </a:rPr>
              <a:t>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in cur. comp</a:t>
            </a:r>
            <a:r>
              <a:rPr lang="en-US" altLang="zh-TW" dirty="0" smtClean="0">
                <a:solidFill>
                  <a:srgbClr val="000000"/>
                </a:solidFill>
              </a:rPr>
              <a:t>.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 smtClean="0">
                <a:solidFill>
                  <a:srgbClr val="000000"/>
                </a:solidFill>
              </a:rPr>
              <a:t>B</a:t>
            </a:r>
            <a:r>
              <a:rPr lang="en-US" altLang="zh-TW" sz="1600" dirty="0" err="1" smtClean="0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 smtClean="0">
                <a:solidFill>
                  <a:srgbClr val="000000"/>
                </a:solidFill>
              </a:rPr>
              <a:t>T</a:t>
            </a:r>
            <a:r>
              <a:rPr lang="en-US" altLang="zh-TW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55628437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7839757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68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dirty="0" smtClean="0">
                <a:solidFill>
                  <a:srgbClr val="000000"/>
                </a:solidFill>
              </a:rPr>
              <a:t>		</a:t>
            </a:r>
            <a:r>
              <a:rPr lang="en-US" altLang="zh-TW" dirty="0" smtClean="0">
                <a:solidFill>
                  <a:srgbClr val="000000"/>
                </a:solidFill>
              </a:rPr>
              <a:t>put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) </a:t>
            </a:r>
            <a:r>
              <a:rPr lang="en-US" altLang="zh-TW" dirty="0">
                <a:solidFill>
                  <a:srgbClr val="000000"/>
                </a:solidFill>
              </a:rPr>
              <a:t>in cur. comp.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369000"/>
            <a:ext cx="414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14769237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68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	put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sz="18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 smtClean="0">
                <a:solidFill>
                  <a:srgbClr val="000000"/>
                </a:solidFill>
              </a:rPr>
              <a:t>for</a:t>
            </a:r>
            <a:r>
              <a:rPr lang="en-US" altLang="zh-TW" dirty="0" smtClean="0">
                <a:solidFill>
                  <a:srgbClr val="000000"/>
                </a:solidFill>
              </a:rPr>
              <a:t>	each </a:t>
            </a:r>
            <a:r>
              <a:rPr lang="en-US" altLang="zh-TW" dirty="0">
                <a:solidFill>
                  <a:srgbClr val="000000"/>
                </a:solidFill>
              </a:rPr>
              <a:t>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u.d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1347544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2716577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5626243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64805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428833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824610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957987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791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5766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906927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9194510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27100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303818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01766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1200775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6405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895146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063047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502438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78659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08478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66211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57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0719628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817136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08478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66211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57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9943690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621055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9244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88898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935991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377803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13925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66445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64122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03310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011176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9583996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95966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299603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67477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274607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283351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71272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5518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86601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903503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873559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209222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73192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03887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9114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50410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60684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471522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03733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7292523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824675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0648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79425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46076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464404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7872296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0648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79425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46076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64744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26417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48280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4415619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5065404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5032347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8500664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421356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0253280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4619582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1842160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8850251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397485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155314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151287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552084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6754186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47252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2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7, 9</a:t>
                      </a: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620790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790500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2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7, 9</a:t>
                      </a:r>
                      <a:endParaRPr kumimoji="0" lang="zh-TW" alt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502371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052182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2385232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9620283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(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7, 8)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419068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886916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(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7, 8), (4, 7)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2685689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		put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8869168"/>
              </p:ext>
            </p:extLst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lvl="0" algn="l"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(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7, 8), (4, 7</a:t>
            </a:r>
            <a:r>
              <a:rPr lang="en-US" altLang="zh-TW" sz="2000" dirty="0">
                <a:solidFill>
                  <a:srgbClr val="000000"/>
                </a:solidFill>
              </a:rPr>
              <a:t>) , (4, 7)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1678770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68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369000"/>
            <a:ext cx="4140000" cy="59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427235723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369000"/>
            <a:ext cx="468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sz="18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 smtClean="0">
                <a:solidFill>
                  <a:srgbClr val="000000"/>
                </a:solidFill>
              </a:rPr>
              <a:t>for</a:t>
            </a:r>
            <a:r>
              <a:rPr lang="en-US" altLang="zh-TW" dirty="0" smtClean="0">
                <a:solidFill>
                  <a:srgbClr val="000000"/>
                </a:solidFill>
              </a:rPr>
              <a:t>	each </a:t>
            </a:r>
            <a:r>
              <a:rPr lang="en-US" altLang="zh-TW" dirty="0">
                <a:solidFill>
                  <a:srgbClr val="000000"/>
                </a:solidFill>
              </a:rPr>
              <a:t>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u.d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92611377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3" name="文字方塊 62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837603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8235981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64805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428833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824610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14475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791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5766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906927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4736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27100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303818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01766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algn="l"/>
            <a:r>
              <a:rPr lang="en-US" altLang="zh-TW" sz="2000" dirty="0">
                <a:solidFill>
                  <a:srgbClr val="0000FF"/>
                </a:solidFill>
              </a:rPr>
              <a:t>0</a:t>
            </a:r>
            <a:r>
              <a:rPr lang="en-US" altLang="zh-TW" sz="2000" spc="300" dirty="0">
                <a:solidFill>
                  <a:schemeClr val="bg1"/>
                </a:solidFill>
              </a:rPr>
              <a:t>,</a:t>
            </a:r>
            <a:r>
              <a:rPr lang="en-US" altLang="zh-TW" sz="2000" dirty="0">
                <a:solidFill>
                  <a:schemeClr val="bg1"/>
                </a:solidFill>
              </a:rPr>
              <a:t>0</a:t>
            </a:r>
            <a:endParaRPr lang="zh-TW" altLang="en-US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880468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</a:t>
            </a:r>
            <a:r>
              <a:rPr lang="en-US" altLang="zh-TW" sz="2000" dirty="0">
                <a:solidFill>
                  <a:srgbClr val="000000"/>
                </a:solidFill>
              </a:rPr>
              <a:t>d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6405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895146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063047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615472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08478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66211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57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563849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08478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66211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5734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109512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9244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88898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935991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4240612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66445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64122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03310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935000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95966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299603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67477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74278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71272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5518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86601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388613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209222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73192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03887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5841539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60684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471522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03733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863828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0648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79425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46076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131680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0648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79425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46076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7462712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2496626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310249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8803172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6102506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0625322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220673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7390938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5517180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2738110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8123968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0457932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7, 8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992434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7098988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9409402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3451633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5, 6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8591440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4, 5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7765716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823096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2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3, 1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4677222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2, 3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矩形 47"/>
          <p:cNvSpPr/>
          <p:nvPr/>
        </p:nvSpPr>
        <p:spPr bwMode="auto">
          <a:xfrm>
            <a:off x="2592000" y="189000"/>
            <a:ext cx="234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4: (3, 1)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0820509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矩形 47"/>
          <p:cNvSpPr/>
          <p:nvPr/>
        </p:nvSpPr>
        <p:spPr bwMode="auto">
          <a:xfrm>
            <a:off x="2592000" y="189000"/>
            <a:ext cx="234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4: (3, 1), (2, 3)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7834562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矩形 47"/>
          <p:cNvSpPr/>
          <p:nvPr/>
        </p:nvSpPr>
        <p:spPr bwMode="auto">
          <a:xfrm>
            <a:off x="2592000" y="189000"/>
            <a:ext cx="234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4: (3, 1), (2, 3), (1, 2)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677710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直線單箭頭接點 40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矩形 47"/>
          <p:cNvSpPr/>
          <p:nvPr/>
        </p:nvSpPr>
        <p:spPr bwMode="auto">
          <a:xfrm>
            <a:off x="2592000" y="189000"/>
            <a:ext cx="234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4: (3, 1), (2, 3), (1, 2)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2876893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3" name="AutoShape 56"/>
          <p:cNvCxnSpPr>
            <a:cxnSpLocks noChangeShapeType="1"/>
          </p:cNvCxnSpPr>
          <p:nvPr/>
        </p:nvCxnSpPr>
        <p:spPr bwMode="auto">
          <a:xfrm flipV="1">
            <a:off x="4572000" y="1449000"/>
            <a:ext cx="360000" cy="144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" name="內容版面配置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FFFFFF"/>
                </a:solidFill>
              </a:rPr>
              <a:t>	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	3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sz="20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sz="2000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8			</a:t>
            </a:r>
            <a:r>
              <a:rPr lang="en-US" altLang="zh-TW" sz="2000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G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9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10			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	</a:t>
            </a:r>
            <a:r>
              <a:rPr lang="en-US" altLang="zh-TW" sz="2000" i="1" dirty="0" err="1">
                <a:solidFill>
                  <a:srgbClr val="000000"/>
                </a:solidFill>
              </a:rPr>
              <a:t>v.low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11				</a:t>
            </a:r>
            <a:r>
              <a:rPr lang="en-US" altLang="zh-TW" sz="2000" dirty="0" smtClean="0">
                <a:solidFill>
                  <a:srgbClr val="000000"/>
                </a:solidFill>
              </a:rPr>
              <a:t>start new component</a:t>
            </a:r>
            <a:endParaRPr lang="en-US" altLang="zh-TW" sz="2000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12				</a:t>
            </a:r>
            <a:r>
              <a:rPr lang="en-US" altLang="zh-TW" sz="2000" b="1" dirty="0">
                <a:solidFill>
                  <a:srgbClr val="000000"/>
                </a:solidFill>
              </a:rPr>
              <a:t>do</a:t>
            </a:r>
            <a:endParaRPr lang="en-US" altLang="zh-TW" sz="2000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13					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14					put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15				</a:t>
            </a:r>
            <a:r>
              <a:rPr lang="en-US" altLang="zh-TW" sz="2000" b="1" dirty="0">
                <a:solidFill>
                  <a:srgbClr val="000000"/>
                </a:solidFill>
              </a:rPr>
              <a:t>while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x</a:t>
            </a:r>
            <a:r>
              <a:rPr lang="en-US" altLang="zh-TW" sz="2000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sz="2000" dirty="0">
                <a:solidFill>
                  <a:srgbClr val="000000"/>
                </a:solidFill>
              </a:rPr>
              <a:t>) </a:t>
            </a:r>
            <a:r>
              <a:rPr lang="en-US" altLang="zh-TW" sz="20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16		</a:t>
            </a:r>
            <a:r>
              <a:rPr lang="en-US" altLang="zh-TW" sz="2000" b="1" dirty="0">
                <a:solidFill>
                  <a:srgbClr val="000000"/>
                </a:solidFill>
              </a:rPr>
              <a:t>else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if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v.d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 err="1">
                <a:solidFill>
                  <a:srgbClr val="000000"/>
                </a:solidFill>
              </a:rPr>
              <a:t>u.d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b="1" dirty="0">
                <a:solidFill>
                  <a:srgbClr val="000000"/>
                </a:solidFill>
              </a:rPr>
              <a:t>and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2000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sz="2000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sz="2000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z="2000" spc="300" dirty="0">
                <a:solidFill>
                  <a:srgbClr val="000000"/>
                </a:solidFill>
              </a:rPr>
              <a:t>(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>
                <a:solidFill>
                  <a:srgbClr val="000000"/>
                </a:solidFill>
              </a:rPr>
              <a:t>u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>
                <a:solidFill>
                  <a:srgbClr val="000000"/>
                </a:solidFill>
              </a:rPr>
              <a:t>v</a:t>
            </a:r>
            <a:r>
              <a:rPr lang="en-US" altLang="zh-TW" sz="2000" dirty="0">
                <a:solidFill>
                  <a:srgbClr val="000000"/>
                </a:solidFill>
              </a:rPr>
              <a:t>), </a:t>
            </a:r>
            <a:r>
              <a:rPr lang="en-US" altLang="zh-TW" sz="2000" i="1" spc="300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sz="2000" dirty="0">
                <a:solidFill>
                  <a:srgbClr val="000000"/>
                </a:solidFill>
              </a:rPr>
              <a:t>	18				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000" dirty="0">
                <a:solidFill>
                  <a:srgbClr val="000000"/>
                </a:solidFill>
              </a:rPr>
              <a:t> mi</a:t>
            </a:r>
            <a:r>
              <a:rPr lang="en-US" altLang="zh-TW" sz="2000" spc="300" dirty="0">
                <a:solidFill>
                  <a:srgbClr val="000000"/>
                </a:solidFill>
              </a:rPr>
              <a:t>n</a:t>
            </a:r>
            <a:r>
              <a:rPr lang="en-US" altLang="zh-TW" sz="2000" dirty="0">
                <a:solidFill>
                  <a:srgbClr val="000000"/>
                </a:solidFill>
              </a:rPr>
              <a:t>(</a:t>
            </a:r>
            <a:r>
              <a:rPr lang="en-US" altLang="zh-TW" sz="2000" i="1" dirty="0" err="1">
                <a:solidFill>
                  <a:srgbClr val="000000"/>
                </a:solidFill>
              </a:rPr>
              <a:t>u.low</a:t>
            </a:r>
            <a:r>
              <a:rPr lang="en-US" altLang="zh-TW" sz="2000" dirty="0">
                <a:solidFill>
                  <a:srgbClr val="000000"/>
                </a:solidFill>
              </a:rPr>
              <a:t>, </a:t>
            </a:r>
            <a:r>
              <a:rPr lang="en-US" altLang="zh-TW" sz="2000" i="1" dirty="0" err="1">
                <a:solidFill>
                  <a:srgbClr val="000000"/>
                </a:solidFill>
              </a:rPr>
              <a:t>v.</a:t>
            </a:r>
            <a:r>
              <a:rPr lang="en-US" altLang="zh-TW" sz="2000" i="1" spc="300" dirty="0" err="1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)</a:t>
            </a:r>
            <a:endParaRPr lang="zh-TW" altLang="en-US" sz="2000" dirty="0">
              <a:solidFill>
                <a:srgbClr val="000000"/>
              </a:solidFill>
            </a:endParaRPr>
          </a:p>
        </p:txBody>
      </p:sp>
      <p:cxnSp>
        <p:nvCxnSpPr>
          <p:cNvPr id="43" name="直線單箭頭接點 42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2" name="直線單箭頭接點 41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6" name="AutoShape 56"/>
          <p:cNvCxnSpPr>
            <a:cxnSpLocks noChangeShapeType="1"/>
          </p:cNvCxnSpPr>
          <p:nvPr/>
        </p:nvCxnSpPr>
        <p:spPr bwMode="auto">
          <a:xfrm flipV="1">
            <a:off x="493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8" name="Line 40"/>
          <p:cNvSpPr>
            <a:spLocks noChangeShapeType="1"/>
          </p:cNvSpPr>
          <p:nvPr/>
        </p:nvSpPr>
        <p:spPr bwMode="auto">
          <a:xfrm>
            <a:off x="709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49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" name="AutoShape 56"/>
          <p:cNvCxnSpPr>
            <a:cxnSpLocks noChangeShapeType="1"/>
          </p:cNvCxnSpPr>
          <p:nvPr/>
        </p:nvCxnSpPr>
        <p:spPr bwMode="auto">
          <a:xfrm flipV="1">
            <a:off x="4392000" y="14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3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4" name="Oval 50"/>
          <p:cNvSpPr>
            <a:spLocks noChangeArrowheads="1"/>
          </p:cNvSpPr>
          <p:nvPr/>
        </p:nvSpPr>
        <p:spPr bwMode="auto">
          <a:xfrm>
            <a:off x="74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12</a:t>
            </a:r>
          </a:p>
        </p:txBody>
      </p: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42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6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11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475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8" name="Line 40"/>
          <p:cNvSpPr>
            <a:spLocks noChangeShapeType="1"/>
          </p:cNvSpPr>
          <p:nvPr/>
        </p:nvSpPr>
        <p:spPr bwMode="auto">
          <a:xfrm>
            <a:off x="637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3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34" name="Oval 50"/>
          <p:cNvSpPr>
            <a:spLocks noChangeArrowheads="1"/>
          </p:cNvSpPr>
          <p:nvPr/>
        </p:nvSpPr>
        <p:spPr bwMode="auto">
          <a:xfrm>
            <a:off x="655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36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7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cxnSp>
        <p:nvCxnSpPr>
          <p:cNvPr id="38" name="弧形接點 37"/>
          <p:cNvCxnSpPr>
            <a:stCxn id="24" idx="0"/>
            <a:endCxn id="13" idx="6"/>
          </p:cNvCxnSpPr>
          <p:nvPr/>
        </p:nvCxnSpPr>
        <p:spPr bwMode="auto">
          <a:xfrm rot="16200000" flipV="1">
            <a:off x="62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45" name="表格 44"/>
          <p:cNvGraphicFramePr>
            <a:graphicFrameLocks noGrp="1"/>
          </p:cNvGraphicFramePr>
          <p:nvPr>
            <p:extLst/>
          </p:nvPr>
        </p:nvGraphicFramePr>
        <p:xfrm>
          <a:off x="817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16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73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9208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1, 10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46" name="文字方塊 45"/>
          <p:cNvSpPr txBox="1"/>
          <p:nvPr/>
        </p:nvSpPr>
        <p:spPr>
          <a:xfrm>
            <a:off x="835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7" name="文字方塊 56"/>
          <p:cNvSpPr txBox="1"/>
          <p:nvPr/>
        </p:nvSpPr>
        <p:spPr>
          <a:xfrm>
            <a:off x="7272000" y="23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9" name="文字方塊 5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文字方塊 60"/>
          <p:cNvSpPr txBox="1"/>
          <p:nvPr/>
        </p:nvSpPr>
        <p:spPr>
          <a:xfrm>
            <a:off x="637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矩形 61"/>
          <p:cNvSpPr/>
          <p:nvPr/>
        </p:nvSpPr>
        <p:spPr bwMode="auto">
          <a:xfrm>
            <a:off x="4932000" y="5589000"/>
            <a:ext cx="378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(7, 9)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(8, 4), (7, 8), (4, 7)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(5, 2), (6, 4), (5, 6), (4, 5), (2, 4)</a:t>
            </a:r>
          </a:p>
        </p:txBody>
      </p:sp>
      <p:cxnSp>
        <p:nvCxnSpPr>
          <p:cNvPr id="64" name="弧形接點 63"/>
          <p:cNvCxnSpPr>
            <a:stCxn id="25" idx="0"/>
            <a:endCxn id="13" idx="2"/>
          </p:cNvCxnSpPr>
          <p:nvPr/>
        </p:nvCxnSpPr>
        <p:spPr bwMode="auto">
          <a:xfrm rot="5400000" flipH="1" flipV="1">
            <a:off x="4482000" y="639000"/>
            <a:ext cx="126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0" name="文字方塊 49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11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文字方塊 53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8" name="文字方塊 5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矩形 47"/>
          <p:cNvSpPr/>
          <p:nvPr/>
        </p:nvSpPr>
        <p:spPr bwMode="auto">
          <a:xfrm>
            <a:off x="2592000" y="189000"/>
            <a:ext cx="234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4: (3, 1), (2, 3), (1, 2)</a:t>
            </a:r>
          </a:p>
        </p:txBody>
      </p:sp>
      <p:sp>
        <p:nvSpPr>
          <p:cNvPr id="52" name="文字方塊 51"/>
          <p:cNvSpPr txBox="1"/>
          <p:nvPr/>
        </p:nvSpPr>
        <p:spPr>
          <a:xfrm>
            <a:off x="6192000" y="1269000"/>
            <a:ext cx="720000" cy="360000"/>
          </a:xfrm>
          <a:prstGeom prst="rect">
            <a:avLst/>
          </a:prstGeom>
          <a:noFill/>
        </p:spPr>
        <p:txBody>
          <a:bodyPr wrap="square" lIns="0" tIns="36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3" name="弧形接點 52"/>
          <p:cNvCxnSpPr>
            <a:stCxn id="26" idx="2"/>
            <a:endCxn id="13" idx="4"/>
          </p:cNvCxnSpPr>
          <p:nvPr/>
        </p:nvCxnSpPr>
        <p:spPr bwMode="auto">
          <a:xfrm rot="10800000">
            <a:off x="6012000" y="909000"/>
            <a:ext cx="360000" cy="126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5" name="文字方塊 54"/>
          <p:cNvSpPr txBox="1"/>
          <p:nvPr/>
        </p:nvSpPr>
        <p:spPr>
          <a:xfrm>
            <a:off x="6012000" y="5229000"/>
            <a:ext cx="16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5" name="文字方塊 64"/>
          <p:cNvSpPr txBox="1"/>
          <p:nvPr/>
        </p:nvSpPr>
        <p:spPr>
          <a:xfrm>
            <a:off x="3672000" y="1989000"/>
            <a:ext cx="540000" cy="360000"/>
          </a:xfrm>
          <a:prstGeom prst="rect">
            <a:avLst/>
          </a:prstGeom>
          <a:noFill/>
        </p:spPr>
        <p:txBody>
          <a:bodyPr wrap="square" tIns="36000" rIns="54000" bIns="54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2887506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6019312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369000"/>
            <a:ext cx="450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11108949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369000"/>
            <a:ext cx="486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v.low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485923957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369000"/>
            <a:ext cx="4320000" cy="630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smtClean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>
                <a:solidFill>
                  <a:srgbClr val="000000"/>
                </a:solidFill>
              </a:rPr>
              <a:t>.</a:t>
            </a:r>
            <a:r>
              <a:rPr lang="en-US" altLang="zh-TW" i="1" dirty="0" err="1">
                <a:solidFill>
                  <a:srgbClr val="000000"/>
                </a:solidFill>
              </a:rPr>
              <a:t>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19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738687209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369000"/>
            <a:ext cx="4500000" cy="630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dirty="0" smtClean="0">
                <a:solidFill>
                  <a:srgbClr val="000000"/>
                </a:solidFill>
              </a:rPr>
              <a:t>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0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i="1" dirty="0" err="1" smtClean="0">
                <a:solidFill>
                  <a:srgbClr val="000000"/>
                </a:solidFill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smtClean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 smtClean="0">
                <a:solidFill>
                  <a:srgbClr val="000000"/>
                </a:solidFill>
              </a:rPr>
              <a:t>if</a:t>
            </a:r>
            <a:r>
              <a:rPr lang="en-US" altLang="zh-TW" dirty="0" smtClean="0">
                <a:solidFill>
                  <a:srgbClr val="000000"/>
                </a:solidFill>
              </a:rPr>
              <a:t>	</a:t>
            </a:r>
            <a:r>
              <a:rPr lang="en-US" altLang="zh-TW" i="1" dirty="0" err="1" smtClean="0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i="1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 or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 err="1">
                <a:solidFill>
                  <a:srgbClr val="000000"/>
                </a:solidFill>
              </a:rPr>
              <a:t>.</a:t>
            </a:r>
            <a:r>
              <a:rPr lang="en-US" altLang="zh-TW" i="1" dirty="0" err="1">
                <a:solidFill>
                  <a:srgbClr val="000000"/>
                </a:solidFill>
              </a:rPr>
              <a:t>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		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	put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080000" algn="l"/>
                <a:tab pos="144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19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(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1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x</a:t>
            </a:r>
            <a:r>
              <a:rPr lang="en-US" altLang="zh-TW" baseline="-25000" dirty="0" err="1">
                <a:solidFill>
                  <a:srgbClr val="000000"/>
                </a:solidFill>
              </a:rPr>
              <a:t>2</a:t>
            </a:r>
            <a:r>
              <a:rPr lang="en-US" altLang="zh-TW" dirty="0">
                <a:solidFill>
                  <a:srgbClr val="000000"/>
                </a:solidFill>
              </a:rPr>
              <a:t>)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!=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600000" cy="288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edge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03919706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9584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369000"/>
            <a:ext cx="4680000" cy="5940000"/>
          </a:xfrm>
        </p:spPr>
        <p:txBody>
          <a:bodyPr/>
          <a:lstStyle/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</a:rPr>
              <a:t> 1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  <a:sym typeface="Symbol" pitchFamily="18" charset="2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=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10	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&gt;=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dirty="0" smtClean="0">
                <a:solidFill>
                  <a:srgbClr val="000000"/>
                </a:solidFill>
              </a:rPr>
              <a:t>start new component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	put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else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&lt;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b="1" dirty="0">
                <a:solidFill>
                  <a:srgbClr val="000000"/>
                </a:solidFill>
              </a:rPr>
              <a:t>and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  <a:sym typeface="Symbol" pitchFamily="18" charset="2"/>
              </a:rPr>
              <a:t>!=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18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anose="05050102010706020507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369000"/>
            <a:ext cx="3780000" cy="3060000"/>
          </a:xfrm>
        </p:spPr>
        <p:txBody>
          <a:bodyPr/>
          <a:lstStyle/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=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 each vertex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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  <a:sym typeface="Symbol" pitchFamily="18" charset="2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40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</a:t>
            </a:r>
            <a:r>
              <a:rPr lang="en-US" altLang="zh-TW" dirty="0" err="1">
                <a:solidFill>
                  <a:srgbClr val="000000"/>
                </a:solidFill>
              </a:rPr>
              <a:t>B</a:t>
            </a:r>
            <a:r>
              <a:rPr lang="en-US" altLang="zh-TW" sz="1600" dirty="0" err="1">
                <a:solidFill>
                  <a:srgbClr val="000000"/>
                </a:solidFill>
              </a:rPr>
              <a:t>ICONNEC</a:t>
            </a:r>
            <a:r>
              <a:rPr lang="en-US" altLang="zh-TW" sz="1600" spc="300" dirty="0" err="1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814944219"/>
      </p:ext>
    </p:extLst>
  </p:cSld>
  <p:clrMapOvr>
    <a:masterClrMapping/>
  </p:clrMapOvr>
</p:sld>
</file>

<file path=ppt/theme/theme1.xml><?xml version="1.0" encoding="utf-8"?>
<a:theme xmlns:a="http://schemas.openxmlformats.org/drawingml/2006/main" name="Blends">
  <a:themeElements>
    <a:clrScheme name="Blends 2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imes New Roman"/>
        <a:ea typeface="標楷體"/>
        <a:cs typeface=""/>
      </a:majorFont>
      <a:minorFont>
        <a:latin typeface="Times New Roman"/>
        <a:ea typeface="標楷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新細明體" pitchFamily="18" charset="-12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新細明體" pitchFamily="18" charset="-120"/>
          </a:defRPr>
        </a:defPPr>
      </a:lstStyle>
    </a:lnDef>
  </a:objectDefaults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Office\Templates\Presentation Designs\Blends.pot</Template>
  <TotalTime>23959</TotalTime>
  <Words>45690</Words>
  <Application>Microsoft Office PowerPoint</Application>
  <PresentationFormat>投影片</PresentationFormat>
  <Paragraphs>9026</Paragraphs>
  <Slides>206</Slides>
  <Notes>0</Notes>
  <HiddenSlides>0</HiddenSlides>
  <MMClips>0</MMClips>
  <ScaleCrop>false</ScaleCrop>
  <HeadingPairs>
    <vt:vector size="6" baseType="variant">
      <vt:variant>
        <vt:lpstr>使用字型</vt:lpstr>
      </vt:variant>
      <vt:variant>
        <vt:i4>6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206</vt:i4>
      </vt:variant>
    </vt:vector>
  </HeadingPairs>
  <TitlesOfParts>
    <vt:vector size="213" baseType="lpstr">
      <vt:lpstr>新細明體</vt:lpstr>
      <vt:lpstr>標楷體</vt:lpstr>
      <vt:lpstr>Cambria Math</vt:lpstr>
      <vt:lpstr>Symbol</vt:lpstr>
      <vt:lpstr>Times New Roman</vt:lpstr>
      <vt:lpstr>Wingdings</vt:lpstr>
      <vt:lpstr>Blends</vt:lpstr>
      <vt:lpstr>Bridge Connected Components</vt:lpstr>
      <vt:lpstr>Bridge Connected Components</vt:lpstr>
      <vt:lpstr>PowerPoint 簡報</vt:lpstr>
      <vt:lpstr>Biconnected Components</vt:lpstr>
      <vt:lpstr>PowerPoint 簡報</vt:lpstr>
      <vt:lpstr>PowerPoint 簡報</vt:lpstr>
      <vt:lpstr>Biconnected Graphs</vt:lpstr>
      <vt:lpstr>Biconnected Components</vt:lpstr>
      <vt:lpstr>Biconnected Components</vt:lpstr>
      <vt:lpstr>A graph with two nodes</vt:lpstr>
      <vt:lpstr>Biconnected Components</vt:lpstr>
      <vt:lpstr>Biconnected Components</vt:lpstr>
      <vt:lpstr>Biconnected Components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Company>NCTU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Introduction</dc:title>
  <dc:creator>Li Tseng-Kuei</dc:creator>
  <cp:lastModifiedBy>james</cp:lastModifiedBy>
  <cp:revision>1141</cp:revision>
  <dcterms:created xsi:type="dcterms:W3CDTF">2001-09-06T13:56:50Z</dcterms:created>
  <dcterms:modified xsi:type="dcterms:W3CDTF">2025-12-03T03:19:19Z</dcterms:modified>
</cp:coreProperties>
</file>