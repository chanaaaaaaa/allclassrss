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08"/>
  </p:notesMasterIdLst>
  <p:handoutMasterIdLst>
    <p:handoutMasterId r:id="rId109"/>
  </p:handoutMasterIdLst>
  <p:sldIdLst>
    <p:sldId id="891" r:id="rId2"/>
    <p:sldId id="786" r:id="rId3"/>
    <p:sldId id="911" r:id="rId4"/>
    <p:sldId id="912" r:id="rId5"/>
    <p:sldId id="913" r:id="rId6"/>
    <p:sldId id="914" r:id="rId7"/>
    <p:sldId id="915" r:id="rId8"/>
    <p:sldId id="916" r:id="rId9"/>
    <p:sldId id="917" r:id="rId10"/>
    <p:sldId id="918" r:id="rId11"/>
    <p:sldId id="919" r:id="rId12"/>
    <p:sldId id="920" r:id="rId13"/>
    <p:sldId id="921" r:id="rId14"/>
    <p:sldId id="922" r:id="rId15"/>
    <p:sldId id="923" r:id="rId16"/>
    <p:sldId id="927" r:id="rId17"/>
    <p:sldId id="896" r:id="rId18"/>
    <p:sldId id="894" r:id="rId19"/>
    <p:sldId id="814" r:id="rId20"/>
    <p:sldId id="929" r:id="rId21"/>
    <p:sldId id="930" r:id="rId22"/>
    <p:sldId id="931" r:id="rId23"/>
    <p:sldId id="932" r:id="rId24"/>
    <p:sldId id="933" r:id="rId25"/>
    <p:sldId id="934" r:id="rId26"/>
    <p:sldId id="935" r:id="rId27"/>
    <p:sldId id="936" r:id="rId28"/>
    <p:sldId id="937" r:id="rId29"/>
    <p:sldId id="938" r:id="rId30"/>
    <p:sldId id="939" r:id="rId31"/>
    <p:sldId id="940" r:id="rId32"/>
    <p:sldId id="941" r:id="rId33"/>
    <p:sldId id="942" r:id="rId34"/>
    <p:sldId id="943" r:id="rId35"/>
    <p:sldId id="944" r:id="rId36"/>
    <p:sldId id="945" r:id="rId37"/>
    <p:sldId id="946" r:id="rId38"/>
    <p:sldId id="947" r:id="rId39"/>
    <p:sldId id="948" r:id="rId40"/>
    <p:sldId id="949" r:id="rId41"/>
    <p:sldId id="950" r:id="rId42"/>
    <p:sldId id="951" r:id="rId43"/>
    <p:sldId id="952" r:id="rId44"/>
    <p:sldId id="928" r:id="rId45"/>
    <p:sldId id="818" r:id="rId46"/>
    <p:sldId id="820" r:id="rId47"/>
    <p:sldId id="821" r:id="rId48"/>
    <p:sldId id="822" r:id="rId49"/>
    <p:sldId id="823" r:id="rId50"/>
    <p:sldId id="824" r:id="rId51"/>
    <p:sldId id="825" r:id="rId52"/>
    <p:sldId id="826" r:id="rId53"/>
    <p:sldId id="827" r:id="rId54"/>
    <p:sldId id="828" r:id="rId55"/>
    <p:sldId id="829" r:id="rId56"/>
    <p:sldId id="830" r:id="rId57"/>
    <p:sldId id="831" r:id="rId58"/>
    <p:sldId id="832" r:id="rId59"/>
    <p:sldId id="833" r:id="rId60"/>
    <p:sldId id="834" r:id="rId61"/>
    <p:sldId id="835" r:id="rId62"/>
    <p:sldId id="836" r:id="rId63"/>
    <p:sldId id="837" r:id="rId64"/>
    <p:sldId id="838" r:id="rId65"/>
    <p:sldId id="839" r:id="rId66"/>
    <p:sldId id="840" r:id="rId67"/>
    <p:sldId id="841" r:id="rId68"/>
    <p:sldId id="842" r:id="rId69"/>
    <p:sldId id="900" r:id="rId70"/>
    <p:sldId id="869" r:id="rId71"/>
    <p:sldId id="906" r:id="rId72"/>
    <p:sldId id="907" r:id="rId73"/>
    <p:sldId id="909" r:id="rId74"/>
    <p:sldId id="908" r:id="rId75"/>
    <p:sldId id="910" r:id="rId76"/>
    <p:sldId id="813" r:id="rId77"/>
    <p:sldId id="590" r:id="rId78"/>
    <p:sldId id="801" r:id="rId79"/>
    <p:sldId id="871" r:id="rId80"/>
    <p:sldId id="872" r:id="rId81"/>
    <p:sldId id="873" r:id="rId82"/>
    <p:sldId id="874" r:id="rId83"/>
    <p:sldId id="875" r:id="rId84"/>
    <p:sldId id="876" r:id="rId85"/>
    <p:sldId id="877" r:id="rId86"/>
    <p:sldId id="878" r:id="rId87"/>
    <p:sldId id="879" r:id="rId88"/>
    <p:sldId id="880" r:id="rId89"/>
    <p:sldId id="881" r:id="rId90"/>
    <p:sldId id="882" r:id="rId91"/>
    <p:sldId id="883" r:id="rId92"/>
    <p:sldId id="884" r:id="rId93"/>
    <p:sldId id="885" r:id="rId94"/>
    <p:sldId id="886" r:id="rId95"/>
    <p:sldId id="887" r:id="rId96"/>
    <p:sldId id="888" r:id="rId97"/>
    <p:sldId id="889" r:id="rId98"/>
    <p:sldId id="890" r:id="rId99"/>
    <p:sldId id="811" r:id="rId100"/>
    <p:sldId id="901" r:id="rId101"/>
    <p:sldId id="902" r:id="rId102"/>
    <p:sldId id="903" r:id="rId103"/>
    <p:sldId id="904" r:id="rId104"/>
    <p:sldId id="905" r:id="rId105"/>
    <p:sldId id="868" r:id="rId106"/>
    <p:sldId id="926" r:id="rId107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4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00FFFF"/>
    <a:srgbClr val="0000FF"/>
    <a:srgbClr val="0000CC"/>
    <a:srgbClr val="FF5050"/>
    <a:srgbClr val="003266"/>
    <a:srgbClr val="003366"/>
    <a:srgbClr val="0066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F828D-317F-4EAC-959B-98CB324B7BF5}" v="248" dt="2023-08-21T09:20:21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31" autoAdjust="0"/>
    <p:restoredTop sz="95940" autoAdjust="0"/>
  </p:normalViewPr>
  <p:slideViewPr>
    <p:cSldViewPr showGuides="1">
      <p:cViewPr varScale="1">
        <p:scale>
          <a:sx n="92" d="100"/>
          <a:sy n="92" d="100"/>
        </p:scale>
        <p:origin x="120" y="62"/>
      </p:cViewPr>
      <p:guideLst>
        <p:guide orient="horz" pos="2614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04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6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63" Type="http://schemas.microsoft.com/office/2016/11/relationships/changesInfo" Target="changesInfos/changesInfo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Lin" userId="99e842fa4348d56b" providerId="LiveId" clId="{2AFF828D-317F-4EAC-959B-98CB324B7BF5}"/>
    <pc:docChg chg="undo redo custSel mod addSld delSld modSld sldOrd modMainMaster">
      <pc:chgData name="james Lin" userId="99e842fa4348d56b" providerId="LiveId" clId="{2AFF828D-317F-4EAC-959B-98CB324B7BF5}" dt="2023-08-21T09:22:59.156" v="2740" actId="47"/>
      <pc:docMkLst>
        <pc:docMk/>
      </pc:docMkLst>
      <pc:sldChg chg="delSp modSp mod">
        <pc:chgData name="james Lin" userId="99e842fa4348d56b" providerId="LiveId" clId="{2AFF828D-317F-4EAC-959B-98CB324B7BF5}" dt="2023-08-19T14:02:05.379" v="761" actId="478"/>
        <pc:sldMkLst>
          <pc:docMk/>
          <pc:sldMk cId="0" sldId="256"/>
        </pc:sldMkLst>
        <pc:spChg chg="mod">
          <ac:chgData name="james Lin" userId="99e842fa4348d56b" providerId="LiveId" clId="{2AFF828D-317F-4EAC-959B-98CB324B7BF5}" dt="2023-08-19T03:53:10.248" v="301" actId="20577"/>
          <ac:spMkLst>
            <pc:docMk/>
            <pc:sldMk cId="0" sldId="256"/>
            <ac:spMk id="3074" creationId="{00000000-0000-0000-0000-000000000000}"/>
          </ac:spMkLst>
        </pc:spChg>
        <pc:spChg chg="del">
          <ac:chgData name="james Lin" userId="99e842fa4348d56b" providerId="LiveId" clId="{2AFF828D-317F-4EAC-959B-98CB324B7BF5}" dt="2023-08-19T14:02:05.379" v="761" actId="478"/>
          <ac:spMkLst>
            <pc:docMk/>
            <pc:sldMk cId="0" sldId="256"/>
            <ac:spMk id="3076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13.789" v="764" actId="478"/>
        <pc:sldMkLst>
          <pc:docMk/>
          <pc:sldMk cId="0" sldId="322"/>
        </pc:sldMkLst>
        <pc:spChg chg="del">
          <ac:chgData name="james Lin" userId="99e842fa4348d56b" providerId="LiveId" clId="{2AFF828D-317F-4EAC-959B-98CB324B7BF5}" dt="2023-08-19T14:02:13.789" v="764" actId="478"/>
          <ac:spMkLst>
            <pc:docMk/>
            <pc:sldMk cId="0" sldId="322"/>
            <ac:spMk id="4099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16.442" v="765" actId="478"/>
        <pc:sldMkLst>
          <pc:docMk/>
          <pc:sldMk cId="0" sldId="429"/>
        </pc:sldMkLst>
        <pc:spChg chg="del">
          <ac:chgData name="james Lin" userId="99e842fa4348d56b" providerId="LiveId" clId="{2AFF828D-317F-4EAC-959B-98CB324B7BF5}" dt="2023-08-19T14:02:16.442" v="765" actId="478"/>
          <ac:spMkLst>
            <pc:docMk/>
            <pc:sldMk cId="0" sldId="429"/>
            <ac:spMk id="5124" creationId="{00000000-0000-0000-0000-000000000000}"/>
          </ac:spMkLst>
        </pc:spChg>
      </pc:sldChg>
      <pc:sldChg chg="modSp mod">
        <pc:chgData name="james Lin" userId="99e842fa4348d56b" providerId="LiveId" clId="{2AFF828D-317F-4EAC-959B-98CB324B7BF5}" dt="2023-08-20T06:45:45.870" v="1164" actId="6549"/>
        <pc:sldMkLst>
          <pc:docMk/>
          <pc:sldMk cId="0" sldId="436"/>
        </pc:sldMkLst>
        <pc:spChg chg="mod">
          <ac:chgData name="james Lin" userId="99e842fa4348d56b" providerId="LiveId" clId="{2AFF828D-317F-4EAC-959B-98CB324B7BF5}" dt="2023-08-20T06:45:45.870" v="1164" actId="6549"/>
          <ac:spMkLst>
            <pc:docMk/>
            <pc:sldMk cId="0" sldId="436"/>
            <ac:spMk id="5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19.261" v="766" actId="478"/>
        <pc:sldMkLst>
          <pc:docMk/>
          <pc:sldMk cId="0" sldId="465"/>
        </pc:sldMkLst>
        <pc:spChg chg="del">
          <ac:chgData name="james Lin" userId="99e842fa4348d56b" providerId="LiveId" clId="{2AFF828D-317F-4EAC-959B-98CB324B7BF5}" dt="2023-08-19T14:02:19.261" v="766" actId="478"/>
          <ac:spMkLst>
            <pc:docMk/>
            <pc:sldMk cId="0" sldId="465"/>
            <ac:spMk id="8196" creationId="{00000000-0000-0000-0000-000000000000}"/>
          </ac:spMkLst>
        </pc:spChg>
      </pc:sldChg>
      <pc:sldChg chg="modSp mod">
        <pc:chgData name="james Lin" userId="99e842fa4348d56b" providerId="LiveId" clId="{2AFF828D-317F-4EAC-959B-98CB324B7BF5}" dt="2023-08-20T06:46:03.834" v="1166" actId="6549"/>
        <pc:sldMkLst>
          <pc:docMk/>
          <pc:sldMk cId="0" sldId="478"/>
        </pc:sldMkLst>
        <pc:spChg chg="mod">
          <ac:chgData name="james Lin" userId="99e842fa4348d56b" providerId="LiveId" clId="{2AFF828D-317F-4EAC-959B-98CB324B7BF5}" dt="2023-08-20T06:46:03.834" v="1166" actId="6549"/>
          <ac:spMkLst>
            <pc:docMk/>
            <pc:sldMk cId="0" sldId="478"/>
            <ac:spMk id="5" creationId="{00000000-0000-0000-0000-000000000000}"/>
          </ac:spMkLst>
        </pc:spChg>
      </pc:sldChg>
      <pc:sldChg chg="del">
        <pc:chgData name="james Lin" userId="99e842fa4348d56b" providerId="LiveId" clId="{2AFF828D-317F-4EAC-959B-98CB324B7BF5}" dt="2023-08-21T07:11:14.092" v="2479" actId="47"/>
        <pc:sldMkLst>
          <pc:docMk/>
          <pc:sldMk cId="3335056878" sldId="614"/>
        </pc:sldMkLst>
      </pc:sldChg>
      <pc:sldChg chg="delSp del mod">
        <pc:chgData name="james Lin" userId="99e842fa4348d56b" providerId="LiveId" clId="{2AFF828D-317F-4EAC-959B-98CB324B7BF5}" dt="2023-08-21T07:08:08.572" v="2453" actId="47"/>
        <pc:sldMkLst>
          <pc:docMk/>
          <pc:sldMk cId="1660286623" sldId="618"/>
        </pc:sldMkLst>
        <pc:spChg chg="del">
          <ac:chgData name="james Lin" userId="99e842fa4348d56b" providerId="LiveId" clId="{2AFF828D-317F-4EAC-959B-98CB324B7BF5}" dt="2023-08-20T11:53:43.590" v="1325" actId="478"/>
          <ac:spMkLst>
            <pc:docMk/>
            <pc:sldMk cId="1660286623" sldId="618"/>
            <ac:spMk id="35843" creationId="{00000000-0000-0000-0000-000000000000}"/>
          </ac:spMkLst>
        </pc:spChg>
      </pc:sldChg>
      <pc:sldChg chg="delSp mod ord">
        <pc:chgData name="james Lin" userId="99e842fa4348d56b" providerId="LiveId" clId="{2AFF828D-317F-4EAC-959B-98CB324B7BF5}" dt="2023-08-19T14:02:10.989" v="763" actId="478"/>
        <pc:sldMkLst>
          <pc:docMk/>
          <pc:sldMk cId="3247956552" sldId="619"/>
        </pc:sldMkLst>
        <pc:spChg chg="del">
          <ac:chgData name="james Lin" userId="99e842fa4348d56b" providerId="LiveId" clId="{2AFF828D-317F-4EAC-959B-98CB324B7BF5}" dt="2023-08-19T14:02:10.989" v="763" actId="478"/>
          <ac:spMkLst>
            <pc:docMk/>
            <pc:sldMk cId="3247956552" sldId="619"/>
            <ac:spMk id="4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21.979" v="767" actId="478"/>
        <pc:sldMkLst>
          <pc:docMk/>
          <pc:sldMk cId="1363157340" sldId="620"/>
        </pc:sldMkLst>
        <pc:spChg chg="del">
          <ac:chgData name="james Lin" userId="99e842fa4348d56b" providerId="LiveId" clId="{2AFF828D-317F-4EAC-959B-98CB324B7BF5}" dt="2023-08-19T14:02:21.979" v="767" actId="478"/>
          <ac:spMkLst>
            <pc:docMk/>
            <pc:sldMk cId="1363157340" sldId="620"/>
            <ac:spMk id="4" creationId="{00000000-0000-0000-0000-000000000000}"/>
          </ac:spMkLst>
        </pc:spChg>
      </pc:sldChg>
      <pc:sldChg chg="del">
        <pc:chgData name="james Lin" userId="99e842fa4348d56b" providerId="LiveId" clId="{2AFF828D-317F-4EAC-959B-98CB324B7BF5}" dt="2023-08-21T07:08:09.283" v="2454" actId="47"/>
        <pc:sldMkLst>
          <pc:docMk/>
          <pc:sldMk cId="704712944" sldId="678"/>
        </pc:sldMkLst>
      </pc:sldChg>
      <pc:sldChg chg="del">
        <pc:chgData name="james Lin" userId="99e842fa4348d56b" providerId="LiveId" clId="{2AFF828D-317F-4EAC-959B-98CB324B7BF5}" dt="2023-08-21T07:08:09.923" v="2455" actId="47"/>
        <pc:sldMkLst>
          <pc:docMk/>
          <pc:sldMk cId="3242886179" sldId="679"/>
        </pc:sldMkLst>
      </pc:sldChg>
      <pc:sldChg chg="del">
        <pc:chgData name="james Lin" userId="99e842fa4348d56b" providerId="LiveId" clId="{2AFF828D-317F-4EAC-959B-98CB324B7BF5}" dt="2023-08-21T07:08:10.516" v="2456" actId="47"/>
        <pc:sldMkLst>
          <pc:docMk/>
          <pc:sldMk cId="3912004674" sldId="680"/>
        </pc:sldMkLst>
      </pc:sldChg>
      <pc:sldChg chg="del">
        <pc:chgData name="james Lin" userId="99e842fa4348d56b" providerId="LiveId" clId="{2AFF828D-317F-4EAC-959B-98CB324B7BF5}" dt="2023-08-21T07:08:11.019" v="2457" actId="47"/>
        <pc:sldMkLst>
          <pc:docMk/>
          <pc:sldMk cId="112261056" sldId="681"/>
        </pc:sldMkLst>
      </pc:sldChg>
      <pc:sldChg chg="del">
        <pc:chgData name="james Lin" userId="99e842fa4348d56b" providerId="LiveId" clId="{2AFF828D-317F-4EAC-959B-98CB324B7BF5}" dt="2023-08-21T07:08:11.652" v="2458" actId="47"/>
        <pc:sldMkLst>
          <pc:docMk/>
          <pc:sldMk cId="453533233" sldId="682"/>
        </pc:sldMkLst>
      </pc:sldChg>
      <pc:sldChg chg="del">
        <pc:chgData name="james Lin" userId="99e842fa4348d56b" providerId="LiveId" clId="{2AFF828D-317F-4EAC-959B-98CB324B7BF5}" dt="2023-08-21T07:08:12.159" v="2459" actId="47"/>
        <pc:sldMkLst>
          <pc:docMk/>
          <pc:sldMk cId="2216348895" sldId="683"/>
        </pc:sldMkLst>
      </pc:sldChg>
      <pc:sldChg chg="del">
        <pc:chgData name="james Lin" userId="99e842fa4348d56b" providerId="LiveId" clId="{2AFF828D-317F-4EAC-959B-98CB324B7BF5}" dt="2023-08-21T07:08:12.727" v="2460" actId="47"/>
        <pc:sldMkLst>
          <pc:docMk/>
          <pc:sldMk cId="4238778305" sldId="684"/>
        </pc:sldMkLst>
      </pc:sldChg>
      <pc:sldChg chg="del">
        <pc:chgData name="james Lin" userId="99e842fa4348d56b" providerId="LiveId" clId="{2AFF828D-317F-4EAC-959B-98CB324B7BF5}" dt="2023-08-21T07:08:13.342" v="2461" actId="47"/>
        <pc:sldMkLst>
          <pc:docMk/>
          <pc:sldMk cId="822346807" sldId="685"/>
        </pc:sldMkLst>
      </pc:sldChg>
      <pc:sldChg chg="del">
        <pc:chgData name="james Lin" userId="99e842fa4348d56b" providerId="LiveId" clId="{2AFF828D-317F-4EAC-959B-98CB324B7BF5}" dt="2023-08-21T07:08:13.973" v="2462" actId="47"/>
        <pc:sldMkLst>
          <pc:docMk/>
          <pc:sldMk cId="1744881679" sldId="686"/>
        </pc:sldMkLst>
      </pc:sldChg>
      <pc:sldChg chg="del">
        <pc:chgData name="james Lin" userId="99e842fa4348d56b" providerId="LiveId" clId="{2AFF828D-317F-4EAC-959B-98CB324B7BF5}" dt="2023-08-21T07:08:14.576" v="2463" actId="47"/>
        <pc:sldMkLst>
          <pc:docMk/>
          <pc:sldMk cId="663931053" sldId="687"/>
        </pc:sldMkLst>
      </pc:sldChg>
      <pc:sldChg chg="del">
        <pc:chgData name="james Lin" userId="99e842fa4348d56b" providerId="LiveId" clId="{2AFF828D-317F-4EAC-959B-98CB324B7BF5}" dt="2023-08-21T07:08:15.268" v="2464" actId="47"/>
        <pc:sldMkLst>
          <pc:docMk/>
          <pc:sldMk cId="3460842646" sldId="689"/>
        </pc:sldMkLst>
      </pc:sldChg>
      <pc:sldChg chg="del">
        <pc:chgData name="james Lin" userId="99e842fa4348d56b" providerId="LiveId" clId="{2AFF828D-317F-4EAC-959B-98CB324B7BF5}" dt="2023-08-21T07:08:16.057" v="2465" actId="47"/>
        <pc:sldMkLst>
          <pc:docMk/>
          <pc:sldMk cId="1824153812" sldId="690"/>
        </pc:sldMkLst>
      </pc:sldChg>
      <pc:sldChg chg="del">
        <pc:chgData name="james Lin" userId="99e842fa4348d56b" providerId="LiveId" clId="{2AFF828D-317F-4EAC-959B-98CB324B7BF5}" dt="2023-08-21T07:08:17.477" v="2466" actId="47"/>
        <pc:sldMkLst>
          <pc:docMk/>
          <pc:sldMk cId="2462275206" sldId="691"/>
        </pc:sldMkLst>
      </pc:sldChg>
      <pc:sldChg chg="del">
        <pc:chgData name="james Lin" userId="99e842fa4348d56b" providerId="LiveId" clId="{2AFF828D-317F-4EAC-959B-98CB324B7BF5}" dt="2023-08-21T07:08:18.488" v="2467" actId="47"/>
        <pc:sldMkLst>
          <pc:docMk/>
          <pc:sldMk cId="1188386906" sldId="692"/>
        </pc:sldMkLst>
      </pc:sldChg>
      <pc:sldChg chg="del">
        <pc:chgData name="james Lin" userId="99e842fa4348d56b" providerId="LiveId" clId="{2AFF828D-317F-4EAC-959B-98CB324B7BF5}" dt="2023-08-21T07:08:19.279" v="2468" actId="47"/>
        <pc:sldMkLst>
          <pc:docMk/>
          <pc:sldMk cId="541997489" sldId="693"/>
        </pc:sldMkLst>
      </pc:sldChg>
      <pc:sldChg chg="del">
        <pc:chgData name="james Lin" userId="99e842fa4348d56b" providerId="LiveId" clId="{2AFF828D-317F-4EAC-959B-98CB324B7BF5}" dt="2023-08-21T07:08:20.096" v="2469" actId="47"/>
        <pc:sldMkLst>
          <pc:docMk/>
          <pc:sldMk cId="683695387" sldId="694"/>
        </pc:sldMkLst>
      </pc:sldChg>
      <pc:sldChg chg="del">
        <pc:chgData name="james Lin" userId="99e842fa4348d56b" providerId="LiveId" clId="{2AFF828D-317F-4EAC-959B-98CB324B7BF5}" dt="2023-08-21T07:08:20.843" v="2470" actId="47"/>
        <pc:sldMkLst>
          <pc:docMk/>
          <pc:sldMk cId="3114297517" sldId="695"/>
        </pc:sldMkLst>
      </pc:sldChg>
      <pc:sldChg chg="del">
        <pc:chgData name="james Lin" userId="99e842fa4348d56b" providerId="LiveId" clId="{2AFF828D-317F-4EAC-959B-98CB324B7BF5}" dt="2023-08-21T07:08:21.568" v="2471" actId="47"/>
        <pc:sldMkLst>
          <pc:docMk/>
          <pc:sldMk cId="2260032620" sldId="696"/>
        </pc:sldMkLst>
      </pc:sldChg>
      <pc:sldChg chg="del">
        <pc:chgData name="james Lin" userId="99e842fa4348d56b" providerId="LiveId" clId="{2AFF828D-317F-4EAC-959B-98CB324B7BF5}" dt="2023-08-21T09:22:36.453" v="2693" actId="47"/>
        <pc:sldMkLst>
          <pc:docMk/>
          <pc:sldMk cId="1739289220" sldId="702"/>
        </pc:sldMkLst>
      </pc:sldChg>
      <pc:sldChg chg="del">
        <pc:chgData name="james Lin" userId="99e842fa4348d56b" providerId="LiveId" clId="{2AFF828D-317F-4EAC-959B-98CB324B7BF5}" dt="2023-08-21T09:22:37.033" v="2694" actId="47"/>
        <pc:sldMkLst>
          <pc:docMk/>
          <pc:sldMk cId="3239263640" sldId="704"/>
        </pc:sldMkLst>
      </pc:sldChg>
      <pc:sldChg chg="del">
        <pc:chgData name="james Lin" userId="99e842fa4348d56b" providerId="LiveId" clId="{2AFF828D-317F-4EAC-959B-98CB324B7BF5}" dt="2023-08-21T09:22:37.539" v="2695" actId="47"/>
        <pc:sldMkLst>
          <pc:docMk/>
          <pc:sldMk cId="2910666414" sldId="705"/>
        </pc:sldMkLst>
      </pc:sldChg>
      <pc:sldChg chg="del">
        <pc:chgData name="james Lin" userId="99e842fa4348d56b" providerId="LiveId" clId="{2AFF828D-317F-4EAC-959B-98CB324B7BF5}" dt="2023-08-21T09:22:38.054" v="2696" actId="47"/>
        <pc:sldMkLst>
          <pc:docMk/>
          <pc:sldMk cId="4178693435" sldId="706"/>
        </pc:sldMkLst>
      </pc:sldChg>
      <pc:sldChg chg="del">
        <pc:chgData name="james Lin" userId="99e842fa4348d56b" providerId="LiveId" clId="{2AFF828D-317F-4EAC-959B-98CB324B7BF5}" dt="2023-08-21T09:22:38.538" v="2697" actId="47"/>
        <pc:sldMkLst>
          <pc:docMk/>
          <pc:sldMk cId="4260580358" sldId="707"/>
        </pc:sldMkLst>
      </pc:sldChg>
      <pc:sldChg chg="del">
        <pc:chgData name="james Lin" userId="99e842fa4348d56b" providerId="LiveId" clId="{2AFF828D-317F-4EAC-959B-98CB324B7BF5}" dt="2023-08-21T09:22:39.004" v="2698" actId="47"/>
        <pc:sldMkLst>
          <pc:docMk/>
          <pc:sldMk cId="896546876" sldId="708"/>
        </pc:sldMkLst>
      </pc:sldChg>
      <pc:sldChg chg="del">
        <pc:chgData name="james Lin" userId="99e842fa4348d56b" providerId="LiveId" clId="{2AFF828D-317F-4EAC-959B-98CB324B7BF5}" dt="2023-08-21T09:22:39.473" v="2699" actId="47"/>
        <pc:sldMkLst>
          <pc:docMk/>
          <pc:sldMk cId="1486384315" sldId="709"/>
        </pc:sldMkLst>
      </pc:sldChg>
      <pc:sldChg chg="del">
        <pc:chgData name="james Lin" userId="99e842fa4348d56b" providerId="LiveId" clId="{2AFF828D-317F-4EAC-959B-98CB324B7BF5}" dt="2023-08-21T09:22:39.915" v="2700" actId="47"/>
        <pc:sldMkLst>
          <pc:docMk/>
          <pc:sldMk cId="2501084200" sldId="710"/>
        </pc:sldMkLst>
      </pc:sldChg>
      <pc:sldChg chg="del">
        <pc:chgData name="james Lin" userId="99e842fa4348d56b" providerId="LiveId" clId="{2AFF828D-317F-4EAC-959B-98CB324B7BF5}" dt="2023-08-21T09:22:40.334" v="2701" actId="47"/>
        <pc:sldMkLst>
          <pc:docMk/>
          <pc:sldMk cId="3451383331" sldId="711"/>
        </pc:sldMkLst>
      </pc:sldChg>
      <pc:sldChg chg="del">
        <pc:chgData name="james Lin" userId="99e842fa4348d56b" providerId="LiveId" clId="{2AFF828D-317F-4EAC-959B-98CB324B7BF5}" dt="2023-08-21T09:22:40.873" v="2702" actId="47"/>
        <pc:sldMkLst>
          <pc:docMk/>
          <pc:sldMk cId="581308023" sldId="712"/>
        </pc:sldMkLst>
      </pc:sldChg>
      <pc:sldChg chg="del">
        <pc:chgData name="james Lin" userId="99e842fa4348d56b" providerId="LiveId" clId="{2AFF828D-317F-4EAC-959B-98CB324B7BF5}" dt="2023-08-21T09:22:41.241" v="2703" actId="47"/>
        <pc:sldMkLst>
          <pc:docMk/>
          <pc:sldMk cId="2721614124" sldId="713"/>
        </pc:sldMkLst>
      </pc:sldChg>
      <pc:sldChg chg="del">
        <pc:chgData name="james Lin" userId="99e842fa4348d56b" providerId="LiveId" clId="{2AFF828D-317F-4EAC-959B-98CB324B7BF5}" dt="2023-08-21T09:22:41.713" v="2704" actId="47"/>
        <pc:sldMkLst>
          <pc:docMk/>
          <pc:sldMk cId="1452765788" sldId="714"/>
        </pc:sldMkLst>
      </pc:sldChg>
      <pc:sldChg chg="del">
        <pc:chgData name="james Lin" userId="99e842fa4348d56b" providerId="LiveId" clId="{2AFF828D-317F-4EAC-959B-98CB324B7BF5}" dt="2023-08-21T09:22:42.167" v="2705" actId="47"/>
        <pc:sldMkLst>
          <pc:docMk/>
          <pc:sldMk cId="599488869" sldId="715"/>
        </pc:sldMkLst>
      </pc:sldChg>
      <pc:sldChg chg="del">
        <pc:chgData name="james Lin" userId="99e842fa4348d56b" providerId="LiveId" clId="{2AFF828D-317F-4EAC-959B-98CB324B7BF5}" dt="2023-08-21T09:22:42.571" v="2706" actId="47"/>
        <pc:sldMkLst>
          <pc:docMk/>
          <pc:sldMk cId="2509777545" sldId="716"/>
        </pc:sldMkLst>
      </pc:sldChg>
      <pc:sldChg chg="delSp del mod">
        <pc:chgData name="james Lin" userId="99e842fa4348d56b" providerId="LiveId" clId="{2AFF828D-317F-4EAC-959B-98CB324B7BF5}" dt="2023-08-21T09:22:42.993" v="2707" actId="47"/>
        <pc:sldMkLst>
          <pc:docMk/>
          <pc:sldMk cId="899619752" sldId="717"/>
        </pc:sldMkLst>
        <pc:spChg chg="del">
          <ac:chgData name="james Lin" userId="99e842fa4348d56b" providerId="LiveId" clId="{2AFF828D-317F-4EAC-959B-98CB324B7BF5}" dt="2023-08-19T14:00:11.495" v="750" actId="478"/>
          <ac:spMkLst>
            <pc:docMk/>
            <pc:sldMk cId="899619752" sldId="717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3.447" v="2708" actId="47"/>
        <pc:sldMkLst>
          <pc:docMk/>
          <pc:sldMk cId="2583570846" sldId="718"/>
        </pc:sldMkLst>
        <pc:spChg chg="del">
          <ac:chgData name="james Lin" userId="99e842fa4348d56b" providerId="LiveId" clId="{2AFF828D-317F-4EAC-959B-98CB324B7BF5}" dt="2023-08-19T14:00:06.353" v="749" actId="478"/>
          <ac:spMkLst>
            <pc:docMk/>
            <pc:sldMk cId="2583570846" sldId="718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3.927" v="2709" actId="47"/>
        <pc:sldMkLst>
          <pc:docMk/>
          <pc:sldMk cId="402207949" sldId="719"/>
        </pc:sldMkLst>
        <pc:spChg chg="del">
          <ac:chgData name="james Lin" userId="99e842fa4348d56b" providerId="LiveId" clId="{2AFF828D-317F-4EAC-959B-98CB324B7BF5}" dt="2023-08-19T14:00:03.379" v="748" actId="478"/>
          <ac:spMkLst>
            <pc:docMk/>
            <pc:sldMk cId="402207949" sldId="719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4.378" v="2710" actId="47"/>
        <pc:sldMkLst>
          <pc:docMk/>
          <pc:sldMk cId="2172280411" sldId="720"/>
        </pc:sldMkLst>
        <pc:spChg chg="del">
          <ac:chgData name="james Lin" userId="99e842fa4348d56b" providerId="LiveId" clId="{2AFF828D-317F-4EAC-959B-98CB324B7BF5}" dt="2023-08-19T14:00:00.231" v="747" actId="478"/>
          <ac:spMkLst>
            <pc:docMk/>
            <pc:sldMk cId="2172280411" sldId="720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4.859" v="2711" actId="47"/>
        <pc:sldMkLst>
          <pc:docMk/>
          <pc:sldMk cId="3709851705" sldId="721"/>
        </pc:sldMkLst>
        <pc:spChg chg="del">
          <ac:chgData name="james Lin" userId="99e842fa4348d56b" providerId="LiveId" clId="{2AFF828D-317F-4EAC-959B-98CB324B7BF5}" dt="2023-08-19T13:59:56.379" v="746" actId="478"/>
          <ac:spMkLst>
            <pc:docMk/>
            <pc:sldMk cId="3709851705" sldId="721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5.341" v="2712" actId="47"/>
        <pc:sldMkLst>
          <pc:docMk/>
          <pc:sldMk cId="3562967127" sldId="722"/>
        </pc:sldMkLst>
        <pc:spChg chg="del">
          <ac:chgData name="james Lin" userId="99e842fa4348d56b" providerId="LiveId" clId="{2AFF828D-317F-4EAC-959B-98CB324B7BF5}" dt="2023-08-19T13:59:53.725" v="745" actId="478"/>
          <ac:spMkLst>
            <pc:docMk/>
            <pc:sldMk cId="3562967127" sldId="722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5.887" v="2713" actId="47"/>
        <pc:sldMkLst>
          <pc:docMk/>
          <pc:sldMk cId="1884525953" sldId="723"/>
        </pc:sldMkLst>
        <pc:spChg chg="del">
          <ac:chgData name="james Lin" userId="99e842fa4348d56b" providerId="LiveId" clId="{2AFF828D-317F-4EAC-959B-98CB324B7BF5}" dt="2023-08-19T13:59:50.591" v="744" actId="478"/>
          <ac:spMkLst>
            <pc:docMk/>
            <pc:sldMk cId="1884525953" sldId="723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6.355" v="2714" actId="47"/>
        <pc:sldMkLst>
          <pc:docMk/>
          <pc:sldMk cId="1588323742" sldId="724"/>
        </pc:sldMkLst>
        <pc:spChg chg="del">
          <ac:chgData name="james Lin" userId="99e842fa4348d56b" providerId="LiveId" clId="{2AFF828D-317F-4EAC-959B-98CB324B7BF5}" dt="2023-08-19T13:59:45.292" v="743" actId="478"/>
          <ac:spMkLst>
            <pc:docMk/>
            <pc:sldMk cId="1588323742" sldId="724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6.811" v="2715" actId="47"/>
        <pc:sldMkLst>
          <pc:docMk/>
          <pc:sldMk cId="2098103109" sldId="725"/>
        </pc:sldMkLst>
        <pc:spChg chg="del">
          <ac:chgData name="james Lin" userId="99e842fa4348d56b" providerId="LiveId" clId="{2AFF828D-317F-4EAC-959B-98CB324B7BF5}" dt="2023-08-19T13:59:40.801" v="742" actId="478"/>
          <ac:spMkLst>
            <pc:docMk/>
            <pc:sldMk cId="2098103109" sldId="725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7.253" v="2716" actId="47"/>
        <pc:sldMkLst>
          <pc:docMk/>
          <pc:sldMk cId="688508311" sldId="726"/>
        </pc:sldMkLst>
        <pc:spChg chg="del">
          <ac:chgData name="james Lin" userId="99e842fa4348d56b" providerId="LiveId" clId="{2AFF828D-317F-4EAC-959B-98CB324B7BF5}" dt="2023-08-19T13:59:38.179" v="741" actId="478"/>
          <ac:spMkLst>
            <pc:docMk/>
            <pc:sldMk cId="688508311" sldId="726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7.719" v="2717" actId="47"/>
        <pc:sldMkLst>
          <pc:docMk/>
          <pc:sldMk cId="2160146500" sldId="727"/>
        </pc:sldMkLst>
        <pc:spChg chg="del">
          <ac:chgData name="james Lin" userId="99e842fa4348d56b" providerId="LiveId" clId="{2AFF828D-317F-4EAC-959B-98CB324B7BF5}" dt="2023-08-19T13:59:35.548" v="740" actId="478"/>
          <ac:spMkLst>
            <pc:docMk/>
            <pc:sldMk cId="2160146500" sldId="727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8.193" v="2718" actId="47"/>
        <pc:sldMkLst>
          <pc:docMk/>
          <pc:sldMk cId="2830059455" sldId="728"/>
        </pc:sldMkLst>
        <pc:spChg chg="del">
          <ac:chgData name="james Lin" userId="99e842fa4348d56b" providerId="LiveId" clId="{2AFF828D-317F-4EAC-959B-98CB324B7BF5}" dt="2023-08-19T13:59:28.326" v="739" actId="478"/>
          <ac:spMkLst>
            <pc:docMk/>
            <pc:sldMk cId="2830059455" sldId="728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8.658" v="2719" actId="47"/>
        <pc:sldMkLst>
          <pc:docMk/>
          <pc:sldMk cId="3622309591" sldId="729"/>
        </pc:sldMkLst>
        <pc:spChg chg="del">
          <ac:chgData name="james Lin" userId="99e842fa4348d56b" providerId="LiveId" clId="{2AFF828D-317F-4EAC-959B-98CB324B7BF5}" dt="2023-08-19T13:59:25.391" v="738" actId="478"/>
          <ac:spMkLst>
            <pc:docMk/>
            <pc:sldMk cId="3622309591" sldId="729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9.077" v="2720" actId="47"/>
        <pc:sldMkLst>
          <pc:docMk/>
          <pc:sldMk cId="2390444196" sldId="730"/>
        </pc:sldMkLst>
        <pc:spChg chg="del">
          <ac:chgData name="james Lin" userId="99e842fa4348d56b" providerId="LiveId" clId="{2AFF828D-317F-4EAC-959B-98CB324B7BF5}" dt="2023-08-19T13:59:22.698" v="737" actId="478"/>
          <ac:spMkLst>
            <pc:docMk/>
            <pc:sldMk cId="2390444196" sldId="730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49.554" v="2721" actId="47"/>
        <pc:sldMkLst>
          <pc:docMk/>
          <pc:sldMk cId="3035448662" sldId="731"/>
        </pc:sldMkLst>
        <pc:spChg chg="del">
          <ac:chgData name="james Lin" userId="99e842fa4348d56b" providerId="LiveId" clId="{2AFF828D-317F-4EAC-959B-98CB324B7BF5}" dt="2023-08-19T13:59:17.952" v="736" actId="478"/>
          <ac:spMkLst>
            <pc:docMk/>
            <pc:sldMk cId="3035448662" sldId="731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0.058" v="2722" actId="47"/>
        <pc:sldMkLst>
          <pc:docMk/>
          <pc:sldMk cId="2451048746" sldId="732"/>
        </pc:sldMkLst>
        <pc:spChg chg="del">
          <ac:chgData name="james Lin" userId="99e842fa4348d56b" providerId="LiveId" clId="{2AFF828D-317F-4EAC-959B-98CB324B7BF5}" dt="2023-08-19T13:59:14.954" v="735" actId="478"/>
          <ac:spMkLst>
            <pc:docMk/>
            <pc:sldMk cId="2451048746" sldId="732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0.524" v="2723" actId="47"/>
        <pc:sldMkLst>
          <pc:docMk/>
          <pc:sldMk cId="3465429466" sldId="733"/>
        </pc:sldMkLst>
        <pc:spChg chg="del">
          <ac:chgData name="james Lin" userId="99e842fa4348d56b" providerId="LiveId" clId="{2AFF828D-317F-4EAC-959B-98CB324B7BF5}" dt="2023-08-19T13:59:12.172" v="734" actId="478"/>
          <ac:spMkLst>
            <pc:docMk/>
            <pc:sldMk cId="3465429466" sldId="733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1.003" v="2724" actId="47"/>
        <pc:sldMkLst>
          <pc:docMk/>
          <pc:sldMk cId="3924277323" sldId="734"/>
        </pc:sldMkLst>
        <pc:spChg chg="del">
          <ac:chgData name="james Lin" userId="99e842fa4348d56b" providerId="LiveId" clId="{2AFF828D-317F-4EAC-959B-98CB324B7BF5}" dt="2023-08-19T13:59:09.315" v="733" actId="478"/>
          <ac:spMkLst>
            <pc:docMk/>
            <pc:sldMk cId="3924277323" sldId="734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1.495" v="2725" actId="47"/>
        <pc:sldMkLst>
          <pc:docMk/>
          <pc:sldMk cId="2246566365" sldId="735"/>
        </pc:sldMkLst>
        <pc:spChg chg="del">
          <ac:chgData name="james Lin" userId="99e842fa4348d56b" providerId="LiveId" clId="{2AFF828D-317F-4EAC-959B-98CB324B7BF5}" dt="2023-08-19T13:59:06.337" v="732" actId="478"/>
          <ac:spMkLst>
            <pc:docMk/>
            <pc:sldMk cId="2246566365" sldId="735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1.937" v="2726" actId="47"/>
        <pc:sldMkLst>
          <pc:docMk/>
          <pc:sldMk cId="2668108475" sldId="736"/>
        </pc:sldMkLst>
        <pc:spChg chg="del">
          <ac:chgData name="james Lin" userId="99e842fa4348d56b" providerId="LiveId" clId="{2AFF828D-317F-4EAC-959B-98CB324B7BF5}" dt="2023-08-19T13:59:03.327" v="731" actId="478"/>
          <ac:spMkLst>
            <pc:docMk/>
            <pc:sldMk cId="2668108475" sldId="736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2.427" v="2727" actId="47"/>
        <pc:sldMkLst>
          <pc:docMk/>
          <pc:sldMk cId="618497394" sldId="737"/>
        </pc:sldMkLst>
        <pc:spChg chg="del">
          <ac:chgData name="james Lin" userId="99e842fa4348d56b" providerId="LiveId" clId="{2AFF828D-317F-4EAC-959B-98CB324B7BF5}" dt="2023-08-19T13:59:00.874" v="730" actId="478"/>
          <ac:spMkLst>
            <pc:docMk/>
            <pc:sldMk cId="618497394" sldId="737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2.902" v="2728" actId="47"/>
        <pc:sldMkLst>
          <pc:docMk/>
          <pc:sldMk cId="3083612019" sldId="738"/>
        </pc:sldMkLst>
        <pc:spChg chg="del">
          <ac:chgData name="james Lin" userId="99e842fa4348d56b" providerId="LiveId" clId="{2AFF828D-317F-4EAC-959B-98CB324B7BF5}" dt="2023-08-19T13:58:58.327" v="729" actId="478"/>
          <ac:spMkLst>
            <pc:docMk/>
            <pc:sldMk cId="3083612019" sldId="738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3.370" v="2729" actId="47"/>
        <pc:sldMkLst>
          <pc:docMk/>
          <pc:sldMk cId="460229259" sldId="739"/>
        </pc:sldMkLst>
        <pc:spChg chg="del">
          <ac:chgData name="james Lin" userId="99e842fa4348d56b" providerId="LiveId" clId="{2AFF828D-317F-4EAC-959B-98CB324B7BF5}" dt="2023-08-19T13:58:52.634" v="728" actId="478"/>
          <ac:spMkLst>
            <pc:docMk/>
            <pc:sldMk cId="460229259" sldId="739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3.825" v="2730" actId="47"/>
        <pc:sldMkLst>
          <pc:docMk/>
          <pc:sldMk cId="872588660" sldId="740"/>
        </pc:sldMkLst>
        <pc:spChg chg="del">
          <ac:chgData name="james Lin" userId="99e842fa4348d56b" providerId="LiveId" clId="{2AFF828D-317F-4EAC-959B-98CB324B7BF5}" dt="2023-08-19T13:58:49.231" v="727" actId="478"/>
          <ac:spMkLst>
            <pc:docMk/>
            <pc:sldMk cId="872588660" sldId="740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4.336" v="2731" actId="47"/>
        <pc:sldMkLst>
          <pc:docMk/>
          <pc:sldMk cId="1310195047" sldId="741"/>
        </pc:sldMkLst>
        <pc:spChg chg="del">
          <ac:chgData name="james Lin" userId="99e842fa4348d56b" providerId="LiveId" clId="{2AFF828D-317F-4EAC-959B-98CB324B7BF5}" dt="2023-08-19T13:58:45.956" v="726" actId="478"/>
          <ac:spMkLst>
            <pc:docMk/>
            <pc:sldMk cId="1310195047" sldId="741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4.940" v="2732" actId="47"/>
        <pc:sldMkLst>
          <pc:docMk/>
          <pc:sldMk cId="589994898" sldId="742"/>
        </pc:sldMkLst>
        <pc:spChg chg="del">
          <ac:chgData name="james Lin" userId="99e842fa4348d56b" providerId="LiveId" clId="{2AFF828D-317F-4EAC-959B-98CB324B7BF5}" dt="2023-08-19T13:58:43.227" v="725" actId="478"/>
          <ac:spMkLst>
            <pc:docMk/>
            <pc:sldMk cId="589994898" sldId="742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5.294" v="2733" actId="47"/>
        <pc:sldMkLst>
          <pc:docMk/>
          <pc:sldMk cId="340610447" sldId="743"/>
        </pc:sldMkLst>
        <pc:spChg chg="del">
          <ac:chgData name="james Lin" userId="99e842fa4348d56b" providerId="LiveId" clId="{2AFF828D-317F-4EAC-959B-98CB324B7BF5}" dt="2023-08-19T13:58:40.468" v="724" actId="478"/>
          <ac:spMkLst>
            <pc:docMk/>
            <pc:sldMk cId="340610447" sldId="743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5.899" v="2734" actId="47"/>
        <pc:sldMkLst>
          <pc:docMk/>
          <pc:sldMk cId="3723629356" sldId="744"/>
        </pc:sldMkLst>
        <pc:spChg chg="del">
          <ac:chgData name="james Lin" userId="99e842fa4348d56b" providerId="LiveId" clId="{2AFF828D-317F-4EAC-959B-98CB324B7BF5}" dt="2023-08-19T13:58:37.221" v="723" actId="478"/>
          <ac:spMkLst>
            <pc:docMk/>
            <pc:sldMk cId="3723629356" sldId="744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6.458" v="2735" actId="47"/>
        <pc:sldMkLst>
          <pc:docMk/>
          <pc:sldMk cId="3440492681" sldId="745"/>
        </pc:sldMkLst>
        <pc:spChg chg="del">
          <ac:chgData name="james Lin" userId="99e842fa4348d56b" providerId="LiveId" clId="{2AFF828D-317F-4EAC-959B-98CB324B7BF5}" dt="2023-08-19T13:57:53.395" v="720" actId="478"/>
          <ac:spMkLst>
            <pc:docMk/>
            <pc:sldMk cId="3440492681" sldId="745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6.956" v="2736" actId="47"/>
        <pc:sldMkLst>
          <pc:docMk/>
          <pc:sldMk cId="2159765844" sldId="746"/>
        </pc:sldMkLst>
        <pc:spChg chg="del">
          <ac:chgData name="james Lin" userId="99e842fa4348d56b" providerId="LiveId" clId="{2AFF828D-317F-4EAC-959B-98CB324B7BF5}" dt="2023-08-19T13:57:50.514" v="719" actId="478"/>
          <ac:spMkLst>
            <pc:docMk/>
            <pc:sldMk cId="2159765844" sldId="746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7.445" v="2737" actId="47"/>
        <pc:sldMkLst>
          <pc:docMk/>
          <pc:sldMk cId="186600129" sldId="747"/>
        </pc:sldMkLst>
        <pc:spChg chg="del">
          <ac:chgData name="james Lin" userId="99e842fa4348d56b" providerId="LiveId" clId="{2AFF828D-317F-4EAC-959B-98CB324B7BF5}" dt="2023-08-19T13:57:47.516" v="718" actId="478"/>
          <ac:spMkLst>
            <pc:docMk/>
            <pc:sldMk cId="186600129" sldId="747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7.928" v="2738" actId="47"/>
        <pc:sldMkLst>
          <pc:docMk/>
          <pc:sldMk cId="1441384529" sldId="748"/>
        </pc:sldMkLst>
        <pc:spChg chg="del">
          <ac:chgData name="james Lin" userId="99e842fa4348d56b" providerId="LiveId" clId="{2AFF828D-317F-4EAC-959B-98CB324B7BF5}" dt="2023-08-19T13:57:44.203" v="717" actId="478"/>
          <ac:spMkLst>
            <pc:docMk/>
            <pc:sldMk cId="1441384529" sldId="748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8.623" v="2739" actId="47"/>
        <pc:sldMkLst>
          <pc:docMk/>
          <pc:sldMk cId="1671226389" sldId="749"/>
        </pc:sldMkLst>
        <pc:spChg chg="del">
          <ac:chgData name="james Lin" userId="99e842fa4348d56b" providerId="LiveId" clId="{2AFF828D-317F-4EAC-959B-98CB324B7BF5}" dt="2023-08-19T13:57:41.074" v="716" actId="478"/>
          <ac:spMkLst>
            <pc:docMk/>
            <pc:sldMk cId="1671226389" sldId="749"/>
            <ac:spMk id="59395" creationId="{00000000-0000-0000-0000-000000000000}"/>
          </ac:spMkLst>
        </pc:spChg>
      </pc:sldChg>
      <pc:sldChg chg="delSp del mod">
        <pc:chgData name="james Lin" userId="99e842fa4348d56b" providerId="LiveId" clId="{2AFF828D-317F-4EAC-959B-98CB324B7BF5}" dt="2023-08-21T09:22:59.156" v="2740" actId="47"/>
        <pc:sldMkLst>
          <pc:docMk/>
          <pc:sldMk cId="4107704640" sldId="750"/>
        </pc:sldMkLst>
        <pc:spChg chg="del">
          <ac:chgData name="james Lin" userId="99e842fa4348d56b" providerId="LiveId" clId="{2AFF828D-317F-4EAC-959B-98CB324B7BF5}" dt="2023-08-19T13:57:38.473" v="715" actId="478"/>
          <ac:spMkLst>
            <pc:docMk/>
            <pc:sldMk cId="4107704640" sldId="750"/>
            <ac:spMk id="59395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3:57:35.316" v="714" actId="478"/>
        <pc:sldMkLst>
          <pc:docMk/>
          <pc:sldMk cId="3386853437" sldId="753"/>
        </pc:sldMkLst>
        <pc:spChg chg="del">
          <ac:chgData name="james Lin" userId="99e842fa4348d56b" providerId="LiveId" clId="{2AFF828D-317F-4EAC-959B-98CB324B7BF5}" dt="2023-08-19T13:57:35.316" v="714" actId="478"/>
          <ac:spMkLst>
            <pc:docMk/>
            <pc:sldMk cId="3386853437" sldId="753"/>
            <ac:spMk id="97283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24.582" v="768" actId="478"/>
        <pc:sldMkLst>
          <pc:docMk/>
          <pc:sldMk cId="3157608676" sldId="756"/>
        </pc:sldMkLst>
        <pc:spChg chg="del">
          <ac:chgData name="james Lin" userId="99e842fa4348d56b" providerId="LiveId" clId="{2AFF828D-317F-4EAC-959B-98CB324B7BF5}" dt="2023-08-19T14:02:24.582" v="768" actId="478"/>
          <ac:spMkLst>
            <pc:docMk/>
            <pc:sldMk cId="3157608676" sldId="756"/>
            <ac:spMk id="4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27.518" v="769" actId="478"/>
        <pc:sldMkLst>
          <pc:docMk/>
          <pc:sldMk cId="1284782392" sldId="757"/>
        </pc:sldMkLst>
        <pc:spChg chg="del">
          <ac:chgData name="james Lin" userId="99e842fa4348d56b" providerId="LiveId" clId="{2AFF828D-317F-4EAC-959B-98CB324B7BF5}" dt="2023-08-19T14:02:27.518" v="769" actId="478"/>
          <ac:spMkLst>
            <pc:docMk/>
            <pc:sldMk cId="1284782392" sldId="757"/>
            <ac:spMk id="4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30.772" v="770" actId="478"/>
        <pc:sldMkLst>
          <pc:docMk/>
          <pc:sldMk cId="4069165401" sldId="758"/>
        </pc:sldMkLst>
        <pc:spChg chg="del">
          <ac:chgData name="james Lin" userId="99e842fa4348d56b" providerId="LiveId" clId="{2AFF828D-317F-4EAC-959B-98CB324B7BF5}" dt="2023-08-19T14:02:30.772" v="770" actId="478"/>
          <ac:spMkLst>
            <pc:docMk/>
            <pc:sldMk cId="4069165401" sldId="758"/>
            <ac:spMk id="4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37.957" v="771" actId="478"/>
        <pc:sldMkLst>
          <pc:docMk/>
          <pc:sldMk cId="3060248503" sldId="759"/>
        </pc:sldMkLst>
        <pc:spChg chg="del">
          <ac:chgData name="james Lin" userId="99e842fa4348d56b" providerId="LiveId" clId="{2AFF828D-317F-4EAC-959B-98CB324B7BF5}" dt="2023-08-19T14:02:37.957" v="771" actId="478"/>
          <ac:spMkLst>
            <pc:docMk/>
            <pc:sldMk cId="3060248503" sldId="759"/>
            <ac:spMk id="4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40.616" v="772" actId="478"/>
        <pc:sldMkLst>
          <pc:docMk/>
          <pc:sldMk cId="503451437" sldId="760"/>
        </pc:sldMkLst>
        <pc:spChg chg="del">
          <ac:chgData name="james Lin" userId="99e842fa4348d56b" providerId="LiveId" clId="{2AFF828D-317F-4EAC-959B-98CB324B7BF5}" dt="2023-08-19T14:02:40.616" v="772" actId="478"/>
          <ac:spMkLst>
            <pc:docMk/>
            <pc:sldMk cId="503451437" sldId="760"/>
            <ac:spMk id="4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43.597" v="773" actId="478"/>
        <pc:sldMkLst>
          <pc:docMk/>
          <pc:sldMk cId="2444572958" sldId="761"/>
        </pc:sldMkLst>
        <pc:spChg chg="del">
          <ac:chgData name="james Lin" userId="99e842fa4348d56b" providerId="LiveId" clId="{2AFF828D-317F-4EAC-959B-98CB324B7BF5}" dt="2023-08-19T14:02:43.597" v="773" actId="478"/>
          <ac:spMkLst>
            <pc:docMk/>
            <pc:sldMk cId="2444572958" sldId="761"/>
            <ac:spMk id="4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46.358" v="774" actId="478"/>
        <pc:sldMkLst>
          <pc:docMk/>
          <pc:sldMk cId="166278080" sldId="762"/>
        </pc:sldMkLst>
        <pc:spChg chg="del">
          <ac:chgData name="james Lin" userId="99e842fa4348d56b" providerId="LiveId" clId="{2AFF828D-317F-4EAC-959B-98CB324B7BF5}" dt="2023-08-19T14:02:46.358" v="774" actId="478"/>
          <ac:spMkLst>
            <pc:docMk/>
            <pc:sldMk cId="166278080" sldId="762"/>
            <ac:spMk id="4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4:02:50.117" v="775" actId="478"/>
        <pc:sldMkLst>
          <pc:docMk/>
          <pc:sldMk cId="1573706316" sldId="763"/>
        </pc:sldMkLst>
        <pc:spChg chg="del">
          <ac:chgData name="james Lin" userId="99e842fa4348d56b" providerId="LiveId" clId="{2AFF828D-317F-4EAC-959B-98CB324B7BF5}" dt="2023-08-19T14:02:50.117" v="775" actId="478"/>
          <ac:spMkLst>
            <pc:docMk/>
            <pc:sldMk cId="1573706316" sldId="763"/>
            <ac:spMk id="4" creationId="{00000000-0000-0000-0000-000000000000}"/>
          </ac:spMkLst>
        </pc:spChg>
      </pc:sldChg>
      <pc:sldChg chg="del">
        <pc:chgData name="james Lin" userId="99e842fa4348d56b" providerId="LiveId" clId="{2AFF828D-317F-4EAC-959B-98CB324B7BF5}" dt="2023-08-21T07:08:07.246" v="2452" actId="47"/>
        <pc:sldMkLst>
          <pc:docMk/>
          <pc:sldMk cId="1718938124" sldId="771"/>
        </pc:sldMkLst>
      </pc:sldChg>
      <pc:sldChg chg="del">
        <pc:chgData name="james Lin" userId="99e842fa4348d56b" providerId="LiveId" clId="{2AFF828D-317F-4EAC-959B-98CB324B7BF5}" dt="2023-08-21T07:08:38.701" v="2472" actId="47"/>
        <pc:sldMkLst>
          <pc:docMk/>
          <pc:sldMk cId="4192804667" sldId="773"/>
        </pc:sldMkLst>
      </pc:sldChg>
      <pc:sldChg chg="modSp mod">
        <pc:chgData name="james Lin" userId="99e842fa4348d56b" providerId="LiveId" clId="{2AFF828D-317F-4EAC-959B-98CB324B7BF5}" dt="2023-08-20T01:32:43.631" v="796" actId="313"/>
        <pc:sldMkLst>
          <pc:docMk/>
          <pc:sldMk cId="535139625" sldId="775"/>
        </pc:sldMkLst>
        <pc:spChg chg="mod">
          <ac:chgData name="james Lin" userId="99e842fa4348d56b" providerId="LiveId" clId="{2AFF828D-317F-4EAC-959B-98CB324B7BF5}" dt="2023-08-20T01:32:43.631" v="796" actId="313"/>
          <ac:spMkLst>
            <pc:docMk/>
            <pc:sldMk cId="535139625" sldId="775"/>
            <ac:spMk id="56322" creationId="{00000000-0000-0000-0000-000000000000}"/>
          </ac:spMkLst>
        </pc:spChg>
      </pc:sldChg>
      <pc:sldChg chg="delSp modSp mod">
        <pc:chgData name="james Lin" userId="99e842fa4348d56b" providerId="LiveId" clId="{2AFF828D-317F-4EAC-959B-98CB324B7BF5}" dt="2023-08-20T01:33:50.853" v="808" actId="313"/>
        <pc:sldMkLst>
          <pc:docMk/>
          <pc:sldMk cId="1653220578" sldId="780"/>
        </pc:sldMkLst>
        <pc:spChg chg="mod">
          <ac:chgData name="james Lin" userId="99e842fa4348d56b" providerId="LiveId" clId="{2AFF828D-317F-4EAC-959B-98CB324B7BF5}" dt="2023-08-20T01:33:50.853" v="808" actId="313"/>
          <ac:spMkLst>
            <pc:docMk/>
            <pc:sldMk cId="1653220578" sldId="780"/>
            <ac:spMk id="97282" creationId="{00000000-0000-0000-0000-000000000000}"/>
          </ac:spMkLst>
        </pc:spChg>
        <pc:spChg chg="del">
          <ac:chgData name="james Lin" userId="99e842fa4348d56b" providerId="LiveId" clId="{2AFF828D-317F-4EAC-959B-98CB324B7BF5}" dt="2023-08-19T13:57:16.925" v="710" actId="478"/>
          <ac:spMkLst>
            <pc:docMk/>
            <pc:sldMk cId="1653220578" sldId="780"/>
            <ac:spMk id="97283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3:57:25.255" v="711" actId="478"/>
        <pc:sldMkLst>
          <pc:docMk/>
          <pc:sldMk cId="2765185830" sldId="781"/>
        </pc:sldMkLst>
        <pc:spChg chg="del">
          <ac:chgData name="james Lin" userId="99e842fa4348d56b" providerId="LiveId" clId="{2AFF828D-317F-4EAC-959B-98CB324B7BF5}" dt="2023-08-19T13:57:25.255" v="711" actId="478"/>
          <ac:spMkLst>
            <pc:docMk/>
            <pc:sldMk cId="2765185830" sldId="781"/>
            <ac:spMk id="97283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3:57:28.141" v="712" actId="478"/>
        <pc:sldMkLst>
          <pc:docMk/>
          <pc:sldMk cId="2342118493" sldId="782"/>
        </pc:sldMkLst>
        <pc:spChg chg="del">
          <ac:chgData name="james Lin" userId="99e842fa4348d56b" providerId="LiveId" clId="{2AFF828D-317F-4EAC-959B-98CB324B7BF5}" dt="2023-08-19T13:57:28.141" v="712" actId="478"/>
          <ac:spMkLst>
            <pc:docMk/>
            <pc:sldMk cId="2342118493" sldId="782"/>
            <ac:spMk id="97283" creationId="{00000000-0000-0000-0000-000000000000}"/>
          </ac:spMkLst>
        </pc:spChg>
      </pc:sldChg>
      <pc:sldChg chg="delSp mod">
        <pc:chgData name="james Lin" userId="99e842fa4348d56b" providerId="LiveId" clId="{2AFF828D-317F-4EAC-959B-98CB324B7BF5}" dt="2023-08-19T13:57:31.128" v="713" actId="478"/>
        <pc:sldMkLst>
          <pc:docMk/>
          <pc:sldMk cId="2847033547" sldId="783"/>
        </pc:sldMkLst>
        <pc:spChg chg="del">
          <ac:chgData name="james Lin" userId="99e842fa4348d56b" providerId="LiveId" clId="{2AFF828D-317F-4EAC-959B-98CB324B7BF5}" dt="2023-08-19T13:57:31.128" v="713" actId="478"/>
          <ac:spMkLst>
            <pc:docMk/>
            <pc:sldMk cId="2847033547" sldId="783"/>
            <ac:spMk id="97283" creationId="{00000000-0000-0000-0000-000000000000}"/>
          </ac:spMkLst>
        </pc:spChg>
      </pc:sldChg>
      <pc:sldChg chg="modSp add mod ord modClrScheme chgLayout">
        <pc:chgData name="james Lin" userId="99e842fa4348d56b" providerId="LiveId" clId="{2AFF828D-317F-4EAC-959B-98CB324B7BF5}" dt="2023-08-20T06:45:51.968" v="1165" actId="6549"/>
        <pc:sldMkLst>
          <pc:docMk/>
          <pc:sldMk cId="4089472227" sldId="784"/>
        </pc:sldMkLst>
        <pc:spChg chg="mod ord">
          <ac:chgData name="james Lin" userId="99e842fa4348d56b" providerId="LiveId" clId="{2AFF828D-317F-4EAC-959B-98CB324B7BF5}" dt="2023-08-20T06:45:51.968" v="1165" actId="6549"/>
          <ac:spMkLst>
            <pc:docMk/>
            <pc:sldMk cId="4089472227" sldId="784"/>
            <ac:spMk id="5" creationId="{00000000-0000-0000-0000-000000000000}"/>
          </ac:spMkLst>
        </pc:spChg>
        <pc:spChg chg="mod ord">
          <ac:chgData name="james Lin" userId="99e842fa4348d56b" providerId="LiveId" clId="{2AFF828D-317F-4EAC-959B-98CB324B7BF5}" dt="2023-08-18T22:49:42.892" v="295" actId="20577"/>
          <ac:spMkLst>
            <pc:docMk/>
            <pc:sldMk cId="4089472227" sldId="784"/>
            <ac:spMk id="28675" creationId="{00000000-0000-0000-0000-000000000000}"/>
          </ac:spMkLst>
        </pc:spChg>
        <pc:spChg chg="mod ord">
          <ac:chgData name="james Lin" userId="99e842fa4348d56b" providerId="LiveId" clId="{2AFF828D-317F-4EAC-959B-98CB324B7BF5}" dt="2023-08-18T06:49:15.571" v="18" actId="700"/>
          <ac:spMkLst>
            <pc:docMk/>
            <pc:sldMk cId="4089472227" sldId="784"/>
            <ac:spMk id="28676" creationId="{00000000-0000-0000-0000-000000000000}"/>
          </ac:spMkLst>
        </pc:spChg>
      </pc:sldChg>
      <pc:sldChg chg="delSp modSp add mod ord">
        <pc:chgData name="james Lin" userId="99e842fa4348d56b" providerId="LiveId" clId="{2AFF828D-317F-4EAC-959B-98CB324B7BF5}" dt="2023-08-20T06:45:39.834" v="1163" actId="6549"/>
        <pc:sldMkLst>
          <pc:docMk/>
          <pc:sldMk cId="1850335433" sldId="785"/>
        </pc:sldMkLst>
        <pc:spChg chg="mod">
          <ac:chgData name="james Lin" userId="99e842fa4348d56b" providerId="LiveId" clId="{2AFF828D-317F-4EAC-959B-98CB324B7BF5}" dt="2023-08-20T06:45:39.834" v="1163" actId="6549"/>
          <ac:spMkLst>
            <pc:docMk/>
            <pc:sldMk cId="1850335433" sldId="785"/>
            <ac:spMk id="5" creationId="{00000000-0000-0000-0000-000000000000}"/>
          </ac:spMkLst>
        </pc:spChg>
        <pc:spChg chg="mod">
          <ac:chgData name="james Lin" userId="99e842fa4348d56b" providerId="LiveId" clId="{2AFF828D-317F-4EAC-959B-98CB324B7BF5}" dt="2023-08-20T06:28:04.659" v="1026" actId="20577"/>
          <ac:spMkLst>
            <pc:docMk/>
            <pc:sldMk cId="1850335433" sldId="785"/>
            <ac:spMk id="8" creationId="{00000000-0000-0000-0000-000000000000}"/>
          </ac:spMkLst>
        </pc:spChg>
        <pc:spChg chg="mod">
          <ac:chgData name="james Lin" userId="99e842fa4348d56b" providerId="LiveId" clId="{2AFF828D-317F-4EAC-959B-98CB324B7BF5}" dt="2023-08-18T13:56:52.107" v="113" actId="14100"/>
          <ac:spMkLst>
            <pc:docMk/>
            <pc:sldMk cId="1850335433" sldId="785"/>
            <ac:spMk id="11" creationId="{00000000-0000-0000-0000-000000000000}"/>
          </ac:spMkLst>
        </pc:spChg>
        <pc:spChg chg="mod">
          <ac:chgData name="james Lin" userId="99e842fa4348d56b" providerId="LiveId" clId="{2AFF828D-317F-4EAC-959B-98CB324B7BF5}" dt="2023-08-20T06:22:45.813" v="1014"/>
          <ac:spMkLst>
            <pc:docMk/>
            <pc:sldMk cId="1850335433" sldId="785"/>
            <ac:spMk id="29699" creationId="{00000000-0000-0000-0000-000000000000}"/>
          </ac:spMkLst>
        </pc:spChg>
        <pc:graphicFrameChg chg="del mod">
          <ac:chgData name="james Lin" userId="99e842fa4348d56b" providerId="LiveId" clId="{2AFF828D-317F-4EAC-959B-98CB324B7BF5}" dt="2023-08-18T10:28:48.151" v="91" actId="478"/>
          <ac:graphicFrameMkLst>
            <pc:docMk/>
            <pc:sldMk cId="1850335433" sldId="785"/>
            <ac:graphicFrameMk id="7" creationId="{00000000-0000-0000-0000-000000000000}"/>
          </ac:graphicFrameMkLst>
        </pc:graphicFrameChg>
        <pc:graphicFrameChg chg="mod">
          <ac:chgData name="james Lin" userId="99e842fa4348d56b" providerId="LiveId" clId="{2AFF828D-317F-4EAC-959B-98CB324B7BF5}" dt="2023-08-20T06:07:01.764" v="904" actId="1076"/>
          <ac:graphicFrameMkLst>
            <pc:docMk/>
            <pc:sldMk cId="1850335433" sldId="785"/>
            <ac:graphicFrameMk id="9" creationId="{00000000-0000-0000-0000-000000000000}"/>
          </ac:graphicFrameMkLst>
        </pc:graphicFrameChg>
      </pc:sldChg>
      <pc:sldChg chg="addSp delSp modSp new mod modClrScheme chgLayout">
        <pc:chgData name="james Lin" userId="99e842fa4348d56b" providerId="LiveId" clId="{2AFF828D-317F-4EAC-959B-98CB324B7BF5}" dt="2023-08-19T14:02:08.217" v="762" actId="478"/>
        <pc:sldMkLst>
          <pc:docMk/>
          <pc:sldMk cId="2046737493" sldId="786"/>
        </pc:sldMkLst>
        <pc:spChg chg="del mod ord">
          <ac:chgData name="james Lin" userId="99e842fa4348d56b" providerId="LiveId" clId="{2AFF828D-317F-4EAC-959B-98CB324B7BF5}" dt="2023-08-19T03:54:21.137" v="306" actId="700"/>
          <ac:spMkLst>
            <pc:docMk/>
            <pc:sldMk cId="2046737493" sldId="786"/>
            <ac:spMk id="2" creationId="{366BF747-99AA-E1F3-1F96-F29776889BF9}"/>
          </ac:spMkLst>
        </pc:spChg>
        <pc:spChg chg="del mod ord">
          <ac:chgData name="james Lin" userId="99e842fa4348d56b" providerId="LiveId" clId="{2AFF828D-317F-4EAC-959B-98CB324B7BF5}" dt="2023-08-19T14:02:08.217" v="762" actId="478"/>
          <ac:spMkLst>
            <pc:docMk/>
            <pc:sldMk cId="2046737493" sldId="786"/>
            <ac:spMk id="3" creationId="{E2AB083E-E8E6-E80A-3F98-7BFD0CDF897A}"/>
          </ac:spMkLst>
        </pc:spChg>
        <pc:spChg chg="add mod ord">
          <ac:chgData name="james Lin" userId="99e842fa4348d56b" providerId="LiveId" clId="{2AFF828D-317F-4EAC-959B-98CB324B7BF5}" dt="2023-08-19T03:57:07.156" v="317" actId="2711"/>
          <ac:spMkLst>
            <pc:docMk/>
            <pc:sldMk cId="2046737493" sldId="786"/>
            <ac:spMk id="4" creationId="{7B1A5FD5-8DF5-8C77-5BDD-132B790D92B3}"/>
          </ac:spMkLst>
        </pc:spChg>
      </pc:sldChg>
      <pc:sldChg chg="addSp delSp modSp new mod ord modClrScheme chgLayout">
        <pc:chgData name="james Lin" userId="99e842fa4348d56b" providerId="LiveId" clId="{2AFF828D-317F-4EAC-959B-98CB324B7BF5}" dt="2023-08-19T04:13:28.841" v="370" actId="113"/>
        <pc:sldMkLst>
          <pc:docMk/>
          <pc:sldMk cId="599696811" sldId="787"/>
        </pc:sldMkLst>
        <pc:spChg chg="del">
          <ac:chgData name="james Lin" userId="99e842fa4348d56b" providerId="LiveId" clId="{2AFF828D-317F-4EAC-959B-98CB324B7BF5}" dt="2023-08-19T04:07:49.275" v="321" actId="700"/>
          <ac:spMkLst>
            <pc:docMk/>
            <pc:sldMk cId="599696811" sldId="787"/>
            <ac:spMk id="2" creationId="{02A33AAF-5CAF-1B10-28A8-4834AE404706}"/>
          </ac:spMkLst>
        </pc:spChg>
        <pc:spChg chg="del mod ord">
          <ac:chgData name="james Lin" userId="99e842fa4348d56b" providerId="LiveId" clId="{2AFF828D-317F-4EAC-959B-98CB324B7BF5}" dt="2023-08-19T04:07:49.275" v="321" actId="700"/>
          <ac:spMkLst>
            <pc:docMk/>
            <pc:sldMk cId="599696811" sldId="787"/>
            <ac:spMk id="3" creationId="{FF5D22E9-1CAB-CF60-492A-B4C37860D217}"/>
          </ac:spMkLst>
        </pc:spChg>
        <pc:spChg chg="mod ord">
          <ac:chgData name="james Lin" userId="99e842fa4348d56b" providerId="LiveId" clId="{2AFF828D-317F-4EAC-959B-98CB324B7BF5}" dt="2023-08-19T04:07:49.275" v="321" actId="700"/>
          <ac:spMkLst>
            <pc:docMk/>
            <pc:sldMk cId="599696811" sldId="787"/>
            <ac:spMk id="4" creationId="{6777605D-10DB-3C80-BF28-1C26E7D42743}"/>
          </ac:spMkLst>
        </pc:spChg>
        <pc:spChg chg="add mod ord">
          <ac:chgData name="james Lin" userId="99e842fa4348d56b" providerId="LiveId" clId="{2AFF828D-317F-4EAC-959B-98CB324B7BF5}" dt="2023-08-19T04:13:28.841" v="370" actId="113"/>
          <ac:spMkLst>
            <pc:docMk/>
            <pc:sldMk cId="599696811" sldId="787"/>
            <ac:spMk id="5" creationId="{E630F3A8-4562-6C50-E0D6-1D0AD580984B}"/>
          </ac:spMkLst>
        </pc:spChg>
      </pc:sldChg>
      <pc:sldChg chg="modSp add mod">
        <pc:chgData name="james Lin" userId="99e842fa4348d56b" providerId="LiveId" clId="{2AFF828D-317F-4EAC-959B-98CB324B7BF5}" dt="2023-08-19T04:16:10.044" v="428" actId="20577"/>
        <pc:sldMkLst>
          <pc:docMk/>
          <pc:sldMk cId="2795492158" sldId="788"/>
        </pc:sldMkLst>
        <pc:spChg chg="mod">
          <ac:chgData name="james Lin" userId="99e842fa4348d56b" providerId="LiveId" clId="{2AFF828D-317F-4EAC-959B-98CB324B7BF5}" dt="2023-08-19T04:16:10.044" v="428" actId="20577"/>
          <ac:spMkLst>
            <pc:docMk/>
            <pc:sldMk cId="2795492158" sldId="788"/>
            <ac:spMk id="5" creationId="{E630F3A8-4562-6C50-E0D6-1D0AD580984B}"/>
          </ac:spMkLst>
        </pc:spChg>
      </pc:sldChg>
      <pc:sldChg chg="modSp add mod">
        <pc:chgData name="james Lin" userId="99e842fa4348d56b" providerId="LiveId" clId="{2AFF828D-317F-4EAC-959B-98CB324B7BF5}" dt="2023-08-19T04:20:36.102" v="463"/>
        <pc:sldMkLst>
          <pc:docMk/>
          <pc:sldMk cId="279351520" sldId="789"/>
        </pc:sldMkLst>
        <pc:spChg chg="mod">
          <ac:chgData name="james Lin" userId="99e842fa4348d56b" providerId="LiveId" clId="{2AFF828D-317F-4EAC-959B-98CB324B7BF5}" dt="2023-08-19T04:20:36.102" v="463"/>
          <ac:spMkLst>
            <pc:docMk/>
            <pc:sldMk cId="279351520" sldId="789"/>
            <ac:spMk id="5" creationId="{E630F3A8-4562-6C50-E0D6-1D0AD580984B}"/>
          </ac:spMkLst>
        </pc:spChg>
      </pc:sldChg>
      <pc:sldChg chg="modSp new mod">
        <pc:chgData name="james Lin" userId="99e842fa4348d56b" providerId="LiveId" clId="{2AFF828D-317F-4EAC-959B-98CB324B7BF5}" dt="2023-08-19T04:19:30.318" v="455"/>
        <pc:sldMkLst>
          <pc:docMk/>
          <pc:sldMk cId="421590845" sldId="790"/>
        </pc:sldMkLst>
        <pc:spChg chg="mod">
          <ac:chgData name="james Lin" userId="99e842fa4348d56b" providerId="LiveId" clId="{2AFF828D-317F-4EAC-959B-98CB324B7BF5}" dt="2023-08-19T04:19:30.318" v="455"/>
          <ac:spMkLst>
            <pc:docMk/>
            <pc:sldMk cId="421590845" sldId="790"/>
            <ac:spMk id="2" creationId="{B3B13B9E-9FC1-7645-A16E-BFFD4782BC25}"/>
          </ac:spMkLst>
        </pc:spChg>
      </pc:sldChg>
      <pc:sldChg chg="modSp add mod">
        <pc:chgData name="james Lin" userId="99e842fa4348d56b" providerId="LiveId" clId="{2AFF828D-317F-4EAC-959B-98CB324B7BF5}" dt="2023-08-19T04:16:34.355" v="439" actId="20577"/>
        <pc:sldMkLst>
          <pc:docMk/>
          <pc:sldMk cId="407802460" sldId="791"/>
        </pc:sldMkLst>
        <pc:spChg chg="mod">
          <ac:chgData name="james Lin" userId="99e842fa4348d56b" providerId="LiveId" clId="{2AFF828D-317F-4EAC-959B-98CB324B7BF5}" dt="2023-08-19T04:16:34.355" v="439" actId="20577"/>
          <ac:spMkLst>
            <pc:docMk/>
            <pc:sldMk cId="407802460" sldId="791"/>
            <ac:spMk id="2" creationId="{B3B13B9E-9FC1-7645-A16E-BFFD4782BC25}"/>
          </ac:spMkLst>
        </pc:spChg>
      </pc:sldChg>
      <pc:sldChg chg="modSp new mod ord modClrScheme chgLayout">
        <pc:chgData name="james Lin" userId="99e842fa4348d56b" providerId="LiveId" clId="{2AFF828D-317F-4EAC-959B-98CB324B7BF5}" dt="2023-08-19T08:59:49.364" v="486" actId="6549"/>
        <pc:sldMkLst>
          <pc:docMk/>
          <pc:sldMk cId="2946488603" sldId="792"/>
        </pc:sldMkLst>
        <pc:spChg chg="mod ord">
          <ac:chgData name="james Lin" userId="99e842fa4348d56b" providerId="LiveId" clId="{2AFF828D-317F-4EAC-959B-98CB324B7BF5}" dt="2023-08-19T08:59:49.364" v="486" actId="6549"/>
          <ac:spMkLst>
            <pc:docMk/>
            <pc:sldMk cId="2946488603" sldId="792"/>
            <ac:spMk id="2" creationId="{6BBE6A1C-632D-A15A-4683-F40619528E95}"/>
          </ac:spMkLst>
        </pc:spChg>
        <pc:spChg chg="mod ord">
          <ac:chgData name="james Lin" userId="99e842fa4348d56b" providerId="LiveId" clId="{2AFF828D-317F-4EAC-959B-98CB324B7BF5}" dt="2023-08-19T08:57:55.204" v="471" actId="700"/>
          <ac:spMkLst>
            <pc:docMk/>
            <pc:sldMk cId="2946488603" sldId="792"/>
            <ac:spMk id="3" creationId="{8ECFAF74-3E34-A45F-5031-9C2D3BADBCEB}"/>
          </ac:spMkLst>
        </pc:spChg>
      </pc:sldChg>
      <pc:sldChg chg="modSp add mod">
        <pc:chgData name="james Lin" userId="99e842fa4348d56b" providerId="LiveId" clId="{2AFF828D-317F-4EAC-959B-98CB324B7BF5}" dt="2023-08-19T12:19:28.645" v="499" actId="6549"/>
        <pc:sldMkLst>
          <pc:docMk/>
          <pc:sldMk cId="1059769951" sldId="793"/>
        </pc:sldMkLst>
        <pc:spChg chg="mod">
          <ac:chgData name="james Lin" userId="99e842fa4348d56b" providerId="LiveId" clId="{2AFF828D-317F-4EAC-959B-98CB324B7BF5}" dt="2023-08-19T12:19:28.645" v="499" actId="6549"/>
          <ac:spMkLst>
            <pc:docMk/>
            <pc:sldMk cId="1059769951" sldId="793"/>
            <ac:spMk id="2" creationId="{6BBE6A1C-632D-A15A-4683-F40619528E95}"/>
          </ac:spMkLst>
        </pc:spChg>
      </pc:sldChg>
      <pc:sldChg chg="modSp new mod">
        <pc:chgData name="james Lin" userId="99e842fa4348d56b" providerId="LiveId" clId="{2AFF828D-317F-4EAC-959B-98CB324B7BF5}" dt="2023-08-19T12:22:34.746" v="502" actId="2711"/>
        <pc:sldMkLst>
          <pc:docMk/>
          <pc:sldMk cId="1775475541" sldId="794"/>
        </pc:sldMkLst>
        <pc:spChg chg="mod">
          <ac:chgData name="james Lin" userId="99e842fa4348d56b" providerId="LiveId" clId="{2AFF828D-317F-4EAC-959B-98CB324B7BF5}" dt="2023-08-19T12:22:34.746" v="502" actId="2711"/>
          <ac:spMkLst>
            <pc:docMk/>
            <pc:sldMk cId="1775475541" sldId="794"/>
            <ac:spMk id="2" creationId="{511494D5-A4B5-AA62-A367-C5EAED2BF01B}"/>
          </ac:spMkLst>
        </pc:spChg>
      </pc:sldChg>
      <pc:sldChg chg="modSp add mod">
        <pc:chgData name="james Lin" userId="99e842fa4348d56b" providerId="LiveId" clId="{2AFF828D-317F-4EAC-959B-98CB324B7BF5}" dt="2023-08-19T12:23:39.032" v="515" actId="6549"/>
        <pc:sldMkLst>
          <pc:docMk/>
          <pc:sldMk cId="3268836172" sldId="795"/>
        </pc:sldMkLst>
        <pc:spChg chg="mod">
          <ac:chgData name="james Lin" userId="99e842fa4348d56b" providerId="LiveId" clId="{2AFF828D-317F-4EAC-959B-98CB324B7BF5}" dt="2023-08-19T12:23:39.032" v="515" actId="6549"/>
          <ac:spMkLst>
            <pc:docMk/>
            <pc:sldMk cId="3268836172" sldId="795"/>
            <ac:spMk id="2" creationId="{511494D5-A4B5-AA62-A367-C5EAED2BF01B}"/>
          </ac:spMkLst>
        </pc:spChg>
      </pc:sldChg>
      <pc:sldChg chg="modSp add mod">
        <pc:chgData name="james Lin" userId="99e842fa4348d56b" providerId="LiveId" clId="{2AFF828D-317F-4EAC-959B-98CB324B7BF5}" dt="2023-08-19T12:25:04.349" v="519" actId="6549"/>
        <pc:sldMkLst>
          <pc:docMk/>
          <pc:sldMk cId="1415990213" sldId="796"/>
        </pc:sldMkLst>
        <pc:spChg chg="mod">
          <ac:chgData name="james Lin" userId="99e842fa4348d56b" providerId="LiveId" clId="{2AFF828D-317F-4EAC-959B-98CB324B7BF5}" dt="2023-08-19T12:25:04.349" v="519" actId="6549"/>
          <ac:spMkLst>
            <pc:docMk/>
            <pc:sldMk cId="1415990213" sldId="796"/>
            <ac:spMk id="2" creationId="{511494D5-A4B5-AA62-A367-C5EAED2BF01B}"/>
          </ac:spMkLst>
        </pc:spChg>
      </pc:sldChg>
      <pc:sldChg chg="modSp new mod">
        <pc:chgData name="james Lin" userId="99e842fa4348d56b" providerId="LiveId" clId="{2AFF828D-317F-4EAC-959B-98CB324B7BF5}" dt="2023-08-19T12:26:03.679" v="523" actId="2711"/>
        <pc:sldMkLst>
          <pc:docMk/>
          <pc:sldMk cId="242687998" sldId="797"/>
        </pc:sldMkLst>
        <pc:spChg chg="mod">
          <ac:chgData name="james Lin" userId="99e842fa4348d56b" providerId="LiveId" clId="{2AFF828D-317F-4EAC-959B-98CB324B7BF5}" dt="2023-08-19T12:26:03.679" v="523" actId="2711"/>
          <ac:spMkLst>
            <pc:docMk/>
            <pc:sldMk cId="242687998" sldId="797"/>
            <ac:spMk id="2" creationId="{926F2C52-9364-7C77-31D6-4C9199AEE62B}"/>
          </ac:spMkLst>
        </pc:spChg>
      </pc:sldChg>
      <pc:sldChg chg="modSp add mod">
        <pc:chgData name="james Lin" userId="99e842fa4348d56b" providerId="LiveId" clId="{2AFF828D-317F-4EAC-959B-98CB324B7BF5}" dt="2023-08-19T12:29:03.523" v="560" actId="20577"/>
        <pc:sldMkLst>
          <pc:docMk/>
          <pc:sldMk cId="2375888085" sldId="798"/>
        </pc:sldMkLst>
        <pc:spChg chg="mod">
          <ac:chgData name="james Lin" userId="99e842fa4348d56b" providerId="LiveId" clId="{2AFF828D-317F-4EAC-959B-98CB324B7BF5}" dt="2023-08-19T12:29:03.523" v="560" actId="20577"/>
          <ac:spMkLst>
            <pc:docMk/>
            <pc:sldMk cId="2375888085" sldId="798"/>
            <ac:spMk id="2" creationId="{926F2C52-9364-7C77-31D6-4C9199AEE62B}"/>
          </ac:spMkLst>
        </pc:spChg>
      </pc:sldChg>
      <pc:sldChg chg="addSp delSp modSp add del mod modClrScheme chgLayout">
        <pc:chgData name="james Lin" userId="99e842fa4348d56b" providerId="LiveId" clId="{2AFF828D-317F-4EAC-959B-98CB324B7BF5}" dt="2023-08-19T13:27:36.814" v="605" actId="2696"/>
        <pc:sldMkLst>
          <pc:docMk/>
          <pc:sldMk cId="2018602122" sldId="799"/>
        </pc:sldMkLst>
        <pc:spChg chg="add mod ord">
          <ac:chgData name="james Lin" userId="99e842fa4348d56b" providerId="LiveId" clId="{2AFF828D-317F-4EAC-959B-98CB324B7BF5}" dt="2023-08-19T13:21:50.638" v="569" actId="2711"/>
          <ac:spMkLst>
            <pc:docMk/>
            <pc:sldMk cId="2018602122" sldId="799"/>
            <ac:spMk id="2" creationId="{C205427F-6A8E-4992-A77A-CCB95D0CD9A2}"/>
          </ac:spMkLst>
        </pc:spChg>
        <pc:spChg chg="mod ord">
          <ac:chgData name="james Lin" userId="99e842fa4348d56b" providerId="LiveId" clId="{2AFF828D-317F-4EAC-959B-98CB324B7BF5}" dt="2023-08-19T13:21:18.958" v="566" actId="700"/>
          <ac:spMkLst>
            <pc:docMk/>
            <pc:sldMk cId="2018602122" sldId="799"/>
            <ac:spMk id="4" creationId="{00000000-0000-0000-0000-000000000000}"/>
          </ac:spMkLst>
        </pc:spChg>
        <pc:spChg chg="del mod ord">
          <ac:chgData name="james Lin" userId="99e842fa4348d56b" providerId="LiveId" clId="{2AFF828D-317F-4EAC-959B-98CB324B7BF5}" dt="2023-08-19T13:21:18.958" v="566" actId="700"/>
          <ac:spMkLst>
            <pc:docMk/>
            <pc:sldMk cId="2018602122" sldId="799"/>
            <ac:spMk id="5" creationId="{00000000-0000-0000-0000-000000000000}"/>
          </ac:spMkLst>
        </pc:spChg>
        <pc:spChg chg="mod ord">
          <ac:chgData name="james Lin" userId="99e842fa4348d56b" providerId="LiveId" clId="{2AFF828D-317F-4EAC-959B-98CB324B7BF5}" dt="2023-08-19T13:21:27.274" v="567" actId="6549"/>
          <ac:spMkLst>
            <pc:docMk/>
            <pc:sldMk cId="2018602122" sldId="799"/>
            <ac:spMk id="6" creationId="{00000000-0000-0000-0000-000000000000}"/>
          </ac:spMkLst>
        </pc:spChg>
      </pc:sldChg>
      <pc:sldChg chg="modSp add mod modClrScheme chgLayout">
        <pc:chgData name="james Lin" userId="99e842fa4348d56b" providerId="LiveId" clId="{2AFF828D-317F-4EAC-959B-98CB324B7BF5}" dt="2023-08-19T13:23:51.021" v="575" actId="700"/>
        <pc:sldMkLst>
          <pc:docMk/>
          <pc:sldMk cId="1671855100" sldId="800"/>
        </pc:sldMkLst>
        <pc:spChg chg="mod ord">
          <ac:chgData name="james Lin" userId="99e842fa4348d56b" providerId="LiveId" clId="{2AFF828D-317F-4EAC-959B-98CB324B7BF5}" dt="2023-08-19T13:23:51.021" v="575" actId="700"/>
          <ac:spMkLst>
            <pc:docMk/>
            <pc:sldMk cId="1671855100" sldId="800"/>
            <ac:spMk id="2" creationId="{00000000-0000-0000-0000-000000000000}"/>
          </ac:spMkLst>
        </pc:spChg>
        <pc:spChg chg="mod ord">
          <ac:chgData name="james Lin" userId="99e842fa4348d56b" providerId="LiveId" clId="{2AFF828D-317F-4EAC-959B-98CB324B7BF5}" dt="2023-08-19T13:23:51.021" v="575" actId="700"/>
          <ac:spMkLst>
            <pc:docMk/>
            <pc:sldMk cId="1671855100" sldId="800"/>
            <ac:spMk id="3" creationId="{00000000-0000-0000-0000-000000000000}"/>
          </ac:spMkLst>
        </pc:spChg>
        <pc:spChg chg="mod ord">
          <ac:chgData name="james Lin" userId="99e842fa4348d56b" providerId="LiveId" clId="{2AFF828D-317F-4EAC-959B-98CB324B7BF5}" dt="2023-08-19T13:23:51.021" v="575" actId="700"/>
          <ac:spMkLst>
            <pc:docMk/>
            <pc:sldMk cId="1671855100" sldId="800"/>
            <ac:spMk id="4" creationId="{00000000-0000-0000-0000-000000000000}"/>
          </ac:spMkLst>
        </pc:spChg>
      </pc:sldChg>
      <pc:sldChg chg="delSp modSp new mod modClrScheme chgLayout">
        <pc:chgData name="james Lin" userId="99e842fa4348d56b" providerId="LiveId" clId="{2AFF828D-317F-4EAC-959B-98CB324B7BF5}" dt="2023-08-21T07:10:43.314" v="2478" actId="700"/>
        <pc:sldMkLst>
          <pc:docMk/>
          <pc:sldMk cId="3078655319" sldId="801"/>
        </pc:sldMkLst>
        <pc:spChg chg="del mod">
          <ac:chgData name="james Lin" userId="99e842fa4348d56b" providerId="LiveId" clId="{2AFF828D-317F-4EAC-959B-98CB324B7BF5}" dt="2023-08-21T07:10:09.004" v="2475" actId="700"/>
          <ac:spMkLst>
            <pc:docMk/>
            <pc:sldMk cId="3078655319" sldId="801"/>
            <ac:spMk id="2" creationId="{9A3838F3-E5FA-DD06-C009-D3AB96C32DCA}"/>
          </ac:spMkLst>
        </pc:spChg>
        <pc:spChg chg="mod ord">
          <ac:chgData name="james Lin" userId="99e842fa4348d56b" providerId="LiveId" clId="{2AFF828D-317F-4EAC-959B-98CB324B7BF5}" dt="2023-08-21T07:10:43.314" v="2478" actId="700"/>
          <ac:spMkLst>
            <pc:docMk/>
            <pc:sldMk cId="3078655319" sldId="801"/>
            <ac:spMk id="3" creationId="{FC4EE04D-603B-7D65-ADAE-F9F11F045AD7}"/>
          </ac:spMkLst>
        </pc:spChg>
      </pc:sldChg>
      <pc:sldChg chg="modSp new del mod">
        <pc:chgData name="james Lin" userId="99e842fa4348d56b" providerId="LiveId" clId="{2AFF828D-317F-4EAC-959B-98CB324B7BF5}" dt="2023-08-20T11:53:07.290" v="1324" actId="47"/>
        <pc:sldMkLst>
          <pc:docMk/>
          <pc:sldMk cId="3538178869" sldId="802"/>
        </pc:sldMkLst>
        <pc:spChg chg="mod">
          <ac:chgData name="james Lin" userId="99e842fa4348d56b" providerId="LiveId" clId="{2AFF828D-317F-4EAC-959B-98CB324B7BF5}" dt="2023-08-19T13:27:19.982" v="602"/>
          <ac:spMkLst>
            <pc:docMk/>
            <pc:sldMk cId="3538178869" sldId="802"/>
            <ac:spMk id="2" creationId="{0C1BB3C7-6EC7-A04A-301A-1108DE75599B}"/>
          </ac:spMkLst>
        </pc:spChg>
        <pc:spChg chg="mod">
          <ac:chgData name="james Lin" userId="99e842fa4348d56b" providerId="LiveId" clId="{2AFF828D-317F-4EAC-959B-98CB324B7BF5}" dt="2023-08-19T14:01:37.014" v="760" actId="20577"/>
          <ac:spMkLst>
            <pc:docMk/>
            <pc:sldMk cId="3538178869" sldId="802"/>
            <ac:spMk id="3" creationId="{72989D80-6935-E19C-B60E-2002BDDEA8B2}"/>
          </ac:spMkLst>
        </pc:spChg>
      </pc:sldChg>
      <pc:sldChg chg="delSp modSp add del mod">
        <pc:chgData name="james Lin" userId="99e842fa4348d56b" providerId="LiveId" clId="{2AFF828D-317F-4EAC-959B-98CB324B7BF5}" dt="2023-08-21T06:59:02.496" v="2438" actId="47"/>
        <pc:sldMkLst>
          <pc:docMk/>
          <pc:sldMk cId="725759238" sldId="803"/>
        </pc:sldMkLst>
        <pc:spChg chg="mod">
          <ac:chgData name="james Lin" userId="99e842fa4348d56b" providerId="LiveId" clId="{2AFF828D-317F-4EAC-959B-98CB324B7BF5}" dt="2023-08-20T11:40:51.555" v="1322" actId="255"/>
          <ac:spMkLst>
            <pc:docMk/>
            <pc:sldMk cId="725759238" sldId="803"/>
            <ac:spMk id="56322" creationId="{00000000-0000-0000-0000-000000000000}"/>
          </ac:spMkLst>
        </pc:spChg>
        <pc:spChg chg="del">
          <ac:chgData name="james Lin" userId="99e842fa4348d56b" providerId="LiveId" clId="{2AFF828D-317F-4EAC-959B-98CB324B7BF5}" dt="2023-08-20T06:48:01.630" v="1168" actId="478"/>
          <ac:spMkLst>
            <pc:docMk/>
            <pc:sldMk cId="725759238" sldId="803"/>
            <ac:spMk id="56323" creationId="{00000000-0000-0000-0000-000000000000}"/>
          </ac:spMkLst>
        </pc:spChg>
      </pc:sldChg>
      <pc:sldChg chg="modSp add del mod">
        <pc:chgData name="james Lin" userId="99e842fa4348d56b" providerId="LiveId" clId="{2AFF828D-317F-4EAC-959B-98CB324B7BF5}" dt="2023-08-21T07:02:37.873" v="2444" actId="47"/>
        <pc:sldMkLst>
          <pc:docMk/>
          <pc:sldMk cId="2320817664" sldId="804"/>
        </pc:sldMkLst>
        <pc:spChg chg="mod">
          <ac:chgData name="james Lin" userId="99e842fa4348d56b" providerId="LiveId" clId="{2AFF828D-317F-4EAC-959B-98CB324B7BF5}" dt="2023-08-19T14:00:44.948" v="753" actId="20577"/>
          <ac:spMkLst>
            <pc:docMk/>
            <pc:sldMk cId="2320817664" sldId="804"/>
            <ac:spMk id="3" creationId="{72989D80-6935-E19C-B60E-2002BDDEA8B2}"/>
          </ac:spMkLst>
        </pc:spChg>
      </pc:sldChg>
      <pc:sldChg chg="modSp add mod ord">
        <pc:chgData name="james Lin" userId="99e842fa4348d56b" providerId="LiveId" clId="{2AFF828D-317F-4EAC-959B-98CB324B7BF5}" dt="2023-08-20T03:17:05.372" v="899"/>
        <pc:sldMkLst>
          <pc:docMk/>
          <pc:sldMk cId="442497915" sldId="805"/>
        </pc:sldMkLst>
        <pc:spChg chg="mod">
          <ac:chgData name="james Lin" userId="99e842fa4348d56b" providerId="LiveId" clId="{2AFF828D-317F-4EAC-959B-98CB324B7BF5}" dt="2023-08-19T13:52:17.999" v="689" actId="6549"/>
          <ac:spMkLst>
            <pc:docMk/>
            <pc:sldMk cId="442497915" sldId="805"/>
            <ac:spMk id="3" creationId="{FC4EE04D-603B-7D65-ADAE-F9F11F045AD7}"/>
          </ac:spMkLst>
        </pc:spChg>
      </pc:sldChg>
      <pc:sldChg chg="delSp modSp add mod">
        <pc:chgData name="james Lin" userId="99e842fa4348d56b" providerId="LiveId" clId="{2AFF828D-317F-4EAC-959B-98CB324B7BF5}" dt="2023-08-20T01:33:57.479" v="814" actId="313"/>
        <pc:sldMkLst>
          <pc:docMk/>
          <pc:sldMk cId="1997229305" sldId="806"/>
        </pc:sldMkLst>
        <pc:spChg chg="mod">
          <ac:chgData name="james Lin" userId="99e842fa4348d56b" providerId="LiveId" clId="{2AFF828D-317F-4EAC-959B-98CB324B7BF5}" dt="2023-08-20T01:33:57.479" v="814" actId="313"/>
          <ac:spMkLst>
            <pc:docMk/>
            <pc:sldMk cId="1997229305" sldId="806"/>
            <ac:spMk id="97282" creationId="{00000000-0000-0000-0000-000000000000}"/>
          </ac:spMkLst>
        </pc:spChg>
        <pc:spChg chg="del">
          <ac:chgData name="james Lin" userId="99e842fa4348d56b" providerId="LiveId" clId="{2AFF828D-317F-4EAC-959B-98CB324B7BF5}" dt="2023-08-19T13:57:12.601" v="709" actId="478"/>
          <ac:spMkLst>
            <pc:docMk/>
            <pc:sldMk cId="1997229305" sldId="806"/>
            <ac:spMk id="97283" creationId="{00000000-0000-0000-0000-000000000000}"/>
          </ac:spMkLst>
        </pc:spChg>
      </pc:sldChg>
      <pc:sldChg chg="delSp modSp add del mod modClrScheme chgLayout">
        <pc:chgData name="james Lin" userId="99e842fa4348d56b" providerId="LiveId" clId="{2AFF828D-317F-4EAC-959B-98CB324B7BF5}" dt="2023-08-21T07:02:51.129" v="2446" actId="47"/>
        <pc:sldMkLst>
          <pc:docMk/>
          <pc:sldMk cId="3804381485" sldId="807"/>
        </pc:sldMkLst>
        <pc:spChg chg="del mod">
          <ac:chgData name="james Lin" userId="99e842fa4348d56b" providerId="LiveId" clId="{2AFF828D-317F-4EAC-959B-98CB324B7BF5}" dt="2023-08-20T02:43:19.291" v="854" actId="700"/>
          <ac:spMkLst>
            <pc:docMk/>
            <pc:sldMk cId="3804381485" sldId="807"/>
            <ac:spMk id="2" creationId="{0C1BB3C7-6EC7-A04A-301A-1108DE75599B}"/>
          </ac:spMkLst>
        </pc:spChg>
        <pc:spChg chg="mod ord">
          <ac:chgData name="james Lin" userId="99e842fa4348d56b" providerId="LiveId" clId="{2AFF828D-317F-4EAC-959B-98CB324B7BF5}" dt="2023-08-21T06:06:39.653" v="2182" actId="20577"/>
          <ac:spMkLst>
            <pc:docMk/>
            <pc:sldMk cId="3804381485" sldId="807"/>
            <ac:spMk id="3" creationId="{72989D80-6935-E19C-B60E-2002BDDEA8B2}"/>
          </ac:spMkLst>
        </pc:spChg>
      </pc:sldChg>
      <pc:sldChg chg="delSp modSp add del mod ord">
        <pc:chgData name="james Lin" userId="99e842fa4348d56b" providerId="LiveId" clId="{2AFF828D-317F-4EAC-959B-98CB324B7BF5}" dt="2023-08-21T07:02:49.769" v="2445" actId="47"/>
        <pc:sldMkLst>
          <pc:docMk/>
          <pc:sldMk cId="1897917416" sldId="808"/>
        </pc:sldMkLst>
        <pc:spChg chg="mod">
          <ac:chgData name="james Lin" userId="99e842fa4348d56b" providerId="LiveId" clId="{2AFF828D-317F-4EAC-959B-98CB324B7BF5}" dt="2023-08-20T06:48:43.736" v="1171" actId="20577"/>
          <ac:spMkLst>
            <pc:docMk/>
            <pc:sldMk cId="1897917416" sldId="808"/>
            <ac:spMk id="56322" creationId="{00000000-0000-0000-0000-000000000000}"/>
          </ac:spMkLst>
        </pc:spChg>
        <pc:spChg chg="del">
          <ac:chgData name="james Lin" userId="99e842fa4348d56b" providerId="LiveId" clId="{2AFF828D-317F-4EAC-959B-98CB324B7BF5}" dt="2023-08-20T06:47:58.267" v="1167" actId="478"/>
          <ac:spMkLst>
            <pc:docMk/>
            <pc:sldMk cId="1897917416" sldId="808"/>
            <ac:spMk id="56323" creationId="{00000000-0000-0000-0000-000000000000}"/>
          </ac:spMkLst>
        </pc:spChg>
      </pc:sldChg>
      <pc:sldChg chg="modSp new del mod ord">
        <pc:chgData name="james Lin" userId="99e842fa4348d56b" providerId="LiveId" clId="{2AFF828D-317F-4EAC-959B-98CB324B7BF5}" dt="2023-08-21T07:02:25.440" v="2443" actId="47"/>
        <pc:sldMkLst>
          <pc:docMk/>
          <pc:sldMk cId="2236482048" sldId="809"/>
        </pc:sldMkLst>
        <pc:spChg chg="mod">
          <ac:chgData name="james Lin" userId="99e842fa4348d56b" providerId="LiveId" clId="{2AFF828D-317F-4EAC-959B-98CB324B7BF5}" dt="2023-08-20T03:10:36.997" v="878" actId="14100"/>
          <ac:spMkLst>
            <pc:docMk/>
            <pc:sldMk cId="2236482048" sldId="809"/>
            <ac:spMk id="2" creationId="{9B814F0A-0B31-D1BB-5973-6DA0DC1E28DB}"/>
          </ac:spMkLst>
        </pc:spChg>
      </pc:sldChg>
      <pc:sldChg chg="modSp add mod ord">
        <pc:chgData name="james Lin" userId="99e842fa4348d56b" providerId="LiveId" clId="{2AFF828D-317F-4EAC-959B-98CB324B7BF5}" dt="2023-08-20T03:17:03.536" v="897"/>
        <pc:sldMkLst>
          <pc:docMk/>
          <pc:sldMk cId="3725375573" sldId="810"/>
        </pc:sldMkLst>
        <pc:spChg chg="mod">
          <ac:chgData name="james Lin" userId="99e842fa4348d56b" providerId="LiveId" clId="{2AFF828D-317F-4EAC-959B-98CB324B7BF5}" dt="2023-08-20T03:15:29.985" v="890" actId="255"/>
          <ac:spMkLst>
            <pc:docMk/>
            <pc:sldMk cId="3725375573" sldId="810"/>
            <ac:spMk id="3" creationId="{FC4EE04D-603B-7D65-ADAE-F9F11F045AD7}"/>
          </ac:spMkLst>
        </pc:spChg>
      </pc:sldChg>
      <pc:sldChg chg="modSp add mod ord modClrScheme chgLayout">
        <pc:chgData name="james Lin" userId="99e842fa4348d56b" providerId="LiveId" clId="{2AFF828D-317F-4EAC-959B-98CB324B7BF5}" dt="2023-08-21T06:55:13.610" v="2433" actId="948"/>
        <pc:sldMkLst>
          <pc:docMk/>
          <pc:sldMk cId="93838073" sldId="811"/>
        </pc:sldMkLst>
        <pc:spChg chg="mod ord">
          <ac:chgData name="james Lin" userId="99e842fa4348d56b" providerId="LiveId" clId="{2AFF828D-317F-4EAC-959B-98CB324B7BF5}" dt="2023-08-21T06:55:13.610" v="2433" actId="948"/>
          <ac:spMkLst>
            <pc:docMk/>
            <pc:sldMk cId="93838073" sldId="811"/>
            <ac:spMk id="97282" creationId="{00000000-0000-0000-0000-000000000000}"/>
          </ac:spMkLst>
        </pc:spChg>
      </pc:sldChg>
      <pc:sldChg chg="delSp modSp add mod">
        <pc:chgData name="james Lin" userId="99e842fa4348d56b" providerId="LiveId" clId="{2AFF828D-317F-4EAC-959B-98CB324B7BF5}" dt="2023-08-20T06:45:31.943" v="1162" actId="6549"/>
        <pc:sldMkLst>
          <pc:docMk/>
          <pc:sldMk cId="3708606700" sldId="812"/>
        </pc:sldMkLst>
        <pc:spChg chg="mod">
          <ac:chgData name="james Lin" userId="99e842fa4348d56b" providerId="LiveId" clId="{2AFF828D-317F-4EAC-959B-98CB324B7BF5}" dt="2023-08-20T06:45:31.943" v="1162" actId="6549"/>
          <ac:spMkLst>
            <pc:docMk/>
            <pc:sldMk cId="3708606700" sldId="812"/>
            <ac:spMk id="5" creationId="{00000000-0000-0000-0000-000000000000}"/>
          </ac:spMkLst>
        </pc:spChg>
        <pc:spChg chg="mod">
          <ac:chgData name="james Lin" userId="99e842fa4348d56b" providerId="LiveId" clId="{2AFF828D-317F-4EAC-959B-98CB324B7BF5}" dt="2023-08-20T06:34:16.297" v="1058" actId="6549"/>
          <ac:spMkLst>
            <pc:docMk/>
            <pc:sldMk cId="3708606700" sldId="812"/>
            <ac:spMk id="8" creationId="{00000000-0000-0000-0000-000000000000}"/>
          </ac:spMkLst>
        </pc:spChg>
        <pc:spChg chg="mod">
          <ac:chgData name="james Lin" userId="99e842fa4348d56b" providerId="LiveId" clId="{2AFF828D-317F-4EAC-959B-98CB324B7BF5}" dt="2023-08-20T06:45:07.115" v="1161" actId="114"/>
          <ac:spMkLst>
            <pc:docMk/>
            <pc:sldMk cId="3708606700" sldId="812"/>
            <ac:spMk id="11" creationId="{00000000-0000-0000-0000-000000000000}"/>
          </ac:spMkLst>
        </pc:spChg>
        <pc:spChg chg="del">
          <ac:chgData name="james Lin" userId="99e842fa4348d56b" providerId="LiveId" clId="{2AFF828D-317F-4EAC-959B-98CB324B7BF5}" dt="2023-08-20T06:44:20.287" v="1141" actId="478"/>
          <ac:spMkLst>
            <pc:docMk/>
            <pc:sldMk cId="3708606700" sldId="812"/>
            <ac:spMk id="29701" creationId="{00000000-0000-0000-0000-000000000000}"/>
          </ac:spMkLst>
        </pc:spChg>
        <pc:graphicFrameChg chg="mod modGraphic">
          <ac:chgData name="james Lin" userId="99e842fa4348d56b" providerId="LiveId" clId="{2AFF828D-317F-4EAC-959B-98CB324B7BF5}" dt="2023-08-20T06:33:30.998" v="1057" actId="1076"/>
          <ac:graphicFrameMkLst>
            <pc:docMk/>
            <pc:sldMk cId="3708606700" sldId="812"/>
            <ac:graphicFrameMk id="9" creationId="{00000000-0000-0000-0000-000000000000}"/>
          </ac:graphicFrameMkLst>
        </pc:graphicFrameChg>
      </pc:sldChg>
      <pc:sldChg chg="modSp new mod ord modClrScheme chgLayout">
        <pc:chgData name="james Lin" userId="99e842fa4348d56b" providerId="LiveId" clId="{2AFF828D-317F-4EAC-959B-98CB324B7BF5}" dt="2023-08-21T07:05:42.346" v="2448" actId="6549"/>
        <pc:sldMkLst>
          <pc:docMk/>
          <pc:sldMk cId="2261113566" sldId="813"/>
        </pc:sldMkLst>
        <pc:spChg chg="mod ord">
          <ac:chgData name="james Lin" userId="99e842fa4348d56b" providerId="LiveId" clId="{2AFF828D-317F-4EAC-959B-98CB324B7BF5}" dt="2023-08-21T07:05:42.346" v="2448" actId="6549"/>
          <ac:spMkLst>
            <pc:docMk/>
            <pc:sldMk cId="2261113566" sldId="813"/>
            <ac:spMk id="2" creationId="{E3E38D71-6670-9334-2EF8-C1FF9C62D24B}"/>
          </ac:spMkLst>
        </pc:spChg>
      </pc:sldChg>
      <pc:sldChg chg="modSp add mod">
        <pc:chgData name="james Lin" userId="99e842fa4348d56b" providerId="LiveId" clId="{2AFF828D-317F-4EAC-959B-98CB324B7BF5}" dt="2023-08-20T11:56:30.134" v="1329" actId="6549"/>
        <pc:sldMkLst>
          <pc:docMk/>
          <pc:sldMk cId="3643551674" sldId="814"/>
        </pc:sldMkLst>
        <pc:spChg chg="mod">
          <ac:chgData name="james Lin" userId="99e842fa4348d56b" providerId="LiveId" clId="{2AFF828D-317F-4EAC-959B-98CB324B7BF5}" dt="2023-08-20T11:56:30.134" v="1329" actId="6549"/>
          <ac:spMkLst>
            <pc:docMk/>
            <pc:sldMk cId="3643551674" sldId="814"/>
            <ac:spMk id="2" creationId="{E3E38D71-6670-9334-2EF8-C1FF9C62D24B}"/>
          </ac:spMkLst>
        </pc:spChg>
      </pc:sldChg>
      <pc:sldChg chg="addSp delSp modSp add del mod modClrScheme chgLayout">
        <pc:chgData name="james Lin" userId="99e842fa4348d56b" providerId="LiveId" clId="{2AFF828D-317F-4EAC-959B-98CB324B7BF5}" dt="2023-08-21T07:08:04.090" v="2449" actId="47"/>
        <pc:sldMkLst>
          <pc:docMk/>
          <pc:sldMk cId="4087962378" sldId="815"/>
        </pc:sldMkLst>
        <pc:spChg chg="mod ord">
          <ac:chgData name="james Lin" userId="99e842fa4348d56b" providerId="LiveId" clId="{2AFF828D-317F-4EAC-959B-98CB324B7BF5}" dt="2023-08-20T12:50:09.589" v="1698" actId="700"/>
          <ac:spMkLst>
            <pc:docMk/>
            <pc:sldMk cId="4087962378" sldId="815"/>
            <ac:spMk id="2" creationId="{E3E38D71-6670-9334-2EF8-C1FF9C62D24B}"/>
          </ac:spMkLst>
        </pc:spChg>
        <pc:graphicFrameChg chg="add mod modGraphic">
          <ac:chgData name="james Lin" userId="99e842fa4348d56b" providerId="LiveId" clId="{2AFF828D-317F-4EAC-959B-98CB324B7BF5}" dt="2023-08-20T12:24:39" v="1522" actId="207"/>
          <ac:graphicFrameMkLst>
            <pc:docMk/>
            <pc:sldMk cId="4087962378" sldId="815"/>
            <ac:graphicFrameMk id="3" creationId="{55FCD40F-F901-AB6E-D400-B738A2280375}"/>
          </ac:graphicFrameMkLst>
        </pc:graphicFrameChg>
        <pc:graphicFrameChg chg="add del mod modGraphic">
          <ac:chgData name="james Lin" userId="99e842fa4348d56b" providerId="LiveId" clId="{2AFF828D-317F-4EAC-959B-98CB324B7BF5}" dt="2023-08-20T12:06:39.865" v="1430" actId="478"/>
          <ac:graphicFrameMkLst>
            <pc:docMk/>
            <pc:sldMk cId="4087962378" sldId="815"/>
            <ac:graphicFrameMk id="4" creationId="{7ED713DF-8421-6293-D1B0-CB4570B40825}"/>
          </ac:graphicFrameMkLst>
        </pc:graphicFrameChg>
        <pc:graphicFrameChg chg="add mod modGraphic">
          <ac:chgData name="james Lin" userId="99e842fa4348d56b" providerId="LiveId" clId="{2AFF828D-317F-4EAC-959B-98CB324B7BF5}" dt="2023-08-20T12:21:18.412" v="1516" actId="1076"/>
          <ac:graphicFrameMkLst>
            <pc:docMk/>
            <pc:sldMk cId="4087962378" sldId="815"/>
            <ac:graphicFrameMk id="5" creationId="{F930C298-A92E-76BE-0D76-DBD71D98FA27}"/>
          </ac:graphicFrameMkLst>
        </pc:graphicFrameChg>
        <pc:graphicFrameChg chg="add mod modGraphic">
          <ac:chgData name="james Lin" userId="99e842fa4348d56b" providerId="LiveId" clId="{2AFF828D-317F-4EAC-959B-98CB324B7BF5}" dt="2023-08-20T12:14:26.709" v="1470" actId="1076"/>
          <ac:graphicFrameMkLst>
            <pc:docMk/>
            <pc:sldMk cId="4087962378" sldId="815"/>
            <ac:graphicFrameMk id="6" creationId="{8DA7B058-BBF2-D364-7C6C-DDDDF6396B2F}"/>
          </ac:graphicFrameMkLst>
        </pc:graphicFrameChg>
      </pc:sldChg>
      <pc:sldChg chg="modSp add del mod chgLayout">
        <pc:chgData name="james Lin" userId="99e842fa4348d56b" providerId="LiveId" clId="{2AFF828D-317F-4EAC-959B-98CB324B7BF5}" dt="2023-08-21T07:08:04.769" v="2450" actId="47"/>
        <pc:sldMkLst>
          <pc:docMk/>
          <pc:sldMk cId="1816304879" sldId="816"/>
        </pc:sldMkLst>
        <pc:spChg chg="mod ord">
          <ac:chgData name="james Lin" userId="99e842fa4348d56b" providerId="LiveId" clId="{2AFF828D-317F-4EAC-959B-98CB324B7BF5}" dt="2023-08-20T12:50:13.833" v="1699" actId="700"/>
          <ac:spMkLst>
            <pc:docMk/>
            <pc:sldMk cId="1816304879" sldId="816"/>
            <ac:spMk id="2" creationId="{E3E38D71-6670-9334-2EF8-C1FF9C62D24B}"/>
          </ac:spMkLst>
        </pc:spChg>
        <pc:graphicFrameChg chg="modGraphic">
          <ac:chgData name="james Lin" userId="99e842fa4348d56b" providerId="LiveId" clId="{2AFF828D-317F-4EAC-959B-98CB324B7BF5}" dt="2023-08-20T12:26:53.030" v="1524" actId="207"/>
          <ac:graphicFrameMkLst>
            <pc:docMk/>
            <pc:sldMk cId="1816304879" sldId="816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2:27:14.877" v="1527" actId="20577"/>
          <ac:graphicFrameMkLst>
            <pc:docMk/>
            <pc:sldMk cId="1816304879" sldId="816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2:27:04.071" v="1525" actId="207"/>
          <ac:graphicFrameMkLst>
            <pc:docMk/>
            <pc:sldMk cId="1816304879" sldId="816"/>
            <ac:graphicFrameMk id="6" creationId="{8DA7B058-BBF2-D364-7C6C-DDDDF6396B2F}"/>
          </ac:graphicFrameMkLst>
        </pc:graphicFrameChg>
      </pc:sldChg>
      <pc:sldChg chg="modSp add del mod">
        <pc:chgData name="james Lin" userId="99e842fa4348d56b" providerId="LiveId" clId="{2AFF828D-317F-4EAC-959B-98CB324B7BF5}" dt="2023-08-21T07:08:05.510" v="2451" actId="47"/>
        <pc:sldMkLst>
          <pc:docMk/>
          <pc:sldMk cId="2082915383" sldId="817"/>
        </pc:sldMkLst>
        <pc:spChg chg="mod">
          <ac:chgData name="james Lin" userId="99e842fa4348d56b" providerId="LiveId" clId="{2AFF828D-317F-4EAC-959B-98CB324B7BF5}" dt="2023-08-20T12:47:49.604" v="1688" actId="20577"/>
          <ac:spMkLst>
            <pc:docMk/>
            <pc:sldMk cId="2082915383" sldId="817"/>
            <ac:spMk id="2" creationId="{E3E38D71-6670-9334-2EF8-C1FF9C62D24B}"/>
          </ac:spMkLst>
        </pc:spChg>
        <pc:graphicFrameChg chg="modGraphic">
          <ac:chgData name="james Lin" userId="99e842fa4348d56b" providerId="LiveId" clId="{2AFF828D-317F-4EAC-959B-98CB324B7BF5}" dt="2023-08-20T12:27:30.176" v="1529" actId="207"/>
          <ac:graphicFrameMkLst>
            <pc:docMk/>
            <pc:sldMk cId="2082915383" sldId="817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2:27:43.098" v="1532" actId="20577"/>
          <ac:graphicFrameMkLst>
            <pc:docMk/>
            <pc:sldMk cId="2082915383" sldId="817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2:27:37.353" v="1530" actId="207"/>
          <ac:graphicFrameMkLst>
            <pc:docMk/>
            <pc:sldMk cId="2082915383" sldId="817"/>
            <ac:graphicFrameMk id="6" creationId="{8DA7B058-BBF2-D364-7C6C-DDDDF6396B2F}"/>
          </ac:graphicFrameMkLst>
        </pc:graphicFrameChg>
      </pc:sldChg>
      <pc:sldChg chg="addSp modSp add mod ord">
        <pc:chgData name="james Lin" userId="99e842fa4348d56b" providerId="LiveId" clId="{2AFF828D-317F-4EAC-959B-98CB324B7BF5}" dt="2023-08-20T13:34:49.600" v="1856" actId="207"/>
        <pc:sldMkLst>
          <pc:docMk/>
          <pc:sldMk cId="1753385725" sldId="818"/>
        </pc:sldMkLst>
        <pc:spChg chg="mod">
          <ac:chgData name="james Lin" userId="99e842fa4348d56b" providerId="LiveId" clId="{2AFF828D-317F-4EAC-959B-98CB324B7BF5}" dt="2023-08-20T12:45:34.543" v="1635"/>
          <ac:spMkLst>
            <pc:docMk/>
            <pc:sldMk cId="1753385725" sldId="818"/>
            <ac:spMk id="2" creationId="{E3E38D71-6670-9334-2EF8-C1FF9C62D24B}"/>
          </ac:spMkLst>
        </pc:spChg>
        <pc:spChg chg="add mod">
          <ac:chgData name="james Lin" userId="99e842fa4348d56b" providerId="LiveId" clId="{2AFF828D-317F-4EAC-959B-98CB324B7BF5}" dt="2023-08-20T13:17:26.189" v="1711" actId="6549"/>
          <ac:spMkLst>
            <pc:docMk/>
            <pc:sldMk cId="1753385725" sldId="818"/>
            <ac:spMk id="4" creationId="{1EA15786-F668-AE1F-CA1F-D8A06F265E1C}"/>
          </ac:spMkLst>
        </pc:spChg>
        <pc:spChg chg="add mod">
          <ac:chgData name="james Lin" userId="99e842fa4348d56b" providerId="LiveId" clId="{2AFF828D-317F-4EAC-959B-98CB324B7BF5}" dt="2023-08-20T13:20:20.959" v="1762" actId="3064"/>
          <ac:spMkLst>
            <pc:docMk/>
            <pc:sldMk cId="1753385725" sldId="818"/>
            <ac:spMk id="7" creationId="{52218EB3-A7BC-A9A1-733A-8EA1857AE128}"/>
          </ac:spMkLst>
        </pc:spChg>
        <pc:graphicFrameChg chg="modGraphic">
          <ac:chgData name="james Lin" userId="99e842fa4348d56b" providerId="LiveId" clId="{2AFF828D-317F-4EAC-959B-98CB324B7BF5}" dt="2023-08-20T13:34:36.222" v="1855" actId="207"/>
          <ac:graphicFrameMkLst>
            <pc:docMk/>
            <pc:sldMk cId="1753385725" sldId="818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34:49.600" v="1856" actId="207"/>
          <ac:graphicFrameMkLst>
            <pc:docMk/>
            <pc:sldMk cId="1753385725" sldId="818"/>
            <ac:graphicFrameMk id="6" creationId="{8DA7B058-BBF2-D364-7C6C-DDDDF6396B2F}"/>
          </ac:graphicFrameMkLst>
        </pc:graphicFrameChg>
      </pc:sldChg>
      <pc:sldChg chg="delSp new mod modClrScheme chgLayout">
        <pc:chgData name="james Lin" userId="99e842fa4348d56b" providerId="LiveId" clId="{2AFF828D-317F-4EAC-959B-98CB324B7BF5}" dt="2023-08-20T12:29:27.341" v="1541" actId="700"/>
        <pc:sldMkLst>
          <pc:docMk/>
          <pc:sldMk cId="1174344395" sldId="819"/>
        </pc:sldMkLst>
        <pc:spChg chg="del">
          <ac:chgData name="james Lin" userId="99e842fa4348d56b" providerId="LiveId" clId="{2AFF828D-317F-4EAC-959B-98CB324B7BF5}" dt="2023-08-20T12:29:27.341" v="1541" actId="700"/>
          <ac:spMkLst>
            <pc:docMk/>
            <pc:sldMk cId="1174344395" sldId="819"/>
            <ac:spMk id="2" creationId="{9382A042-532E-096B-B480-9B6BEB2D77EF}"/>
          </ac:spMkLst>
        </pc:spChg>
      </pc:sldChg>
      <pc:sldChg chg="addSp modSp add mod chgLayout">
        <pc:chgData name="james Lin" userId="99e842fa4348d56b" providerId="LiveId" clId="{2AFF828D-317F-4EAC-959B-98CB324B7BF5}" dt="2023-08-20T13:35:07.921" v="1858" actId="207"/>
        <pc:sldMkLst>
          <pc:docMk/>
          <pc:sldMk cId="3681200769" sldId="820"/>
        </pc:sldMkLst>
        <pc:spChg chg="mod ord">
          <ac:chgData name="james Lin" userId="99e842fa4348d56b" providerId="LiveId" clId="{2AFF828D-317F-4EAC-959B-98CB324B7BF5}" dt="2023-08-20T12:49:27.056" v="1692" actId="700"/>
          <ac:spMkLst>
            <pc:docMk/>
            <pc:sldMk cId="3681200769" sldId="820"/>
            <ac:spMk id="2" creationId="{E3E38D71-6670-9334-2EF8-C1FF9C62D24B}"/>
          </ac:spMkLst>
        </pc:spChg>
        <pc:spChg chg="add mod">
          <ac:chgData name="james Lin" userId="99e842fa4348d56b" providerId="LiveId" clId="{2AFF828D-317F-4EAC-959B-98CB324B7BF5}" dt="2023-08-20T13:17:44.130" v="1712"/>
          <ac:spMkLst>
            <pc:docMk/>
            <pc:sldMk cId="3681200769" sldId="820"/>
            <ac:spMk id="4" creationId="{48193C93-E5AE-487B-A608-A1D28DEF843F}"/>
          </ac:spMkLst>
        </pc:spChg>
        <pc:spChg chg="add mod">
          <ac:chgData name="james Lin" userId="99e842fa4348d56b" providerId="LiveId" clId="{2AFF828D-317F-4EAC-959B-98CB324B7BF5}" dt="2023-08-20T13:20:33.268" v="1763"/>
          <ac:spMkLst>
            <pc:docMk/>
            <pc:sldMk cId="3681200769" sldId="820"/>
            <ac:spMk id="7" creationId="{B806E6A9-40B5-1527-0EF3-1F2C5FE01C76}"/>
          </ac:spMkLst>
        </pc:spChg>
        <pc:graphicFrameChg chg="modGraphic">
          <ac:chgData name="james Lin" userId="99e842fa4348d56b" providerId="LiveId" clId="{2AFF828D-317F-4EAC-959B-98CB324B7BF5}" dt="2023-08-20T13:35:02.214" v="1857" actId="207"/>
          <ac:graphicFrameMkLst>
            <pc:docMk/>
            <pc:sldMk cId="3681200769" sldId="820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2:30:55.661" v="1544" actId="20577"/>
          <ac:graphicFrameMkLst>
            <pc:docMk/>
            <pc:sldMk cId="3681200769" sldId="820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5:07.921" v="1858" actId="207"/>
          <ac:graphicFrameMkLst>
            <pc:docMk/>
            <pc:sldMk cId="3681200769" sldId="820"/>
            <ac:graphicFrameMk id="6" creationId="{8DA7B058-BBF2-D364-7C6C-DDDDF6396B2F}"/>
          </ac:graphicFrameMkLst>
        </pc:graphicFrameChg>
      </pc:sldChg>
      <pc:sldChg chg="addSp modSp add mod chgLayout">
        <pc:chgData name="james Lin" userId="99e842fa4348d56b" providerId="LiveId" clId="{2AFF828D-317F-4EAC-959B-98CB324B7BF5}" dt="2023-08-20T13:35:25.093" v="1860" actId="207"/>
        <pc:sldMkLst>
          <pc:docMk/>
          <pc:sldMk cId="2784518216" sldId="821"/>
        </pc:sldMkLst>
        <pc:spChg chg="mod ord">
          <ac:chgData name="james Lin" userId="99e842fa4348d56b" providerId="LiveId" clId="{2AFF828D-317F-4EAC-959B-98CB324B7BF5}" dt="2023-08-20T12:49:40.268" v="1693" actId="700"/>
          <ac:spMkLst>
            <pc:docMk/>
            <pc:sldMk cId="2784518216" sldId="821"/>
            <ac:spMk id="2" creationId="{E3E38D71-6670-9334-2EF8-C1FF9C62D24B}"/>
          </ac:spMkLst>
        </pc:spChg>
        <pc:spChg chg="add mod">
          <ac:chgData name="james Lin" userId="99e842fa4348d56b" providerId="LiveId" clId="{2AFF828D-317F-4EAC-959B-98CB324B7BF5}" dt="2023-08-20T13:17:47.585" v="1713"/>
          <ac:spMkLst>
            <pc:docMk/>
            <pc:sldMk cId="2784518216" sldId="821"/>
            <ac:spMk id="4" creationId="{C919BC22-FD73-372C-EB63-8C5D93435462}"/>
          </ac:spMkLst>
        </pc:spChg>
        <pc:spChg chg="add mod">
          <ac:chgData name="james Lin" userId="99e842fa4348d56b" providerId="LiveId" clId="{2AFF828D-317F-4EAC-959B-98CB324B7BF5}" dt="2023-08-20T13:20:36.801" v="1764"/>
          <ac:spMkLst>
            <pc:docMk/>
            <pc:sldMk cId="2784518216" sldId="821"/>
            <ac:spMk id="7" creationId="{05ED76B8-3584-530A-4684-B4AB665548B8}"/>
          </ac:spMkLst>
        </pc:spChg>
        <pc:graphicFrameChg chg="modGraphic">
          <ac:chgData name="james Lin" userId="99e842fa4348d56b" providerId="LiveId" clId="{2AFF828D-317F-4EAC-959B-98CB324B7BF5}" dt="2023-08-20T13:35:16.169" v="1859" actId="207"/>
          <ac:graphicFrameMkLst>
            <pc:docMk/>
            <pc:sldMk cId="2784518216" sldId="821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2:31:28.992" v="1551" actId="20577"/>
          <ac:graphicFrameMkLst>
            <pc:docMk/>
            <pc:sldMk cId="2784518216" sldId="821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5:25.093" v="1860" actId="207"/>
          <ac:graphicFrameMkLst>
            <pc:docMk/>
            <pc:sldMk cId="2784518216" sldId="821"/>
            <ac:graphicFrameMk id="6" creationId="{8DA7B058-BBF2-D364-7C6C-DDDDF6396B2F}"/>
          </ac:graphicFrameMkLst>
        </pc:graphicFrameChg>
      </pc:sldChg>
      <pc:sldChg chg="addSp modSp add mod chgLayout">
        <pc:chgData name="james Lin" userId="99e842fa4348d56b" providerId="LiveId" clId="{2AFF828D-317F-4EAC-959B-98CB324B7BF5}" dt="2023-08-20T13:35:35.893" v="1862" actId="207"/>
        <pc:sldMkLst>
          <pc:docMk/>
          <pc:sldMk cId="89161972" sldId="822"/>
        </pc:sldMkLst>
        <pc:spChg chg="mod ord">
          <ac:chgData name="james Lin" userId="99e842fa4348d56b" providerId="LiveId" clId="{2AFF828D-317F-4EAC-959B-98CB324B7BF5}" dt="2023-08-20T12:49:50.024" v="1694" actId="700"/>
          <ac:spMkLst>
            <pc:docMk/>
            <pc:sldMk cId="89161972" sldId="822"/>
            <ac:spMk id="2" creationId="{E3E38D71-6670-9334-2EF8-C1FF9C62D24B}"/>
          </ac:spMkLst>
        </pc:spChg>
        <pc:spChg chg="add mod">
          <ac:chgData name="james Lin" userId="99e842fa4348d56b" providerId="LiveId" clId="{2AFF828D-317F-4EAC-959B-98CB324B7BF5}" dt="2023-08-20T13:17:50.992" v="1714"/>
          <ac:spMkLst>
            <pc:docMk/>
            <pc:sldMk cId="89161972" sldId="822"/>
            <ac:spMk id="4" creationId="{4B60B61E-EBA7-84EE-57BB-D30EFD628E26}"/>
          </ac:spMkLst>
        </pc:spChg>
        <pc:spChg chg="add mod">
          <ac:chgData name="james Lin" userId="99e842fa4348d56b" providerId="LiveId" clId="{2AFF828D-317F-4EAC-959B-98CB324B7BF5}" dt="2023-08-20T13:20:40.640" v="1765"/>
          <ac:spMkLst>
            <pc:docMk/>
            <pc:sldMk cId="89161972" sldId="822"/>
            <ac:spMk id="7" creationId="{83CD42B2-0FED-A9CC-3C60-888BDF2F708C}"/>
          </ac:spMkLst>
        </pc:spChg>
        <pc:graphicFrameChg chg="modGraphic">
          <ac:chgData name="james Lin" userId="99e842fa4348d56b" providerId="LiveId" clId="{2AFF828D-317F-4EAC-959B-98CB324B7BF5}" dt="2023-08-20T13:35:31.553" v="1861" actId="207"/>
          <ac:graphicFrameMkLst>
            <pc:docMk/>
            <pc:sldMk cId="89161972" sldId="822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2:32:16.895" v="1556" actId="20577"/>
          <ac:graphicFrameMkLst>
            <pc:docMk/>
            <pc:sldMk cId="89161972" sldId="822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5:35.893" v="1862" actId="207"/>
          <ac:graphicFrameMkLst>
            <pc:docMk/>
            <pc:sldMk cId="89161972" sldId="822"/>
            <ac:graphicFrameMk id="6" creationId="{8DA7B058-BBF2-D364-7C6C-DDDDF6396B2F}"/>
          </ac:graphicFrameMkLst>
        </pc:graphicFrameChg>
      </pc:sldChg>
      <pc:sldChg chg="addSp modSp add mod chgLayout">
        <pc:chgData name="james Lin" userId="99e842fa4348d56b" providerId="LiveId" clId="{2AFF828D-317F-4EAC-959B-98CB324B7BF5}" dt="2023-08-20T13:35:49.519" v="1864" actId="207"/>
        <pc:sldMkLst>
          <pc:docMk/>
          <pc:sldMk cId="3381573423" sldId="823"/>
        </pc:sldMkLst>
        <pc:spChg chg="mod ord">
          <ac:chgData name="james Lin" userId="99e842fa4348d56b" providerId="LiveId" clId="{2AFF828D-317F-4EAC-959B-98CB324B7BF5}" dt="2023-08-20T12:49:54.220" v="1695" actId="700"/>
          <ac:spMkLst>
            <pc:docMk/>
            <pc:sldMk cId="3381573423" sldId="823"/>
            <ac:spMk id="2" creationId="{E3E38D71-6670-9334-2EF8-C1FF9C62D24B}"/>
          </ac:spMkLst>
        </pc:spChg>
        <pc:spChg chg="add mod">
          <ac:chgData name="james Lin" userId="99e842fa4348d56b" providerId="LiveId" clId="{2AFF828D-317F-4EAC-959B-98CB324B7BF5}" dt="2023-08-20T13:17:54.534" v="1715"/>
          <ac:spMkLst>
            <pc:docMk/>
            <pc:sldMk cId="3381573423" sldId="823"/>
            <ac:spMk id="4" creationId="{CA694098-9282-1E8F-2AB1-1F24CA6D9400}"/>
          </ac:spMkLst>
        </pc:spChg>
        <pc:spChg chg="add mod">
          <ac:chgData name="james Lin" userId="99e842fa4348d56b" providerId="LiveId" clId="{2AFF828D-317F-4EAC-959B-98CB324B7BF5}" dt="2023-08-20T13:20:45.011" v="1766"/>
          <ac:spMkLst>
            <pc:docMk/>
            <pc:sldMk cId="3381573423" sldId="823"/>
            <ac:spMk id="7" creationId="{8EBB8B3C-2FE3-99B7-6A87-F920A0F8F399}"/>
          </ac:spMkLst>
        </pc:spChg>
        <pc:graphicFrameChg chg="modGraphic">
          <ac:chgData name="james Lin" userId="99e842fa4348d56b" providerId="LiveId" clId="{2AFF828D-317F-4EAC-959B-98CB324B7BF5}" dt="2023-08-20T13:35:45.628" v="1863" actId="207"/>
          <ac:graphicFrameMkLst>
            <pc:docMk/>
            <pc:sldMk cId="3381573423" sldId="823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2:32:44.392" v="1561" actId="20577"/>
          <ac:graphicFrameMkLst>
            <pc:docMk/>
            <pc:sldMk cId="3381573423" sldId="823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5:49.519" v="1864" actId="207"/>
          <ac:graphicFrameMkLst>
            <pc:docMk/>
            <pc:sldMk cId="3381573423" sldId="823"/>
            <ac:graphicFrameMk id="6" creationId="{8DA7B058-BBF2-D364-7C6C-DDDDF6396B2F}"/>
          </ac:graphicFrameMkLst>
        </pc:graphicFrameChg>
      </pc:sldChg>
      <pc:sldChg chg="addSp modSp add mod chgLayout">
        <pc:chgData name="james Lin" userId="99e842fa4348d56b" providerId="LiveId" clId="{2AFF828D-317F-4EAC-959B-98CB324B7BF5}" dt="2023-08-20T13:36:10.998" v="1866" actId="207"/>
        <pc:sldMkLst>
          <pc:docMk/>
          <pc:sldMk cId="2090034767" sldId="824"/>
        </pc:sldMkLst>
        <pc:spChg chg="mod ord">
          <ac:chgData name="james Lin" userId="99e842fa4348d56b" providerId="LiveId" clId="{2AFF828D-317F-4EAC-959B-98CB324B7BF5}" dt="2023-08-20T12:49:59.317" v="1696" actId="700"/>
          <ac:spMkLst>
            <pc:docMk/>
            <pc:sldMk cId="2090034767" sldId="824"/>
            <ac:spMk id="2" creationId="{E3E38D71-6670-9334-2EF8-C1FF9C62D24B}"/>
          </ac:spMkLst>
        </pc:spChg>
        <pc:spChg chg="add mod">
          <ac:chgData name="james Lin" userId="99e842fa4348d56b" providerId="LiveId" clId="{2AFF828D-317F-4EAC-959B-98CB324B7BF5}" dt="2023-08-20T13:17:58.921" v="1716"/>
          <ac:spMkLst>
            <pc:docMk/>
            <pc:sldMk cId="2090034767" sldId="824"/>
            <ac:spMk id="4" creationId="{1591F9B9-65E1-1425-9941-894713F3EB12}"/>
          </ac:spMkLst>
        </pc:spChg>
        <pc:spChg chg="add mod">
          <ac:chgData name="james Lin" userId="99e842fa4348d56b" providerId="LiveId" clId="{2AFF828D-317F-4EAC-959B-98CB324B7BF5}" dt="2023-08-20T13:20:48.684" v="1767"/>
          <ac:spMkLst>
            <pc:docMk/>
            <pc:sldMk cId="2090034767" sldId="824"/>
            <ac:spMk id="7" creationId="{94AD1DB5-CDF0-13D3-3974-1C8AD731C44F}"/>
          </ac:spMkLst>
        </pc:spChg>
        <pc:graphicFrameChg chg="modGraphic">
          <ac:chgData name="james Lin" userId="99e842fa4348d56b" providerId="LiveId" clId="{2AFF828D-317F-4EAC-959B-98CB324B7BF5}" dt="2023-08-20T13:36:08.217" v="1865" actId="207"/>
          <ac:graphicFrameMkLst>
            <pc:docMk/>
            <pc:sldMk cId="2090034767" sldId="824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2:33:05.010" v="1566" actId="20577"/>
          <ac:graphicFrameMkLst>
            <pc:docMk/>
            <pc:sldMk cId="2090034767" sldId="824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6:10.998" v="1866" actId="207"/>
          <ac:graphicFrameMkLst>
            <pc:docMk/>
            <pc:sldMk cId="2090034767" sldId="824"/>
            <ac:graphicFrameMk id="6" creationId="{8DA7B058-BBF2-D364-7C6C-DDDDF6396B2F}"/>
          </ac:graphicFrameMkLst>
        </pc:graphicFrameChg>
      </pc:sldChg>
      <pc:sldChg chg="addSp modSp add mod chgLayout">
        <pc:chgData name="james Lin" userId="99e842fa4348d56b" providerId="LiveId" clId="{2AFF828D-317F-4EAC-959B-98CB324B7BF5}" dt="2023-08-20T13:36:18.378" v="1867" actId="207"/>
        <pc:sldMkLst>
          <pc:docMk/>
          <pc:sldMk cId="2470002059" sldId="825"/>
        </pc:sldMkLst>
        <pc:spChg chg="mod ord">
          <ac:chgData name="james Lin" userId="99e842fa4348d56b" providerId="LiveId" clId="{2AFF828D-317F-4EAC-959B-98CB324B7BF5}" dt="2023-08-20T12:50:03.155" v="1697" actId="700"/>
          <ac:spMkLst>
            <pc:docMk/>
            <pc:sldMk cId="2470002059" sldId="825"/>
            <ac:spMk id="2" creationId="{E3E38D71-6670-9334-2EF8-C1FF9C62D24B}"/>
          </ac:spMkLst>
        </pc:spChg>
        <pc:spChg chg="add mod">
          <ac:chgData name="james Lin" userId="99e842fa4348d56b" providerId="LiveId" clId="{2AFF828D-317F-4EAC-959B-98CB324B7BF5}" dt="2023-08-20T13:17:19.374" v="1710" actId="207"/>
          <ac:spMkLst>
            <pc:docMk/>
            <pc:sldMk cId="2470002059" sldId="825"/>
            <ac:spMk id="4" creationId="{3B70AF5A-618F-A304-EE20-4BC76549EABA}"/>
          </ac:spMkLst>
        </pc:spChg>
        <pc:spChg chg="add mod">
          <ac:chgData name="james Lin" userId="99e842fa4348d56b" providerId="LiveId" clId="{2AFF828D-317F-4EAC-959B-98CB324B7BF5}" dt="2023-08-20T13:20:52.717" v="1768"/>
          <ac:spMkLst>
            <pc:docMk/>
            <pc:sldMk cId="2470002059" sldId="825"/>
            <ac:spMk id="7" creationId="{C47006E8-9C19-7DC2-D3B5-F6A4C6785527}"/>
          </ac:spMkLst>
        </pc:spChg>
        <pc:graphicFrameChg chg="modGraphic">
          <ac:chgData name="james Lin" userId="99e842fa4348d56b" providerId="LiveId" clId="{2AFF828D-317F-4EAC-959B-98CB324B7BF5}" dt="2023-08-20T13:36:18.378" v="1867" actId="207"/>
          <ac:graphicFrameMkLst>
            <pc:docMk/>
            <pc:sldMk cId="2470002059" sldId="825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2:35:52.012" v="1575" actId="20577"/>
          <ac:graphicFrameMkLst>
            <pc:docMk/>
            <pc:sldMk cId="2470002059" sldId="825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2:33:15.132" v="1569" actId="207"/>
          <ac:graphicFrameMkLst>
            <pc:docMk/>
            <pc:sldMk cId="2470002059" sldId="825"/>
            <ac:graphicFrameMk id="6" creationId="{8DA7B058-BBF2-D364-7C6C-DDDDF6396B2F}"/>
          </ac:graphicFrameMkLst>
        </pc:graphicFrameChg>
      </pc:sldChg>
      <pc:sldChg chg="addSp modSp add mod">
        <pc:chgData name="james Lin" userId="99e842fa4348d56b" providerId="LiveId" clId="{2AFF828D-317F-4EAC-959B-98CB324B7BF5}" dt="2023-08-20T13:36:45.871" v="1868" actId="207"/>
        <pc:sldMkLst>
          <pc:docMk/>
          <pc:sldMk cId="2716962805" sldId="826"/>
        </pc:sldMkLst>
        <pc:spChg chg="add mod">
          <ac:chgData name="james Lin" userId="99e842fa4348d56b" providerId="LiveId" clId="{2AFF828D-317F-4EAC-959B-98CB324B7BF5}" dt="2023-08-20T13:16:32.711" v="1706" actId="207"/>
          <ac:spMkLst>
            <pc:docMk/>
            <pc:sldMk cId="2716962805" sldId="826"/>
            <ac:spMk id="4" creationId="{3CA56021-0788-0FAB-EC53-99C1A5C7AE91}"/>
          </ac:spMkLst>
        </pc:spChg>
        <pc:spChg chg="add mod">
          <ac:chgData name="james Lin" userId="99e842fa4348d56b" providerId="LiveId" clId="{2AFF828D-317F-4EAC-959B-98CB324B7BF5}" dt="2023-08-20T13:20:56.380" v="1769"/>
          <ac:spMkLst>
            <pc:docMk/>
            <pc:sldMk cId="2716962805" sldId="826"/>
            <ac:spMk id="7" creationId="{3A9DDD49-7687-AC66-B85F-7F9624CB9316}"/>
          </ac:spMkLst>
        </pc:spChg>
        <pc:graphicFrameChg chg="modGraphic">
          <ac:chgData name="james Lin" userId="99e842fa4348d56b" providerId="LiveId" clId="{2AFF828D-317F-4EAC-959B-98CB324B7BF5}" dt="2023-08-20T13:36:45.871" v="1868" actId="207"/>
          <ac:graphicFrameMkLst>
            <pc:docMk/>
            <pc:sldMk cId="2716962805" sldId="826"/>
            <ac:graphicFrameMk id="3" creationId="{55FCD40F-F901-AB6E-D400-B738A2280375}"/>
          </ac:graphicFrameMkLst>
        </pc:graphicFrameChg>
      </pc:sldChg>
      <pc:sldChg chg="modSp add mod">
        <pc:chgData name="james Lin" userId="99e842fa4348d56b" providerId="LiveId" clId="{2AFF828D-317F-4EAC-959B-98CB324B7BF5}" dt="2023-08-20T13:36:54.468" v="1870" actId="207"/>
        <pc:sldMkLst>
          <pc:docMk/>
          <pc:sldMk cId="2337969398" sldId="827"/>
        </pc:sldMkLst>
        <pc:graphicFrameChg chg="modGraphic">
          <ac:chgData name="james Lin" userId="99e842fa4348d56b" providerId="LiveId" clId="{2AFF828D-317F-4EAC-959B-98CB324B7BF5}" dt="2023-08-20T13:36:51.129" v="1869" actId="207"/>
          <ac:graphicFrameMkLst>
            <pc:docMk/>
            <pc:sldMk cId="2337969398" sldId="827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23:29.640" v="1773" actId="20577"/>
          <ac:graphicFrameMkLst>
            <pc:docMk/>
            <pc:sldMk cId="2337969398" sldId="827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0T13:36:54.468" v="1870" actId="207"/>
          <ac:graphicFrameMkLst>
            <pc:docMk/>
            <pc:sldMk cId="2337969398" sldId="827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7:28.814" v="1872" actId="207"/>
        <pc:sldMkLst>
          <pc:docMk/>
          <pc:sldMk cId="2663746431" sldId="828"/>
        </pc:sldMkLst>
        <pc:graphicFrameChg chg="modGraphic">
          <ac:chgData name="james Lin" userId="99e842fa4348d56b" providerId="LiveId" clId="{2AFF828D-317F-4EAC-959B-98CB324B7BF5}" dt="2023-08-20T13:37:25.237" v="1871" actId="207"/>
          <ac:graphicFrameMkLst>
            <pc:docMk/>
            <pc:sldMk cId="2663746431" sldId="828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25:29.279" v="1778" actId="20577"/>
          <ac:graphicFrameMkLst>
            <pc:docMk/>
            <pc:sldMk cId="2663746431" sldId="828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7:28.814" v="1872" actId="207"/>
          <ac:graphicFrameMkLst>
            <pc:docMk/>
            <pc:sldMk cId="2663746431" sldId="828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7:38.068" v="1874" actId="207"/>
        <pc:sldMkLst>
          <pc:docMk/>
          <pc:sldMk cId="2685890669" sldId="829"/>
        </pc:sldMkLst>
        <pc:graphicFrameChg chg="modGraphic">
          <ac:chgData name="james Lin" userId="99e842fa4348d56b" providerId="LiveId" clId="{2AFF828D-317F-4EAC-959B-98CB324B7BF5}" dt="2023-08-20T13:37:35.227" v="1873" actId="207"/>
          <ac:graphicFrameMkLst>
            <pc:docMk/>
            <pc:sldMk cId="2685890669" sldId="829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26:19.697" v="1785" actId="20577"/>
          <ac:graphicFrameMkLst>
            <pc:docMk/>
            <pc:sldMk cId="2685890669" sldId="829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7:38.068" v="1874" actId="207"/>
          <ac:graphicFrameMkLst>
            <pc:docMk/>
            <pc:sldMk cId="2685890669" sldId="829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7:44.080" v="1875" actId="207"/>
        <pc:sldMkLst>
          <pc:docMk/>
          <pc:sldMk cId="2419735776" sldId="830"/>
        </pc:sldMkLst>
        <pc:graphicFrameChg chg="modGraphic">
          <ac:chgData name="james Lin" userId="99e842fa4348d56b" providerId="LiveId" clId="{2AFF828D-317F-4EAC-959B-98CB324B7BF5}" dt="2023-08-20T13:37:44.080" v="1875" actId="207"/>
          <ac:graphicFrameMkLst>
            <pc:docMk/>
            <pc:sldMk cId="2419735776" sldId="830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26:38.481" v="1790" actId="20577"/>
          <ac:graphicFrameMkLst>
            <pc:docMk/>
            <pc:sldMk cId="2419735776" sldId="830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26:31.888" v="1788" actId="207"/>
          <ac:graphicFrameMkLst>
            <pc:docMk/>
            <pc:sldMk cId="2419735776" sldId="830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7:49.519" v="1876" actId="207"/>
        <pc:sldMkLst>
          <pc:docMk/>
          <pc:sldMk cId="2967222434" sldId="831"/>
        </pc:sldMkLst>
        <pc:spChg chg="mod">
          <ac:chgData name="james Lin" userId="99e842fa4348d56b" providerId="LiveId" clId="{2AFF828D-317F-4EAC-959B-98CB324B7BF5}" dt="2023-08-20T13:27:29.407" v="1795" actId="20577"/>
          <ac:spMkLst>
            <pc:docMk/>
            <pc:sldMk cId="2967222434" sldId="831"/>
            <ac:spMk id="4" creationId="{3CA56021-0788-0FAB-EC53-99C1A5C7AE91}"/>
          </ac:spMkLst>
        </pc:spChg>
        <pc:graphicFrameChg chg="modGraphic">
          <ac:chgData name="james Lin" userId="99e842fa4348d56b" providerId="LiveId" clId="{2AFF828D-317F-4EAC-959B-98CB324B7BF5}" dt="2023-08-20T13:37:49.519" v="1876" actId="207"/>
          <ac:graphicFrameMkLst>
            <pc:docMk/>
            <pc:sldMk cId="2967222434" sldId="831"/>
            <ac:graphicFrameMk id="3" creationId="{55FCD40F-F901-AB6E-D400-B738A2280375}"/>
          </ac:graphicFrameMkLst>
        </pc:graphicFrameChg>
      </pc:sldChg>
      <pc:sldChg chg="modSp add mod">
        <pc:chgData name="james Lin" userId="99e842fa4348d56b" providerId="LiveId" clId="{2AFF828D-317F-4EAC-959B-98CB324B7BF5}" dt="2023-08-20T13:37:59.008" v="1879" actId="207"/>
        <pc:sldMkLst>
          <pc:docMk/>
          <pc:sldMk cId="3057603999" sldId="832"/>
        </pc:sldMkLst>
        <pc:graphicFrameChg chg="modGraphic">
          <ac:chgData name="james Lin" userId="99e842fa4348d56b" providerId="LiveId" clId="{2AFF828D-317F-4EAC-959B-98CB324B7BF5}" dt="2023-08-20T13:37:54.597" v="1877" actId="207"/>
          <ac:graphicFrameMkLst>
            <pc:docMk/>
            <pc:sldMk cId="3057603999" sldId="832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27:50.278" v="1797" actId="20577"/>
          <ac:graphicFrameMkLst>
            <pc:docMk/>
            <pc:sldMk cId="3057603999" sldId="832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0T13:37:59.008" v="1879" actId="207"/>
          <ac:graphicFrameMkLst>
            <pc:docMk/>
            <pc:sldMk cId="3057603999" sldId="832"/>
            <ac:graphicFrameMk id="6" creationId="{8DA7B058-BBF2-D364-7C6C-DDDDF6396B2F}"/>
          </ac:graphicFrameMkLst>
        </pc:graphicFrameChg>
      </pc:sldChg>
      <pc:sldChg chg="add del">
        <pc:chgData name="james Lin" userId="99e842fa4348d56b" providerId="LiveId" clId="{2AFF828D-317F-4EAC-959B-98CB324B7BF5}" dt="2023-08-20T13:28:15.769" v="1800" actId="2890"/>
        <pc:sldMkLst>
          <pc:docMk/>
          <pc:sldMk cId="281066944" sldId="833"/>
        </pc:sldMkLst>
      </pc:sldChg>
      <pc:sldChg chg="modSp add mod">
        <pc:chgData name="james Lin" userId="99e842fa4348d56b" providerId="LiveId" clId="{2AFF828D-317F-4EAC-959B-98CB324B7BF5}" dt="2023-08-20T13:38:07.584" v="1881" actId="207"/>
        <pc:sldMkLst>
          <pc:docMk/>
          <pc:sldMk cId="2745962873" sldId="833"/>
        </pc:sldMkLst>
        <pc:graphicFrameChg chg="modGraphic">
          <ac:chgData name="james Lin" userId="99e842fa4348d56b" providerId="LiveId" clId="{2AFF828D-317F-4EAC-959B-98CB324B7BF5}" dt="2023-08-20T13:38:04.321" v="1880" actId="207"/>
          <ac:graphicFrameMkLst>
            <pc:docMk/>
            <pc:sldMk cId="2745962873" sldId="833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29:07.774" v="1805" actId="20577"/>
          <ac:graphicFrameMkLst>
            <pc:docMk/>
            <pc:sldMk cId="2745962873" sldId="833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8:07.584" v="1881" actId="207"/>
          <ac:graphicFrameMkLst>
            <pc:docMk/>
            <pc:sldMk cId="2745962873" sldId="833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8:18.282" v="1883" actId="207"/>
        <pc:sldMkLst>
          <pc:docMk/>
          <pc:sldMk cId="2926637910" sldId="834"/>
        </pc:sldMkLst>
        <pc:graphicFrameChg chg="modGraphic">
          <ac:chgData name="james Lin" userId="99e842fa4348d56b" providerId="LiveId" clId="{2AFF828D-317F-4EAC-959B-98CB324B7BF5}" dt="2023-08-20T13:38:18.282" v="1883" actId="207"/>
          <ac:graphicFrameMkLst>
            <pc:docMk/>
            <pc:sldMk cId="2926637910" sldId="834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29:46.088" v="1811" actId="20577"/>
          <ac:graphicFrameMkLst>
            <pc:docMk/>
            <pc:sldMk cId="2926637910" sldId="834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8:13.968" v="1882" actId="207"/>
          <ac:graphicFrameMkLst>
            <pc:docMk/>
            <pc:sldMk cId="2926637910" sldId="834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8:25.312" v="1884" actId="207"/>
        <pc:sldMkLst>
          <pc:docMk/>
          <pc:sldMk cId="2662182240" sldId="835"/>
        </pc:sldMkLst>
        <pc:graphicFrameChg chg="modGraphic">
          <ac:chgData name="james Lin" userId="99e842fa4348d56b" providerId="LiveId" clId="{2AFF828D-317F-4EAC-959B-98CB324B7BF5}" dt="2023-08-20T13:38:25.312" v="1884" actId="207"/>
          <ac:graphicFrameMkLst>
            <pc:docMk/>
            <pc:sldMk cId="2662182240" sldId="835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30:08.368" v="1817" actId="20577"/>
          <ac:graphicFrameMkLst>
            <pc:docMk/>
            <pc:sldMk cId="2662182240" sldId="835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0:17.073" v="1819" actId="207"/>
          <ac:graphicFrameMkLst>
            <pc:docMk/>
            <pc:sldMk cId="2662182240" sldId="835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8:31.131" v="1885" actId="207"/>
        <pc:sldMkLst>
          <pc:docMk/>
          <pc:sldMk cId="2619662167" sldId="836"/>
        </pc:sldMkLst>
        <pc:spChg chg="mod">
          <ac:chgData name="james Lin" userId="99e842fa4348d56b" providerId="LiveId" clId="{2AFF828D-317F-4EAC-959B-98CB324B7BF5}" dt="2023-08-20T13:31:00.651" v="1824" actId="20577"/>
          <ac:spMkLst>
            <pc:docMk/>
            <pc:sldMk cId="2619662167" sldId="836"/>
            <ac:spMk id="4" creationId="{3CA56021-0788-0FAB-EC53-99C1A5C7AE91}"/>
          </ac:spMkLst>
        </pc:spChg>
        <pc:graphicFrameChg chg="modGraphic">
          <ac:chgData name="james Lin" userId="99e842fa4348d56b" providerId="LiveId" clId="{2AFF828D-317F-4EAC-959B-98CB324B7BF5}" dt="2023-08-20T13:38:31.131" v="1885" actId="207"/>
          <ac:graphicFrameMkLst>
            <pc:docMk/>
            <pc:sldMk cId="2619662167" sldId="836"/>
            <ac:graphicFrameMk id="3" creationId="{55FCD40F-F901-AB6E-D400-B738A2280375}"/>
          </ac:graphicFrameMkLst>
        </pc:graphicFrameChg>
      </pc:sldChg>
      <pc:sldChg chg="modSp add mod">
        <pc:chgData name="james Lin" userId="99e842fa4348d56b" providerId="LiveId" clId="{2AFF828D-317F-4EAC-959B-98CB324B7BF5}" dt="2023-08-20T13:38:41.155" v="1887" actId="207"/>
        <pc:sldMkLst>
          <pc:docMk/>
          <pc:sldMk cId="243361265" sldId="837"/>
        </pc:sldMkLst>
        <pc:graphicFrameChg chg="modGraphic">
          <ac:chgData name="james Lin" userId="99e842fa4348d56b" providerId="LiveId" clId="{2AFF828D-317F-4EAC-959B-98CB324B7BF5}" dt="2023-08-20T13:38:37.558" v="1886" actId="207"/>
          <ac:graphicFrameMkLst>
            <pc:docMk/>
            <pc:sldMk cId="243361265" sldId="837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31:16.988" v="1826" actId="20577"/>
          <ac:graphicFrameMkLst>
            <pc:docMk/>
            <pc:sldMk cId="243361265" sldId="837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0T13:38:41.155" v="1887" actId="207"/>
          <ac:graphicFrameMkLst>
            <pc:docMk/>
            <pc:sldMk cId="243361265" sldId="837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8:51.923" v="1889" actId="207"/>
        <pc:sldMkLst>
          <pc:docMk/>
          <pc:sldMk cId="1691592468" sldId="838"/>
        </pc:sldMkLst>
        <pc:graphicFrameChg chg="modGraphic">
          <ac:chgData name="james Lin" userId="99e842fa4348d56b" providerId="LiveId" clId="{2AFF828D-317F-4EAC-959B-98CB324B7BF5}" dt="2023-08-20T13:38:51.923" v="1889" actId="207"/>
          <ac:graphicFrameMkLst>
            <pc:docMk/>
            <pc:sldMk cId="1691592468" sldId="838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31:49.575" v="1832" actId="20577"/>
          <ac:graphicFrameMkLst>
            <pc:docMk/>
            <pc:sldMk cId="1691592468" sldId="838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8:47.702" v="1888" actId="207"/>
          <ac:graphicFrameMkLst>
            <pc:docMk/>
            <pc:sldMk cId="1691592468" sldId="838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9:02.244" v="1891" actId="207"/>
        <pc:sldMkLst>
          <pc:docMk/>
          <pc:sldMk cId="4072331376" sldId="839"/>
        </pc:sldMkLst>
        <pc:graphicFrameChg chg="modGraphic">
          <ac:chgData name="james Lin" userId="99e842fa4348d56b" providerId="LiveId" clId="{2AFF828D-317F-4EAC-959B-98CB324B7BF5}" dt="2023-08-20T13:39:02.244" v="1891" actId="207"/>
          <ac:graphicFrameMkLst>
            <pc:docMk/>
            <pc:sldMk cId="4072331376" sldId="839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32:15.771" v="1838" actId="20577"/>
          <ac:graphicFrameMkLst>
            <pc:docMk/>
            <pc:sldMk cId="4072331376" sldId="839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8:58.321" v="1890" actId="207"/>
          <ac:graphicFrameMkLst>
            <pc:docMk/>
            <pc:sldMk cId="4072331376" sldId="839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2:43.764" v="1846" actId="207"/>
        <pc:sldMkLst>
          <pc:docMk/>
          <pc:sldMk cId="3045689694" sldId="840"/>
        </pc:sldMkLst>
        <pc:graphicFrameChg chg="modGraphic">
          <ac:chgData name="james Lin" userId="99e842fa4348d56b" providerId="LiveId" clId="{2AFF828D-317F-4EAC-959B-98CB324B7BF5}" dt="2023-08-20T13:32:40.531" v="1845" actId="207"/>
          <ac:graphicFrameMkLst>
            <pc:docMk/>
            <pc:sldMk cId="3045689694" sldId="840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0T13:32:36.793" v="1844" actId="20577"/>
          <ac:graphicFrameMkLst>
            <pc:docMk/>
            <pc:sldMk cId="3045689694" sldId="840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0T13:32:43.764" v="1846" actId="207"/>
          <ac:graphicFrameMkLst>
            <pc:docMk/>
            <pc:sldMk cId="3045689694" sldId="840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0T13:33:18.962" v="1850" actId="20577"/>
        <pc:sldMkLst>
          <pc:docMk/>
          <pc:sldMk cId="2593412473" sldId="841"/>
        </pc:sldMkLst>
        <pc:spChg chg="mod">
          <ac:chgData name="james Lin" userId="99e842fa4348d56b" providerId="LiveId" clId="{2AFF828D-317F-4EAC-959B-98CB324B7BF5}" dt="2023-08-20T13:33:18.962" v="1850" actId="20577"/>
          <ac:spMkLst>
            <pc:docMk/>
            <pc:sldMk cId="2593412473" sldId="841"/>
            <ac:spMk id="4" creationId="{3CA56021-0788-0FAB-EC53-99C1A5C7AE91}"/>
          </ac:spMkLst>
        </pc:spChg>
      </pc:sldChg>
      <pc:sldChg chg="modSp add mod">
        <pc:chgData name="james Lin" userId="99e842fa4348d56b" providerId="LiveId" clId="{2AFF828D-317F-4EAC-959B-98CB324B7BF5}" dt="2023-08-21T03:06:21.554" v="1892" actId="207"/>
        <pc:sldMkLst>
          <pc:docMk/>
          <pc:sldMk cId="1774071085" sldId="842"/>
        </pc:sldMkLst>
        <pc:graphicFrameChg chg="modGraphic">
          <ac:chgData name="james Lin" userId="99e842fa4348d56b" providerId="LiveId" clId="{2AFF828D-317F-4EAC-959B-98CB324B7BF5}" dt="2023-08-20T13:33:34.855" v="1852" actId="20577"/>
          <ac:graphicFrameMkLst>
            <pc:docMk/>
            <pc:sldMk cId="1774071085" sldId="842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1T03:06:21.554" v="1892" actId="207"/>
          <ac:graphicFrameMkLst>
            <pc:docMk/>
            <pc:sldMk cId="1774071085" sldId="842"/>
            <ac:graphicFrameMk id="6" creationId="{8DA7B058-BBF2-D364-7C6C-DDDDF6396B2F}"/>
          </ac:graphicFrameMkLst>
        </pc:graphicFrameChg>
      </pc:sldChg>
      <pc:sldChg chg="new">
        <pc:chgData name="james Lin" userId="99e842fa4348d56b" providerId="LiveId" clId="{2AFF828D-317F-4EAC-959B-98CB324B7BF5}" dt="2023-08-21T03:07:06.604" v="1893" actId="680"/>
        <pc:sldMkLst>
          <pc:docMk/>
          <pc:sldMk cId="2997085987" sldId="843"/>
        </pc:sldMkLst>
      </pc:sldChg>
      <pc:sldChg chg="modSp add mod">
        <pc:chgData name="james Lin" userId="99e842fa4348d56b" providerId="LiveId" clId="{2AFF828D-317F-4EAC-959B-98CB324B7BF5}" dt="2023-08-21T03:47:29.042" v="2151" actId="207"/>
        <pc:sldMkLst>
          <pc:docMk/>
          <pc:sldMk cId="2745005997" sldId="844"/>
        </pc:sldMkLst>
        <pc:graphicFrameChg chg="mod modGraphic">
          <ac:chgData name="james Lin" userId="99e842fa4348d56b" providerId="LiveId" clId="{2AFF828D-317F-4EAC-959B-98CB324B7BF5}" dt="2023-08-21T03:47:29.042" v="2151" actId="207"/>
          <ac:graphicFrameMkLst>
            <pc:docMk/>
            <pc:sldMk cId="2745005997" sldId="844"/>
            <ac:graphicFrameMk id="3" creationId="{55FCD40F-F901-AB6E-D400-B738A2280375}"/>
          </ac:graphicFrameMkLst>
        </pc:graphicFrameChg>
        <pc:graphicFrameChg chg="mod modGraphic">
          <ac:chgData name="james Lin" userId="99e842fa4348d56b" providerId="LiveId" clId="{2AFF828D-317F-4EAC-959B-98CB324B7BF5}" dt="2023-08-21T03:47:25.242" v="2150" actId="207"/>
          <ac:graphicFrameMkLst>
            <pc:docMk/>
            <pc:sldMk cId="2745005997" sldId="844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7:19.205" v="2149" actId="207"/>
        <pc:sldMkLst>
          <pc:docMk/>
          <pc:sldMk cId="1969468008" sldId="845"/>
        </pc:sldMkLst>
        <pc:graphicFrameChg chg="modGraphic">
          <ac:chgData name="james Lin" userId="99e842fa4348d56b" providerId="LiveId" clId="{2AFF828D-317F-4EAC-959B-98CB324B7BF5}" dt="2023-08-21T03:47:19.205" v="2149" actId="207"/>
          <ac:graphicFrameMkLst>
            <pc:docMk/>
            <pc:sldMk cId="1969468008" sldId="845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0:15.049" v="1980" actId="20577"/>
          <ac:graphicFrameMkLst>
            <pc:docMk/>
            <pc:sldMk cId="1969468008" sldId="845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7:15.629" v="2148" actId="207"/>
          <ac:graphicFrameMkLst>
            <pc:docMk/>
            <pc:sldMk cId="1969468008" sldId="845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7:10.424" v="2147" actId="207"/>
        <pc:sldMkLst>
          <pc:docMk/>
          <pc:sldMk cId="3076500697" sldId="846"/>
        </pc:sldMkLst>
        <pc:graphicFrameChg chg="modGraphic">
          <ac:chgData name="james Lin" userId="99e842fa4348d56b" providerId="LiveId" clId="{2AFF828D-317F-4EAC-959B-98CB324B7BF5}" dt="2023-08-21T03:47:10.424" v="2147" actId="207"/>
          <ac:graphicFrameMkLst>
            <pc:docMk/>
            <pc:sldMk cId="3076500697" sldId="846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0:43.339" v="1983" actId="20577"/>
          <ac:graphicFrameMkLst>
            <pc:docMk/>
            <pc:sldMk cId="3076500697" sldId="846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7:06.837" v="2146" actId="207"/>
          <ac:graphicFrameMkLst>
            <pc:docMk/>
            <pc:sldMk cId="3076500697" sldId="846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7:01.012" v="2145" actId="207"/>
        <pc:sldMkLst>
          <pc:docMk/>
          <pc:sldMk cId="4223480236" sldId="847"/>
        </pc:sldMkLst>
        <pc:graphicFrameChg chg="modGraphic">
          <ac:chgData name="james Lin" userId="99e842fa4348d56b" providerId="LiveId" clId="{2AFF828D-317F-4EAC-959B-98CB324B7BF5}" dt="2023-08-21T03:47:01.012" v="2145" actId="207"/>
          <ac:graphicFrameMkLst>
            <pc:docMk/>
            <pc:sldMk cId="4223480236" sldId="847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1:48.216" v="1994" actId="20577"/>
          <ac:graphicFrameMkLst>
            <pc:docMk/>
            <pc:sldMk cId="4223480236" sldId="847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6:57.197" v="2144" actId="207"/>
          <ac:graphicFrameMkLst>
            <pc:docMk/>
            <pc:sldMk cId="4223480236" sldId="847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6:51.803" v="2143" actId="207"/>
        <pc:sldMkLst>
          <pc:docMk/>
          <pc:sldMk cId="459694857" sldId="848"/>
        </pc:sldMkLst>
        <pc:graphicFrameChg chg="modGraphic">
          <ac:chgData name="james Lin" userId="99e842fa4348d56b" providerId="LiveId" clId="{2AFF828D-317F-4EAC-959B-98CB324B7BF5}" dt="2023-08-21T03:46:51.803" v="2143" actId="207"/>
          <ac:graphicFrameMkLst>
            <pc:docMk/>
            <pc:sldMk cId="459694857" sldId="848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4:19.009" v="1999" actId="20577"/>
          <ac:graphicFrameMkLst>
            <pc:docMk/>
            <pc:sldMk cId="459694857" sldId="848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6:48.727" v="2142" actId="207"/>
          <ac:graphicFrameMkLst>
            <pc:docMk/>
            <pc:sldMk cId="459694857" sldId="848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6:43.270" v="2141" actId="207"/>
        <pc:sldMkLst>
          <pc:docMk/>
          <pc:sldMk cId="3270944669" sldId="849"/>
        </pc:sldMkLst>
        <pc:graphicFrameChg chg="modGraphic">
          <ac:chgData name="james Lin" userId="99e842fa4348d56b" providerId="LiveId" clId="{2AFF828D-317F-4EAC-959B-98CB324B7BF5}" dt="2023-08-21T03:46:43.270" v="2141" actId="207"/>
          <ac:graphicFrameMkLst>
            <pc:docMk/>
            <pc:sldMk cId="3270944669" sldId="849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4:35.736" v="2004" actId="20577"/>
          <ac:graphicFrameMkLst>
            <pc:docMk/>
            <pc:sldMk cId="3270944669" sldId="849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6:40.099" v="2140" actId="207"/>
          <ac:graphicFrameMkLst>
            <pc:docMk/>
            <pc:sldMk cId="3270944669" sldId="849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6:35.383" v="2139" actId="207"/>
        <pc:sldMkLst>
          <pc:docMk/>
          <pc:sldMk cId="875940750" sldId="850"/>
        </pc:sldMkLst>
        <pc:graphicFrameChg chg="modGraphic">
          <ac:chgData name="james Lin" userId="99e842fa4348d56b" providerId="LiveId" clId="{2AFF828D-317F-4EAC-959B-98CB324B7BF5}" dt="2023-08-21T03:46:35.383" v="2139" actId="207"/>
          <ac:graphicFrameMkLst>
            <pc:docMk/>
            <pc:sldMk cId="875940750" sldId="850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4:50.633" v="2009" actId="20577"/>
          <ac:graphicFrameMkLst>
            <pc:docMk/>
            <pc:sldMk cId="875940750" sldId="850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6:32.514" v="2138" actId="207"/>
          <ac:graphicFrameMkLst>
            <pc:docMk/>
            <pc:sldMk cId="875940750" sldId="850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6:25.709" v="2137" actId="207"/>
        <pc:sldMkLst>
          <pc:docMk/>
          <pc:sldMk cId="1782515257" sldId="851"/>
        </pc:sldMkLst>
        <pc:graphicFrameChg chg="modGraphic">
          <ac:chgData name="james Lin" userId="99e842fa4348d56b" providerId="LiveId" clId="{2AFF828D-317F-4EAC-959B-98CB324B7BF5}" dt="2023-08-21T03:46:25.709" v="2137" actId="207"/>
          <ac:graphicFrameMkLst>
            <pc:docMk/>
            <pc:sldMk cId="1782515257" sldId="851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5:11.805" v="2014" actId="20577"/>
          <ac:graphicFrameMkLst>
            <pc:docMk/>
            <pc:sldMk cId="1782515257" sldId="851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6:22.043" v="2136" actId="207"/>
          <ac:graphicFrameMkLst>
            <pc:docMk/>
            <pc:sldMk cId="1782515257" sldId="851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6:16.329" v="2135" actId="207"/>
        <pc:sldMkLst>
          <pc:docMk/>
          <pc:sldMk cId="816718699" sldId="852"/>
        </pc:sldMkLst>
        <pc:graphicFrameChg chg="modGraphic">
          <ac:chgData name="james Lin" userId="99e842fa4348d56b" providerId="LiveId" clId="{2AFF828D-317F-4EAC-959B-98CB324B7BF5}" dt="2023-08-21T03:46:16.329" v="2135" actId="207"/>
          <ac:graphicFrameMkLst>
            <pc:docMk/>
            <pc:sldMk cId="816718699" sldId="852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6:29.116" v="2016" actId="20577"/>
          <ac:graphicFrameMkLst>
            <pc:docMk/>
            <pc:sldMk cId="816718699" sldId="852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1T03:46:13.234" v="2134" actId="207"/>
          <ac:graphicFrameMkLst>
            <pc:docMk/>
            <pc:sldMk cId="816718699" sldId="852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6:08.132" v="2133" actId="207"/>
        <pc:sldMkLst>
          <pc:docMk/>
          <pc:sldMk cId="2232980558" sldId="853"/>
        </pc:sldMkLst>
        <pc:graphicFrameChg chg="modGraphic">
          <ac:chgData name="james Lin" userId="99e842fa4348d56b" providerId="LiveId" clId="{2AFF828D-317F-4EAC-959B-98CB324B7BF5}" dt="2023-08-21T03:46:08.132" v="2133" actId="207"/>
          <ac:graphicFrameMkLst>
            <pc:docMk/>
            <pc:sldMk cId="2232980558" sldId="853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8:22.209" v="2023" actId="20577"/>
          <ac:graphicFrameMkLst>
            <pc:docMk/>
            <pc:sldMk cId="2232980558" sldId="853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6:05.101" v="2132" actId="207"/>
          <ac:graphicFrameMkLst>
            <pc:docMk/>
            <pc:sldMk cId="2232980558" sldId="853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5:59.608" v="2131" actId="207"/>
        <pc:sldMkLst>
          <pc:docMk/>
          <pc:sldMk cId="552686331" sldId="854"/>
        </pc:sldMkLst>
        <pc:graphicFrameChg chg="modGraphic">
          <ac:chgData name="james Lin" userId="99e842fa4348d56b" providerId="LiveId" clId="{2AFF828D-317F-4EAC-959B-98CB324B7BF5}" dt="2023-08-21T03:45:59.608" v="2131" actId="207"/>
          <ac:graphicFrameMkLst>
            <pc:docMk/>
            <pc:sldMk cId="552686331" sldId="854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9:16.184" v="2028" actId="20577"/>
          <ac:graphicFrameMkLst>
            <pc:docMk/>
            <pc:sldMk cId="552686331" sldId="854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5:51.719" v="2130" actId="207"/>
          <ac:graphicFrameMkLst>
            <pc:docMk/>
            <pc:sldMk cId="552686331" sldId="854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5:44.973" v="2129" actId="207"/>
        <pc:sldMkLst>
          <pc:docMk/>
          <pc:sldMk cId="1546022362" sldId="855"/>
        </pc:sldMkLst>
        <pc:graphicFrameChg chg="modGraphic">
          <ac:chgData name="james Lin" userId="99e842fa4348d56b" providerId="LiveId" clId="{2AFF828D-317F-4EAC-959B-98CB324B7BF5}" dt="2023-08-21T03:45:44.973" v="2129" actId="207"/>
          <ac:graphicFrameMkLst>
            <pc:docMk/>
            <pc:sldMk cId="1546022362" sldId="855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29:34.443" v="2034" actId="20577"/>
          <ac:graphicFrameMkLst>
            <pc:docMk/>
            <pc:sldMk cId="1546022362" sldId="855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5:41.172" v="2128" actId="207"/>
          <ac:graphicFrameMkLst>
            <pc:docMk/>
            <pc:sldMk cId="1546022362" sldId="855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5:35.308" v="2127" actId="207"/>
        <pc:sldMkLst>
          <pc:docMk/>
          <pc:sldMk cId="80177001" sldId="856"/>
        </pc:sldMkLst>
        <pc:graphicFrameChg chg="modGraphic">
          <ac:chgData name="james Lin" userId="99e842fa4348d56b" providerId="LiveId" clId="{2AFF828D-317F-4EAC-959B-98CB324B7BF5}" dt="2023-08-21T03:45:35.308" v="2127" actId="207"/>
          <ac:graphicFrameMkLst>
            <pc:docMk/>
            <pc:sldMk cId="80177001" sldId="856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30:03.354" v="2036" actId="20577"/>
          <ac:graphicFrameMkLst>
            <pc:docMk/>
            <pc:sldMk cId="80177001" sldId="856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1T03:45:31.047" v="2126" actId="207"/>
          <ac:graphicFrameMkLst>
            <pc:docMk/>
            <pc:sldMk cId="80177001" sldId="856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5:25.677" v="2125" actId="207"/>
        <pc:sldMkLst>
          <pc:docMk/>
          <pc:sldMk cId="2656844567" sldId="857"/>
        </pc:sldMkLst>
        <pc:graphicFrameChg chg="modGraphic">
          <ac:chgData name="james Lin" userId="99e842fa4348d56b" providerId="LiveId" clId="{2AFF828D-317F-4EAC-959B-98CB324B7BF5}" dt="2023-08-21T03:45:25.677" v="2125" actId="207"/>
          <ac:graphicFrameMkLst>
            <pc:docMk/>
            <pc:sldMk cId="2656844567" sldId="857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30:59.012" v="2044" actId="20577"/>
          <ac:graphicFrameMkLst>
            <pc:docMk/>
            <pc:sldMk cId="2656844567" sldId="857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5:21.648" v="2124" actId="207"/>
          <ac:graphicFrameMkLst>
            <pc:docMk/>
            <pc:sldMk cId="2656844567" sldId="857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5:10.385" v="2123" actId="207"/>
        <pc:sldMkLst>
          <pc:docMk/>
          <pc:sldMk cId="2065311335" sldId="858"/>
        </pc:sldMkLst>
        <pc:graphicFrameChg chg="modGraphic">
          <ac:chgData name="james Lin" userId="99e842fa4348d56b" providerId="LiveId" clId="{2AFF828D-317F-4EAC-959B-98CB324B7BF5}" dt="2023-08-21T03:45:10.385" v="2123" actId="207"/>
          <ac:graphicFrameMkLst>
            <pc:docMk/>
            <pc:sldMk cId="2065311335" sldId="858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31:20.992" v="2050" actId="20577"/>
          <ac:graphicFrameMkLst>
            <pc:docMk/>
            <pc:sldMk cId="2065311335" sldId="858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5:05.863" v="2122" actId="207"/>
          <ac:graphicFrameMkLst>
            <pc:docMk/>
            <pc:sldMk cId="2065311335" sldId="858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4:59.669" v="2121" actId="207"/>
        <pc:sldMkLst>
          <pc:docMk/>
          <pc:sldMk cId="1954481501" sldId="859"/>
        </pc:sldMkLst>
        <pc:graphicFrameChg chg="modGraphic">
          <ac:chgData name="james Lin" userId="99e842fa4348d56b" providerId="LiveId" clId="{2AFF828D-317F-4EAC-959B-98CB324B7BF5}" dt="2023-08-21T03:44:56.059" v="2120" actId="207"/>
          <ac:graphicFrameMkLst>
            <pc:docMk/>
            <pc:sldMk cId="1954481501" sldId="859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31:42.298" v="2056" actId="20577"/>
          <ac:graphicFrameMkLst>
            <pc:docMk/>
            <pc:sldMk cId="1954481501" sldId="859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4:59.669" v="2121" actId="207"/>
          <ac:graphicFrameMkLst>
            <pc:docMk/>
            <pc:sldMk cId="1954481501" sldId="859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4:49.511" v="2119" actId="207"/>
        <pc:sldMkLst>
          <pc:docMk/>
          <pc:sldMk cId="3517411043" sldId="860"/>
        </pc:sldMkLst>
        <pc:graphicFrameChg chg="modGraphic">
          <ac:chgData name="james Lin" userId="99e842fa4348d56b" providerId="LiveId" clId="{2AFF828D-317F-4EAC-959B-98CB324B7BF5}" dt="2023-08-21T03:44:49.511" v="2119" actId="207"/>
          <ac:graphicFrameMkLst>
            <pc:docMk/>
            <pc:sldMk cId="3517411043" sldId="860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32:02.718" v="2062" actId="20577"/>
          <ac:graphicFrameMkLst>
            <pc:docMk/>
            <pc:sldMk cId="3517411043" sldId="860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4:45.791" v="2118" actId="207"/>
          <ac:graphicFrameMkLst>
            <pc:docMk/>
            <pc:sldMk cId="3517411043" sldId="860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4:40.493" v="2117" actId="207"/>
        <pc:sldMkLst>
          <pc:docMk/>
          <pc:sldMk cId="3606246550" sldId="861"/>
        </pc:sldMkLst>
        <pc:graphicFrameChg chg="modGraphic">
          <ac:chgData name="james Lin" userId="99e842fa4348d56b" providerId="LiveId" clId="{2AFF828D-317F-4EAC-959B-98CB324B7BF5}" dt="2023-08-21T03:44:37.165" v="2116" actId="207"/>
          <ac:graphicFrameMkLst>
            <pc:docMk/>
            <pc:sldMk cId="3606246550" sldId="861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32:22.067" v="2068" actId="20577"/>
          <ac:graphicFrameMkLst>
            <pc:docMk/>
            <pc:sldMk cId="3606246550" sldId="861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44:40.493" v="2117" actId="207"/>
          <ac:graphicFrameMkLst>
            <pc:docMk/>
            <pc:sldMk cId="3606246550" sldId="861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4:31.504" v="2115" actId="207"/>
        <pc:sldMkLst>
          <pc:docMk/>
          <pc:sldMk cId="899954404" sldId="862"/>
        </pc:sldMkLst>
        <pc:graphicFrameChg chg="modGraphic">
          <ac:chgData name="james Lin" userId="99e842fa4348d56b" providerId="LiveId" clId="{2AFF828D-317F-4EAC-959B-98CB324B7BF5}" dt="2023-08-21T03:44:31.504" v="2115" actId="207"/>
          <ac:graphicFrameMkLst>
            <pc:docMk/>
            <pc:sldMk cId="899954404" sldId="862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32:50.638" v="2075" actId="20577"/>
          <ac:graphicFrameMkLst>
            <pc:docMk/>
            <pc:sldMk cId="899954404" sldId="862"/>
            <ac:graphicFrameMk id="5" creationId="{F930C298-A92E-76BE-0D76-DBD71D98FA27}"/>
          </ac:graphicFrameMkLst>
        </pc:graphicFrameChg>
        <pc:graphicFrameChg chg="modGraphic">
          <ac:chgData name="james Lin" userId="99e842fa4348d56b" providerId="LiveId" clId="{2AFF828D-317F-4EAC-959B-98CB324B7BF5}" dt="2023-08-21T03:32:41.556" v="2071" actId="207"/>
          <ac:graphicFrameMkLst>
            <pc:docMk/>
            <pc:sldMk cId="899954404" sldId="862"/>
            <ac:graphicFrameMk id="6" creationId="{8DA7B058-BBF2-D364-7C6C-DDDDF6396B2F}"/>
          </ac:graphicFrameMkLst>
        </pc:graphicFrameChg>
      </pc:sldChg>
      <pc:sldChg chg="addSp modSp add mod">
        <pc:chgData name="james Lin" userId="99e842fa4348d56b" providerId="LiveId" clId="{2AFF828D-317F-4EAC-959B-98CB324B7BF5}" dt="2023-08-21T03:44:26.172" v="2114" actId="207"/>
        <pc:sldMkLst>
          <pc:docMk/>
          <pc:sldMk cId="3822015877" sldId="863"/>
        </pc:sldMkLst>
        <pc:spChg chg="mod">
          <ac:chgData name="james Lin" userId="99e842fa4348d56b" providerId="LiveId" clId="{2AFF828D-317F-4EAC-959B-98CB324B7BF5}" dt="2023-08-21T03:33:58.703" v="2081" actId="20577"/>
          <ac:spMkLst>
            <pc:docMk/>
            <pc:sldMk cId="3822015877" sldId="863"/>
            <ac:spMk id="4" creationId="{1EA15786-F668-AE1F-CA1F-D8A06F265E1C}"/>
          </ac:spMkLst>
        </pc:spChg>
        <pc:spChg chg="add mod">
          <ac:chgData name="james Lin" userId="99e842fa4348d56b" providerId="LiveId" clId="{2AFF828D-317F-4EAC-959B-98CB324B7BF5}" dt="2023-08-21T03:33:41.510" v="2078" actId="571"/>
          <ac:spMkLst>
            <pc:docMk/>
            <pc:sldMk cId="3822015877" sldId="863"/>
            <ac:spMk id="8" creationId="{2329FE63-AF7D-CE7F-0D5E-C74E47CC2BD2}"/>
          </ac:spMkLst>
        </pc:spChg>
        <pc:graphicFrameChg chg="modGraphic">
          <ac:chgData name="james Lin" userId="99e842fa4348d56b" providerId="LiveId" clId="{2AFF828D-317F-4EAC-959B-98CB324B7BF5}" dt="2023-08-21T03:44:26.172" v="2114" actId="207"/>
          <ac:graphicFrameMkLst>
            <pc:docMk/>
            <pc:sldMk cId="3822015877" sldId="863"/>
            <ac:graphicFrameMk id="3" creationId="{55FCD40F-F901-AB6E-D400-B738A2280375}"/>
          </ac:graphicFrameMkLst>
        </pc:graphicFrameChg>
      </pc:sldChg>
      <pc:sldChg chg="modSp add mod">
        <pc:chgData name="james Lin" userId="99e842fa4348d56b" providerId="LiveId" clId="{2AFF828D-317F-4EAC-959B-98CB324B7BF5}" dt="2023-08-21T03:48:00.180" v="2154" actId="572"/>
        <pc:sldMkLst>
          <pc:docMk/>
          <pc:sldMk cId="4145039540" sldId="864"/>
        </pc:sldMkLst>
        <pc:graphicFrameChg chg="modGraphic">
          <ac:chgData name="james Lin" userId="99e842fa4348d56b" providerId="LiveId" clId="{2AFF828D-317F-4EAC-959B-98CB324B7BF5}" dt="2023-08-21T03:44:19.364" v="2113" actId="207"/>
          <ac:graphicFrameMkLst>
            <pc:docMk/>
            <pc:sldMk cId="4145039540" sldId="864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34:46.564" v="2083" actId="20577"/>
          <ac:graphicFrameMkLst>
            <pc:docMk/>
            <pc:sldMk cId="4145039540" sldId="864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1T03:48:00.180" v="2154" actId="572"/>
          <ac:graphicFrameMkLst>
            <pc:docMk/>
            <pc:sldMk cId="4145039540" sldId="864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8:10.854" v="2155"/>
        <pc:sldMkLst>
          <pc:docMk/>
          <pc:sldMk cId="3633189133" sldId="865"/>
        </pc:sldMkLst>
        <pc:graphicFrameChg chg="modGraphic">
          <ac:chgData name="james Lin" userId="99e842fa4348d56b" providerId="LiveId" clId="{2AFF828D-317F-4EAC-959B-98CB324B7BF5}" dt="2023-08-21T03:44:08.115" v="2111" actId="207"/>
          <ac:graphicFrameMkLst>
            <pc:docMk/>
            <pc:sldMk cId="3633189133" sldId="865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37:28.534" v="2092" actId="20577"/>
          <ac:graphicFrameMkLst>
            <pc:docMk/>
            <pc:sldMk cId="3633189133" sldId="865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1T03:48:10.854" v="2155"/>
          <ac:graphicFrameMkLst>
            <pc:docMk/>
            <pc:sldMk cId="3633189133" sldId="865"/>
            <ac:graphicFrameMk id="6" creationId="{8DA7B058-BBF2-D364-7C6C-DDDDF6396B2F}"/>
          </ac:graphicFrameMkLst>
        </pc:graphicFrameChg>
      </pc:sldChg>
      <pc:sldChg chg="modSp add del mod">
        <pc:chgData name="james Lin" userId="99e842fa4348d56b" providerId="LiveId" clId="{2AFF828D-317F-4EAC-959B-98CB324B7BF5}" dt="2023-08-21T03:48:18.878" v="2156"/>
        <pc:sldMkLst>
          <pc:docMk/>
          <pc:sldMk cId="721417208" sldId="866"/>
        </pc:sldMkLst>
        <pc:graphicFrameChg chg="modGraphic">
          <ac:chgData name="james Lin" userId="99e842fa4348d56b" providerId="LiveId" clId="{2AFF828D-317F-4EAC-959B-98CB324B7BF5}" dt="2023-08-21T03:43:53.378" v="2108" actId="207"/>
          <ac:graphicFrameMkLst>
            <pc:docMk/>
            <pc:sldMk cId="721417208" sldId="866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41:35.787" v="2101" actId="20577"/>
          <ac:graphicFrameMkLst>
            <pc:docMk/>
            <pc:sldMk cId="721417208" sldId="866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1T03:48:18.878" v="2156"/>
          <ac:graphicFrameMkLst>
            <pc:docMk/>
            <pc:sldMk cId="721417208" sldId="866"/>
            <ac:graphicFrameMk id="6" creationId="{8DA7B058-BBF2-D364-7C6C-DDDDF6396B2F}"/>
          </ac:graphicFrameMkLst>
        </pc:graphicFrameChg>
      </pc:sldChg>
      <pc:sldChg chg="modSp add mod">
        <pc:chgData name="james Lin" userId="99e842fa4348d56b" providerId="LiveId" clId="{2AFF828D-317F-4EAC-959B-98CB324B7BF5}" dt="2023-08-21T03:48:26.687" v="2157"/>
        <pc:sldMkLst>
          <pc:docMk/>
          <pc:sldMk cId="4103288158" sldId="867"/>
        </pc:sldMkLst>
        <pc:graphicFrameChg chg="modGraphic">
          <ac:chgData name="james Lin" userId="99e842fa4348d56b" providerId="LiveId" clId="{2AFF828D-317F-4EAC-959B-98CB324B7BF5}" dt="2023-08-21T03:43:40.177" v="2106" actId="207"/>
          <ac:graphicFrameMkLst>
            <pc:docMk/>
            <pc:sldMk cId="4103288158" sldId="867"/>
            <ac:graphicFrameMk id="3" creationId="{55FCD40F-F901-AB6E-D400-B738A2280375}"/>
          </ac:graphicFrameMkLst>
        </pc:graphicFrameChg>
        <pc:graphicFrameChg chg="modGraphic">
          <ac:chgData name="james Lin" userId="99e842fa4348d56b" providerId="LiveId" clId="{2AFF828D-317F-4EAC-959B-98CB324B7BF5}" dt="2023-08-21T03:42:49.083" v="2105" actId="20577"/>
          <ac:graphicFrameMkLst>
            <pc:docMk/>
            <pc:sldMk cId="4103288158" sldId="867"/>
            <ac:graphicFrameMk id="5" creationId="{F930C298-A92E-76BE-0D76-DBD71D98FA27}"/>
          </ac:graphicFrameMkLst>
        </pc:graphicFrameChg>
        <pc:graphicFrameChg chg="mod modGraphic">
          <ac:chgData name="james Lin" userId="99e842fa4348d56b" providerId="LiveId" clId="{2AFF828D-317F-4EAC-959B-98CB324B7BF5}" dt="2023-08-21T03:48:26.687" v="2157"/>
          <ac:graphicFrameMkLst>
            <pc:docMk/>
            <pc:sldMk cId="4103288158" sldId="867"/>
            <ac:graphicFrameMk id="6" creationId="{8DA7B058-BBF2-D364-7C6C-DDDDF6396B2F}"/>
          </ac:graphicFrameMkLst>
        </pc:graphicFrameChg>
      </pc:sldChg>
      <pc:sldChg chg="delSp modSp add mod ord modClrScheme chgLayout">
        <pc:chgData name="james Lin" userId="99e842fa4348d56b" providerId="LiveId" clId="{2AFF828D-317F-4EAC-959B-98CB324B7BF5}" dt="2023-08-21T06:05:13.188" v="2179" actId="700"/>
        <pc:sldMkLst>
          <pc:docMk/>
          <pc:sldMk cId="1414729516" sldId="868"/>
        </pc:sldMkLst>
        <pc:spChg chg="del mod">
          <ac:chgData name="james Lin" userId="99e842fa4348d56b" providerId="LiveId" clId="{2AFF828D-317F-4EAC-959B-98CB324B7BF5}" dt="2023-08-21T06:04:43.104" v="2175" actId="700"/>
          <ac:spMkLst>
            <pc:docMk/>
            <pc:sldMk cId="1414729516" sldId="868"/>
            <ac:spMk id="2" creationId="{9A3838F3-E5FA-DD06-C009-D3AB96C32DCA}"/>
          </ac:spMkLst>
        </pc:spChg>
        <pc:spChg chg="mod ord">
          <ac:chgData name="james Lin" userId="99e842fa4348d56b" providerId="LiveId" clId="{2AFF828D-317F-4EAC-959B-98CB324B7BF5}" dt="2023-08-21T06:05:13.188" v="2179" actId="700"/>
          <ac:spMkLst>
            <pc:docMk/>
            <pc:sldMk cId="1414729516" sldId="868"/>
            <ac:spMk id="3" creationId="{FC4EE04D-603B-7D65-ADAE-F9F11F045AD7}"/>
          </ac:spMkLst>
        </pc:spChg>
      </pc:sldChg>
      <pc:sldChg chg="modSp add del mod modClrScheme chgLayout">
        <pc:chgData name="james Lin" userId="99e842fa4348d56b" providerId="LiveId" clId="{2AFF828D-317F-4EAC-959B-98CB324B7BF5}" dt="2023-08-21T06:55:58.321" v="2434" actId="2696"/>
        <pc:sldMkLst>
          <pc:docMk/>
          <pc:sldMk cId="2595341903" sldId="869"/>
        </pc:sldMkLst>
        <pc:spChg chg="mod ord">
          <ac:chgData name="james Lin" userId="99e842fa4348d56b" providerId="LiveId" clId="{2AFF828D-317F-4EAC-959B-98CB324B7BF5}" dt="2023-08-21T06:54:20.714" v="2424" actId="14100"/>
          <ac:spMkLst>
            <pc:docMk/>
            <pc:sldMk cId="2595341903" sldId="869"/>
            <ac:spMk id="56322" creationId="{00000000-0000-0000-0000-000000000000}"/>
          </ac:spMkLst>
        </pc:spChg>
      </pc:sldChg>
      <pc:sldChg chg="modSp add mod">
        <pc:chgData name="james Lin" userId="99e842fa4348d56b" providerId="LiveId" clId="{2AFF828D-317F-4EAC-959B-98CB324B7BF5}" dt="2023-08-21T06:57:51.586" v="2437" actId="3064"/>
        <pc:sldMkLst>
          <pc:docMk/>
          <pc:sldMk cId="4287741395" sldId="869"/>
        </pc:sldMkLst>
        <pc:spChg chg="mod">
          <ac:chgData name="james Lin" userId="99e842fa4348d56b" providerId="LiveId" clId="{2AFF828D-317F-4EAC-959B-98CB324B7BF5}" dt="2023-08-21T06:57:51.586" v="2437" actId="3064"/>
          <ac:spMkLst>
            <pc:docMk/>
            <pc:sldMk cId="4287741395" sldId="869"/>
            <ac:spMk id="56322" creationId="{00000000-0000-0000-0000-000000000000}"/>
          </ac:spMkLst>
        </pc:spChg>
      </pc:sldChg>
      <pc:sldChg chg="addSp delSp modSp new del mod modClrScheme chgLayout">
        <pc:chgData name="james Lin" userId="99e842fa4348d56b" providerId="LiveId" clId="{2AFF828D-317F-4EAC-959B-98CB324B7BF5}" dt="2023-08-21T09:22:35.774" v="2692" actId="47"/>
        <pc:sldMkLst>
          <pc:docMk/>
          <pc:sldMk cId="3540921627" sldId="870"/>
        </pc:sldMkLst>
        <pc:spChg chg="del">
          <ac:chgData name="james Lin" userId="99e842fa4348d56b" providerId="LiveId" clId="{2AFF828D-317F-4EAC-959B-98CB324B7BF5}" dt="2023-08-21T07:11:46.594" v="2481" actId="700"/>
          <ac:spMkLst>
            <pc:docMk/>
            <pc:sldMk cId="3540921627" sldId="870"/>
            <ac:spMk id="2" creationId="{85FD7B11-46E0-1EC5-E624-E206BD30752B}"/>
          </ac:spMkLst>
        </pc:spChg>
        <pc:graphicFrameChg chg="add mod modGraphic">
          <ac:chgData name="james Lin" userId="99e842fa4348d56b" providerId="LiveId" clId="{2AFF828D-317F-4EAC-959B-98CB324B7BF5}" dt="2023-08-21T07:20:46.028" v="2545" actId="1076"/>
          <ac:graphicFrameMkLst>
            <pc:docMk/>
            <pc:sldMk cId="3540921627" sldId="870"/>
            <ac:graphicFrameMk id="3" creationId="{F02CF0E3-C7F6-BFD8-4510-1DCFFBCDA87F}"/>
          </ac:graphicFrameMkLst>
        </pc:graphicFrameChg>
      </pc:sldChg>
      <pc:sldChg chg="addSp modSp add mod">
        <pc:chgData name="james Lin" userId="99e842fa4348d56b" providerId="LiveId" clId="{2AFF828D-317F-4EAC-959B-98CB324B7BF5}" dt="2023-08-21T08:44:08.829" v="2581" actId="1076"/>
        <pc:sldMkLst>
          <pc:docMk/>
          <pc:sldMk cId="713871518" sldId="871"/>
        </pc:sldMkLst>
        <pc:spChg chg="mod">
          <ac:chgData name="james Lin" userId="99e842fa4348d56b" providerId="LiveId" clId="{2AFF828D-317F-4EAC-959B-98CB324B7BF5}" dt="2023-08-21T07:25:22.195" v="2579" actId="14100"/>
          <ac:spMkLst>
            <pc:docMk/>
            <pc:sldMk cId="713871518" sldId="871"/>
            <ac:spMk id="3" creationId="{FC4EE04D-603B-7D65-ADAE-F9F11F045AD7}"/>
          </ac:spMkLst>
        </pc:spChg>
        <pc:graphicFrameChg chg="add mod modGraphic">
          <ac:chgData name="james Lin" userId="99e842fa4348d56b" providerId="LiveId" clId="{2AFF828D-317F-4EAC-959B-98CB324B7BF5}" dt="2023-08-21T08:44:08.829" v="2581" actId="1076"/>
          <ac:graphicFrameMkLst>
            <pc:docMk/>
            <pc:sldMk cId="713871518" sldId="871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8:45:30.436" v="2588" actId="6549"/>
        <pc:sldMkLst>
          <pc:docMk/>
          <pc:sldMk cId="3509406413" sldId="872"/>
        </pc:sldMkLst>
        <pc:graphicFrameChg chg="modGraphic">
          <ac:chgData name="james Lin" userId="99e842fa4348d56b" providerId="LiveId" clId="{2AFF828D-317F-4EAC-959B-98CB324B7BF5}" dt="2023-08-21T08:45:30.436" v="2588" actId="6549"/>
          <ac:graphicFrameMkLst>
            <pc:docMk/>
            <pc:sldMk cId="3509406413" sldId="872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8:45:54.376" v="2592" actId="6549"/>
        <pc:sldMkLst>
          <pc:docMk/>
          <pc:sldMk cId="739499863" sldId="873"/>
        </pc:sldMkLst>
        <pc:graphicFrameChg chg="modGraphic">
          <ac:chgData name="james Lin" userId="99e842fa4348d56b" providerId="LiveId" clId="{2AFF828D-317F-4EAC-959B-98CB324B7BF5}" dt="2023-08-21T08:45:54.376" v="2592" actId="6549"/>
          <ac:graphicFrameMkLst>
            <pc:docMk/>
            <pc:sldMk cId="739499863" sldId="873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8:46:24.685" v="2598" actId="6549"/>
        <pc:sldMkLst>
          <pc:docMk/>
          <pc:sldMk cId="832064200" sldId="874"/>
        </pc:sldMkLst>
        <pc:graphicFrameChg chg="modGraphic">
          <ac:chgData name="james Lin" userId="99e842fa4348d56b" providerId="LiveId" clId="{2AFF828D-317F-4EAC-959B-98CB324B7BF5}" dt="2023-08-21T08:46:24.685" v="2598" actId="6549"/>
          <ac:graphicFrameMkLst>
            <pc:docMk/>
            <pc:sldMk cId="832064200" sldId="874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8:47:00.560" v="2604" actId="6549"/>
        <pc:sldMkLst>
          <pc:docMk/>
          <pc:sldMk cId="1571420943" sldId="875"/>
        </pc:sldMkLst>
        <pc:graphicFrameChg chg="modGraphic">
          <ac:chgData name="james Lin" userId="99e842fa4348d56b" providerId="LiveId" clId="{2AFF828D-317F-4EAC-959B-98CB324B7BF5}" dt="2023-08-21T08:47:00.560" v="2604" actId="6549"/>
          <ac:graphicFrameMkLst>
            <pc:docMk/>
            <pc:sldMk cId="1571420943" sldId="875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00:27.405" v="2610" actId="20577"/>
        <pc:sldMkLst>
          <pc:docMk/>
          <pc:sldMk cId="3801782951" sldId="876"/>
        </pc:sldMkLst>
        <pc:graphicFrameChg chg="modGraphic">
          <ac:chgData name="james Lin" userId="99e842fa4348d56b" providerId="LiveId" clId="{2AFF828D-317F-4EAC-959B-98CB324B7BF5}" dt="2023-08-21T09:00:27.405" v="2610" actId="20577"/>
          <ac:graphicFrameMkLst>
            <pc:docMk/>
            <pc:sldMk cId="3801782951" sldId="876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00:53.427" v="2616" actId="20577"/>
        <pc:sldMkLst>
          <pc:docMk/>
          <pc:sldMk cId="26983711" sldId="877"/>
        </pc:sldMkLst>
        <pc:graphicFrameChg chg="modGraphic">
          <ac:chgData name="james Lin" userId="99e842fa4348d56b" providerId="LiveId" clId="{2AFF828D-317F-4EAC-959B-98CB324B7BF5}" dt="2023-08-21T09:00:53.427" v="2616" actId="20577"/>
          <ac:graphicFrameMkLst>
            <pc:docMk/>
            <pc:sldMk cId="26983711" sldId="877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01:30.171" v="2619" actId="6549"/>
        <pc:sldMkLst>
          <pc:docMk/>
          <pc:sldMk cId="2745182144" sldId="878"/>
        </pc:sldMkLst>
        <pc:graphicFrameChg chg="modGraphic">
          <ac:chgData name="james Lin" userId="99e842fa4348d56b" providerId="LiveId" clId="{2AFF828D-317F-4EAC-959B-98CB324B7BF5}" dt="2023-08-21T09:01:30.171" v="2619" actId="6549"/>
          <ac:graphicFrameMkLst>
            <pc:docMk/>
            <pc:sldMk cId="2745182144" sldId="878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02:36.943" v="2622" actId="6549"/>
        <pc:sldMkLst>
          <pc:docMk/>
          <pc:sldMk cId="653759464" sldId="879"/>
        </pc:sldMkLst>
        <pc:graphicFrameChg chg="modGraphic">
          <ac:chgData name="james Lin" userId="99e842fa4348d56b" providerId="LiveId" clId="{2AFF828D-317F-4EAC-959B-98CB324B7BF5}" dt="2023-08-21T09:02:36.943" v="2622" actId="6549"/>
          <ac:graphicFrameMkLst>
            <pc:docMk/>
            <pc:sldMk cId="653759464" sldId="879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03:09.422" v="2626" actId="6549"/>
        <pc:sldMkLst>
          <pc:docMk/>
          <pc:sldMk cId="1425197013" sldId="880"/>
        </pc:sldMkLst>
        <pc:graphicFrameChg chg="modGraphic">
          <ac:chgData name="james Lin" userId="99e842fa4348d56b" providerId="LiveId" clId="{2AFF828D-317F-4EAC-959B-98CB324B7BF5}" dt="2023-08-21T09:03:09.422" v="2626" actId="6549"/>
          <ac:graphicFrameMkLst>
            <pc:docMk/>
            <pc:sldMk cId="1425197013" sldId="880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03:41.289" v="2632" actId="6549"/>
        <pc:sldMkLst>
          <pc:docMk/>
          <pc:sldMk cId="494020551" sldId="881"/>
        </pc:sldMkLst>
        <pc:graphicFrameChg chg="modGraphic">
          <ac:chgData name="james Lin" userId="99e842fa4348d56b" providerId="LiveId" clId="{2AFF828D-317F-4EAC-959B-98CB324B7BF5}" dt="2023-08-21T09:03:41.289" v="2632" actId="6549"/>
          <ac:graphicFrameMkLst>
            <pc:docMk/>
            <pc:sldMk cId="494020551" sldId="881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16:08.083" v="2638" actId="6549"/>
        <pc:sldMkLst>
          <pc:docMk/>
          <pc:sldMk cId="1759876493" sldId="882"/>
        </pc:sldMkLst>
        <pc:graphicFrameChg chg="modGraphic">
          <ac:chgData name="james Lin" userId="99e842fa4348d56b" providerId="LiveId" clId="{2AFF828D-317F-4EAC-959B-98CB324B7BF5}" dt="2023-08-21T09:16:08.083" v="2638" actId="6549"/>
          <ac:graphicFrameMkLst>
            <pc:docMk/>
            <pc:sldMk cId="1759876493" sldId="882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16:27.182" v="2644" actId="6549"/>
        <pc:sldMkLst>
          <pc:docMk/>
          <pc:sldMk cId="782815568" sldId="883"/>
        </pc:sldMkLst>
        <pc:graphicFrameChg chg="modGraphic">
          <ac:chgData name="james Lin" userId="99e842fa4348d56b" providerId="LiveId" clId="{2AFF828D-317F-4EAC-959B-98CB324B7BF5}" dt="2023-08-21T09:16:27.182" v="2644" actId="6549"/>
          <ac:graphicFrameMkLst>
            <pc:docMk/>
            <pc:sldMk cId="782815568" sldId="883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16:48.893" v="2650" actId="6549"/>
        <pc:sldMkLst>
          <pc:docMk/>
          <pc:sldMk cId="1107531492" sldId="884"/>
        </pc:sldMkLst>
        <pc:graphicFrameChg chg="modGraphic">
          <ac:chgData name="james Lin" userId="99e842fa4348d56b" providerId="LiveId" clId="{2AFF828D-317F-4EAC-959B-98CB324B7BF5}" dt="2023-08-21T09:16:48.893" v="2650" actId="6549"/>
          <ac:graphicFrameMkLst>
            <pc:docMk/>
            <pc:sldMk cId="1107531492" sldId="884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17:05.441" v="2656" actId="6549"/>
        <pc:sldMkLst>
          <pc:docMk/>
          <pc:sldMk cId="2778561658" sldId="885"/>
        </pc:sldMkLst>
        <pc:graphicFrameChg chg="modGraphic">
          <ac:chgData name="james Lin" userId="99e842fa4348d56b" providerId="LiveId" clId="{2AFF828D-317F-4EAC-959B-98CB324B7BF5}" dt="2023-08-21T09:17:05.441" v="2656" actId="6549"/>
          <ac:graphicFrameMkLst>
            <pc:docMk/>
            <pc:sldMk cId="2778561658" sldId="885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17:26.578" v="2662" actId="6549"/>
        <pc:sldMkLst>
          <pc:docMk/>
          <pc:sldMk cId="552981143" sldId="886"/>
        </pc:sldMkLst>
        <pc:graphicFrameChg chg="modGraphic">
          <ac:chgData name="james Lin" userId="99e842fa4348d56b" providerId="LiveId" clId="{2AFF828D-317F-4EAC-959B-98CB324B7BF5}" dt="2023-08-21T09:17:26.578" v="2662" actId="6549"/>
          <ac:graphicFrameMkLst>
            <pc:docMk/>
            <pc:sldMk cId="552981143" sldId="886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17:43.950" v="2668" actId="6549"/>
        <pc:sldMkLst>
          <pc:docMk/>
          <pc:sldMk cId="3968364709" sldId="887"/>
        </pc:sldMkLst>
        <pc:graphicFrameChg chg="modGraphic">
          <ac:chgData name="james Lin" userId="99e842fa4348d56b" providerId="LiveId" clId="{2AFF828D-317F-4EAC-959B-98CB324B7BF5}" dt="2023-08-21T09:17:43.950" v="2668" actId="6549"/>
          <ac:graphicFrameMkLst>
            <pc:docMk/>
            <pc:sldMk cId="3968364709" sldId="887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18:37.479" v="2671" actId="20577"/>
        <pc:sldMkLst>
          <pc:docMk/>
          <pc:sldMk cId="2221771247" sldId="888"/>
        </pc:sldMkLst>
        <pc:graphicFrameChg chg="modGraphic">
          <ac:chgData name="james Lin" userId="99e842fa4348d56b" providerId="LiveId" clId="{2AFF828D-317F-4EAC-959B-98CB324B7BF5}" dt="2023-08-21T09:18:37.479" v="2671" actId="20577"/>
          <ac:graphicFrameMkLst>
            <pc:docMk/>
            <pc:sldMk cId="2221771247" sldId="888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19:07.378" v="2677" actId="6549"/>
        <pc:sldMkLst>
          <pc:docMk/>
          <pc:sldMk cId="2314516465" sldId="889"/>
        </pc:sldMkLst>
        <pc:graphicFrameChg chg="modGraphic">
          <ac:chgData name="james Lin" userId="99e842fa4348d56b" providerId="LiveId" clId="{2AFF828D-317F-4EAC-959B-98CB324B7BF5}" dt="2023-08-21T09:19:07.378" v="2677" actId="6549"/>
          <ac:graphicFrameMkLst>
            <pc:docMk/>
            <pc:sldMk cId="2314516465" sldId="889"/>
            <ac:graphicFrameMk id="2" creationId="{B3758F6E-6C1B-CB7B-CC82-8D591408A970}"/>
          </ac:graphicFrameMkLst>
        </pc:graphicFrameChg>
      </pc:sldChg>
      <pc:sldChg chg="modSp add mod">
        <pc:chgData name="james Lin" userId="99e842fa4348d56b" providerId="LiveId" clId="{2AFF828D-317F-4EAC-959B-98CB324B7BF5}" dt="2023-08-21T09:20:49.007" v="2691" actId="6549"/>
        <pc:sldMkLst>
          <pc:docMk/>
          <pc:sldMk cId="3781370242" sldId="890"/>
        </pc:sldMkLst>
        <pc:graphicFrameChg chg="mod modGraphic">
          <ac:chgData name="james Lin" userId="99e842fa4348d56b" providerId="LiveId" clId="{2AFF828D-317F-4EAC-959B-98CB324B7BF5}" dt="2023-08-21T09:20:49.007" v="2691" actId="6549"/>
          <ac:graphicFrameMkLst>
            <pc:docMk/>
            <pc:sldMk cId="3781370242" sldId="890"/>
            <ac:graphicFrameMk id="2" creationId="{B3758F6E-6C1B-CB7B-CC82-8D591408A970}"/>
          </ac:graphicFrameMkLst>
        </pc:graphicFrameChg>
      </pc:sldChg>
      <pc:sldMasterChg chg="delSp modSp mod addSldLayout modSldLayout">
        <pc:chgData name="james Lin" userId="99e842fa4348d56b" providerId="LiveId" clId="{2AFF828D-317F-4EAC-959B-98CB324B7BF5}" dt="2023-08-20T12:48:36.565" v="1691" actId="3064"/>
        <pc:sldMasterMkLst>
          <pc:docMk/>
          <pc:sldMasterMk cId="0" sldId="2147483653"/>
        </pc:sldMasterMkLst>
        <pc:spChg chg="mod">
          <ac:chgData name="james Lin" userId="99e842fa4348d56b" providerId="LiveId" clId="{2AFF828D-317F-4EAC-959B-98CB324B7BF5}" dt="2023-08-19T13:25:37.507" v="596" actId="122"/>
          <ac:spMkLst>
            <pc:docMk/>
            <pc:sldMasterMk cId="0" sldId="2147483653"/>
            <ac:spMk id="1026" creationId="{00000000-0000-0000-0000-000000000000}"/>
          </ac:spMkLst>
        </pc:spChg>
        <pc:spChg chg="del">
          <ac:chgData name="james Lin" userId="99e842fa4348d56b" providerId="LiveId" clId="{2AFF828D-317F-4EAC-959B-98CB324B7BF5}" dt="2023-08-19T13:25:25.262" v="595" actId="478"/>
          <ac:spMkLst>
            <pc:docMk/>
            <pc:sldMasterMk cId="0" sldId="2147483653"/>
            <ac:spMk id="55325" creationId="{00000000-0000-0000-0000-000000000000}"/>
          </ac:spMkLst>
        </pc:spChg>
        <pc:sldLayoutChg chg="delSp mod">
          <pc:chgData name="james Lin" userId="99e842fa4348d56b" providerId="LiveId" clId="{2AFF828D-317F-4EAC-959B-98CB324B7BF5}" dt="2023-08-19T13:24:26.072" v="577" actId="478"/>
          <pc:sldLayoutMkLst>
            <pc:docMk/>
            <pc:sldMasterMk cId="0" sldId="2147483653"/>
            <pc:sldLayoutMk cId="0" sldId="2147484199"/>
          </pc:sldLayoutMkLst>
          <pc:spChg chg="del">
            <ac:chgData name="james Lin" userId="99e842fa4348d56b" providerId="LiveId" clId="{2AFF828D-317F-4EAC-959B-98CB324B7BF5}" dt="2023-08-19T13:24:26.072" v="577" actId="478"/>
            <ac:spMkLst>
              <pc:docMk/>
              <pc:sldMasterMk cId="0" sldId="2147483653"/>
              <pc:sldLayoutMk cId="0" sldId="2147484199"/>
              <ac:spMk id="4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4:34.331" v="580" actId="478"/>
          <pc:sldLayoutMkLst>
            <pc:docMk/>
            <pc:sldMasterMk cId="0" sldId="2147483653"/>
            <pc:sldLayoutMk cId="0" sldId="2147484200"/>
          </pc:sldLayoutMkLst>
          <pc:spChg chg="del">
            <ac:chgData name="james Lin" userId="99e842fa4348d56b" providerId="LiveId" clId="{2AFF828D-317F-4EAC-959B-98CB324B7BF5}" dt="2023-08-19T13:24:34.331" v="580" actId="478"/>
            <ac:spMkLst>
              <pc:docMk/>
              <pc:sldMasterMk cId="0" sldId="2147483653"/>
              <pc:sldLayoutMk cId="0" sldId="2147484200"/>
              <ac:spMk id="4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4:42.907" v="583" actId="478"/>
          <pc:sldLayoutMkLst>
            <pc:docMk/>
            <pc:sldMasterMk cId="0" sldId="2147483653"/>
            <pc:sldLayoutMk cId="0" sldId="2147484202"/>
          </pc:sldLayoutMkLst>
          <pc:spChg chg="del">
            <ac:chgData name="james Lin" userId="99e842fa4348d56b" providerId="LiveId" clId="{2AFF828D-317F-4EAC-959B-98CB324B7BF5}" dt="2023-08-19T13:24:42.907" v="583" actId="478"/>
            <ac:spMkLst>
              <pc:docMk/>
              <pc:sldMasterMk cId="0" sldId="2147483653"/>
              <pc:sldLayoutMk cId="0" sldId="2147484202"/>
              <ac:spMk id="5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4:52.453" v="586" actId="478"/>
          <pc:sldLayoutMkLst>
            <pc:docMk/>
            <pc:sldMasterMk cId="0" sldId="2147483653"/>
            <pc:sldLayoutMk cId="0" sldId="2147484207"/>
          </pc:sldLayoutMkLst>
          <pc:spChg chg="del">
            <ac:chgData name="james Lin" userId="99e842fa4348d56b" providerId="LiveId" clId="{2AFF828D-317F-4EAC-959B-98CB324B7BF5}" dt="2023-08-19T13:24:52.453" v="586" actId="478"/>
            <ac:spMkLst>
              <pc:docMk/>
              <pc:sldMasterMk cId="0" sldId="2147483653"/>
              <pc:sldLayoutMk cId="0" sldId="2147484207"/>
              <ac:spMk id="3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4:58.011" v="587" actId="478"/>
          <pc:sldLayoutMkLst>
            <pc:docMk/>
            <pc:sldMasterMk cId="0" sldId="2147483653"/>
            <pc:sldLayoutMk cId="0" sldId="2147484208"/>
          </pc:sldLayoutMkLst>
          <pc:spChg chg="del">
            <ac:chgData name="james Lin" userId="99e842fa4348d56b" providerId="LiveId" clId="{2AFF828D-317F-4EAC-959B-98CB324B7BF5}" dt="2023-08-19T13:24:58.011" v="587" actId="478"/>
            <ac:spMkLst>
              <pc:docMk/>
              <pc:sldMasterMk cId="0" sldId="2147483653"/>
              <pc:sldLayoutMk cId="0" sldId="2147484208"/>
              <ac:spMk id="2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5:01.174" v="588" actId="478"/>
          <pc:sldLayoutMkLst>
            <pc:docMk/>
            <pc:sldMasterMk cId="0" sldId="2147483653"/>
            <pc:sldLayoutMk cId="0" sldId="2147484210"/>
          </pc:sldLayoutMkLst>
          <pc:spChg chg="del">
            <ac:chgData name="james Lin" userId="99e842fa4348d56b" providerId="LiveId" clId="{2AFF828D-317F-4EAC-959B-98CB324B7BF5}" dt="2023-08-19T13:25:01.174" v="588" actId="478"/>
            <ac:spMkLst>
              <pc:docMk/>
              <pc:sldMasterMk cId="0" sldId="2147483653"/>
              <pc:sldLayoutMk cId="0" sldId="2147484210"/>
              <ac:spMk id="5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5:04.422" v="589" actId="478"/>
          <pc:sldLayoutMkLst>
            <pc:docMk/>
            <pc:sldMasterMk cId="0" sldId="2147483653"/>
            <pc:sldLayoutMk cId="0" sldId="2147484212"/>
          </pc:sldLayoutMkLst>
          <pc:spChg chg="del">
            <ac:chgData name="james Lin" userId="99e842fa4348d56b" providerId="LiveId" clId="{2AFF828D-317F-4EAC-959B-98CB324B7BF5}" dt="2023-08-19T13:25:04.422" v="589" actId="478"/>
            <ac:spMkLst>
              <pc:docMk/>
              <pc:sldMasterMk cId="0" sldId="2147483653"/>
              <pc:sldLayoutMk cId="0" sldId="2147484212"/>
              <ac:spMk id="3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4:23.056" v="576" actId="478"/>
          <pc:sldLayoutMkLst>
            <pc:docMk/>
            <pc:sldMasterMk cId="0" sldId="2147483653"/>
            <pc:sldLayoutMk cId="0" sldId="2147484213"/>
          </pc:sldLayoutMkLst>
          <pc:spChg chg="del">
            <ac:chgData name="james Lin" userId="99e842fa4348d56b" providerId="LiveId" clId="{2AFF828D-317F-4EAC-959B-98CB324B7BF5}" dt="2023-08-19T13:24:23.056" v="576" actId="478"/>
            <ac:spMkLst>
              <pc:docMk/>
              <pc:sldMasterMk cId="0" sldId="2147483653"/>
              <pc:sldLayoutMk cId="0" sldId="2147484213"/>
              <ac:spMk id="4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4:49.011" v="585" actId="478"/>
          <pc:sldLayoutMkLst>
            <pc:docMk/>
            <pc:sldMasterMk cId="0" sldId="2147483653"/>
            <pc:sldLayoutMk cId="3927144007" sldId="2147484214"/>
          </pc:sldLayoutMkLst>
          <pc:spChg chg="del">
            <ac:chgData name="james Lin" userId="99e842fa4348d56b" providerId="LiveId" clId="{2AFF828D-317F-4EAC-959B-98CB324B7BF5}" dt="2023-08-19T13:24:49.011" v="585" actId="478"/>
            <ac:spMkLst>
              <pc:docMk/>
              <pc:sldMasterMk cId="0" sldId="2147483653"/>
              <pc:sldLayoutMk cId="3927144007" sldId="2147484214"/>
              <ac:spMk id="5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4:28.894" v="578" actId="478"/>
          <pc:sldLayoutMkLst>
            <pc:docMk/>
            <pc:sldMasterMk cId="0" sldId="2147483653"/>
            <pc:sldLayoutMk cId="1565722570" sldId="2147484215"/>
          </pc:sldLayoutMkLst>
          <pc:spChg chg="del">
            <ac:chgData name="james Lin" userId="99e842fa4348d56b" providerId="LiveId" clId="{2AFF828D-317F-4EAC-959B-98CB324B7BF5}" dt="2023-08-19T13:24:28.894" v="578" actId="478"/>
            <ac:spMkLst>
              <pc:docMk/>
              <pc:sldMasterMk cId="0" sldId="2147483653"/>
              <pc:sldLayoutMk cId="1565722570" sldId="2147484215"/>
              <ac:spMk id="4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5:18.376" v="594" actId="478"/>
          <pc:sldLayoutMkLst>
            <pc:docMk/>
            <pc:sldMasterMk cId="0" sldId="2147483653"/>
            <pc:sldLayoutMk cId="4130745918" sldId="2147484216"/>
          </pc:sldLayoutMkLst>
          <pc:spChg chg="del">
            <ac:chgData name="james Lin" userId="99e842fa4348d56b" providerId="LiveId" clId="{2AFF828D-317F-4EAC-959B-98CB324B7BF5}" dt="2023-08-19T13:25:18.376" v="594" actId="478"/>
            <ac:spMkLst>
              <pc:docMk/>
              <pc:sldMasterMk cId="0" sldId="2147483653"/>
              <pc:sldLayoutMk cId="4130745918" sldId="2147484216"/>
              <ac:spMk id="3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5:15.153" v="593" actId="478"/>
          <pc:sldLayoutMkLst>
            <pc:docMk/>
            <pc:sldMasterMk cId="0" sldId="2147483653"/>
            <pc:sldLayoutMk cId="3614594989" sldId="2147484217"/>
          </pc:sldLayoutMkLst>
          <pc:spChg chg="del">
            <ac:chgData name="james Lin" userId="99e842fa4348d56b" providerId="LiveId" clId="{2AFF828D-317F-4EAC-959B-98CB324B7BF5}" dt="2023-08-19T13:25:15.153" v="593" actId="478"/>
            <ac:spMkLst>
              <pc:docMk/>
              <pc:sldMasterMk cId="0" sldId="2147483653"/>
              <pc:sldLayoutMk cId="3614594989" sldId="2147484217"/>
              <ac:spMk id="3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5:12.725" v="592" actId="478"/>
          <pc:sldLayoutMkLst>
            <pc:docMk/>
            <pc:sldMasterMk cId="0" sldId="2147483653"/>
            <pc:sldLayoutMk cId="2478581790" sldId="2147484218"/>
          </pc:sldLayoutMkLst>
          <pc:spChg chg="del">
            <ac:chgData name="james Lin" userId="99e842fa4348d56b" providerId="LiveId" clId="{2AFF828D-317F-4EAC-959B-98CB324B7BF5}" dt="2023-08-19T13:25:12.725" v="592" actId="478"/>
            <ac:spMkLst>
              <pc:docMk/>
              <pc:sldMasterMk cId="0" sldId="2147483653"/>
              <pc:sldLayoutMk cId="2478581790" sldId="2147484218"/>
              <ac:spMk id="3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4:40.222" v="582" actId="478"/>
          <pc:sldLayoutMkLst>
            <pc:docMk/>
            <pc:sldMasterMk cId="0" sldId="2147483653"/>
            <pc:sldLayoutMk cId="3531949682" sldId="2147484219"/>
          </pc:sldLayoutMkLst>
          <pc:spChg chg="del">
            <ac:chgData name="james Lin" userId="99e842fa4348d56b" providerId="LiveId" clId="{2AFF828D-317F-4EAC-959B-98CB324B7BF5}" dt="2023-08-19T13:24:40.222" v="582" actId="478"/>
            <ac:spMkLst>
              <pc:docMk/>
              <pc:sldMasterMk cId="0" sldId="2147483653"/>
              <pc:sldLayoutMk cId="3531949682" sldId="2147484219"/>
              <ac:spMk id="4" creationId="{00000000-0000-0000-0000-000000000000}"/>
            </ac:spMkLst>
          </pc:spChg>
        </pc:sldLayoutChg>
        <pc:sldLayoutChg chg="delSp mod">
          <pc:chgData name="james Lin" userId="99e842fa4348d56b" providerId="LiveId" clId="{2AFF828D-317F-4EAC-959B-98CB324B7BF5}" dt="2023-08-19T13:24:45.897" v="584" actId="478"/>
          <pc:sldLayoutMkLst>
            <pc:docMk/>
            <pc:sldMasterMk cId="0" sldId="2147483653"/>
            <pc:sldLayoutMk cId="278596858" sldId="2147484220"/>
          </pc:sldLayoutMkLst>
          <pc:spChg chg="del">
            <ac:chgData name="james Lin" userId="99e842fa4348d56b" providerId="LiveId" clId="{2AFF828D-317F-4EAC-959B-98CB324B7BF5}" dt="2023-08-19T13:24:45.897" v="584" actId="478"/>
            <ac:spMkLst>
              <pc:docMk/>
              <pc:sldMasterMk cId="0" sldId="2147483653"/>
              <pc:sldLayoutMk cId="278596858" sldId="2147484220"/>
              <ac:spMk id="5" creationId="{00000000-0000-0000-0000-000000000000}"/>
            </ac:spMkLst>
          </pc:spChg>
        </pc:sldLayoutChg>
        <pc:sldLayoutChg chg="delSp modSp add mod modTransition">
          <pc:chgData name="james Lin" userId="99e842fa4348d56b" providerId="LiveId" clId="{2AFF828D-317F-4EAC-959B-98CB324B7BF5}" dt="2023-08-19T13:24:31.575" v="579" actId="478"/>
          <pc:sldLayoutMkLst>
            <pc:docMk/>
            <pc:sldMasterMk cId="0" sldId="2147483653"/>
            <pc:sldLayoutMk cId="270056448" sldId="2147484221"/>
          </pc:sldLayoutMkLst>
          <pc:spChg chg="mod">
            <ac:chgData name="james Lin" userId="99e842fa4348d56b" providerId="LiveId" clId="{2AFF828D-317F-4EAC-959B-98CB324B7BF5}" dt="2023-08-18T06:49:02.751" v="17" actId="2711"/>
            <ac:spMkLst>
              <pc:docMk/>
              <pc:sldMasterMk cId="0" sldId="2147483653"/>
              <pc:sldLayoutMk cId="270056448" sldId="2147484221"/>
              <ac:spMk id="3" creationId="{00000000-0000-0000-0000-000000000000}"/>
            </ac:spMkLst>
          </pc:spChg>
          <pc:spChg chg="del">
            <ac:chgData name="james Lin" userId="99e842fa4348d56b" providerId="LiveId" clId="{2AFF828D-317F-4EAC-959B-98CB324B7BF5}" dt="2023-08-19T13:24:31.575" v="579" actId="478"/>
            <ac:spMkLst>
              <pc:docMk/>
              <pc:sldMasterMk cId="0" sldId="2147483653"/>
              <pc:sldLayoutMk cId="270056448" sldId="2147484221"/>
              <ac:spMk id="4" creationId="{00000000-0000-0000-0000-000000000000}"/>
            </ac:spMkLst>
          </pc:spChg>
        </pc:sldLayoutChg>
        <pc:sldLayoutChg chg="delSp modSp add mod modTransition">
          <pc:chgData name="james Lin" userId="99e842fa4348d56b" providerId="LiveId" clId="{2AFF828D-317F-4EAC-959B-98CB324B7BF5}" dt="2023-08-19T13:25:06.857" v="590" actId="478"/>
          <pc:sldLayoutMkLst>
            <pc:docMk/>
            <pc:sldMasterMk cId="0" sldId="2147483653"/>
            <pc:sldLayoutMk cId="1783646824" sldId="2147484222"/>
          </pc:sldLayoutMkLst>
          <pc:spChg chg="mod">
            <ac:chgData name="james Lin" userId="99e842fa4348d56b" providerId="LiveId" clId="{2AFF828D-317F-4EAC-959B-98CB324B7BF5}" dt="2023-08-19T03:53:56.837" v="305" actId="14100"/>
            <ac:spMkLst>
              <pc:docMk/>
              <pc:sldMasterMk cId="0" sldId="2147483653"/>
              <pc:sldLayoutMk cId="1783646824" sldId="2147484222"/>
              <ac:spMk id="2" creationId="{00000000-0000-0000-0000-000000000000}"/>
            </ac:spMkLst>
          </pc:spChg>
          <pc:spChg chg="del">
            <ac:chgData name="james Lin" userId="99e842fa4348d56b" providerId="LiveId" clId="{2AFF828D-317F-4EAC-959B-98CB324B7BF5}" dt="2023-08-19T13:25:06.857" v="590" actId="478"/>
            <ac:spMkLst>
              <pc:docMk/>
              <pc:sldMasterMk cId="0" sldId="2147483653"/>
              <pc:sldLayoutMk cId="1783646824" sldId="2147484222"/>
              <ac:spMk id="3" creationId="{00000000-0000-0000-0000-000000000000}"/>
            </ac:spMkLst>
          </pc:spChg>
        </pc:sldLayoutChg>
        <pc:sldLayoutChg chg="delSp modSp add mod modTransition">
          <pc:chgData name="james Lin" userId="99e842fa4348d56b" providerId="LiveId" clId="{2AFF828D-317F-4EAC-959B-98CB324B7BF5}" dt="2023-08-19T13:25:09.883" v="591" actId="478"/>
          <pc:sldLayoutMkLst>
            <pc:docMk/>
            <pc:sldMasterMk cId="0" sldId="2147483653"/>
            <pc:sldLayoutMk cId="4042911546" sldId="2147484223"/>
          </pc:sldLayoutMkLst>
          <pc:spChg chg="mod">
            <ac:chgData name="james Lin" userId="99e842fa4348d56b" providerId="LiveId" clId="{2AFF828D-317F-4EAC-959B-98CB324B7BF5}" dt="2023-08-19T08:57:34.885" v="470" actId="2711"/>
            <ac:spMkLst>
              <pc:docMk/>
              <pc:sldMasterMk cId="0" sldId="2147483653"/>
              <pc:sldLayoutMk cId="4042911546" sldId="2147484223"/>
              <ac:spMk id="2" creationId="{00000000-0000-0000-0000-000000000000}"/>
            </ac:spMkLst>
          </pc:spChg>
          <pc:spChg chg="del">
            <ac:chgData name="james Lin" userId="99e842fa4348d56b" providerId="LiveId" clId="{2AFF828D-317F-4EAC-959B-98CB324B7BF5}" dt="2023-08-19T13:25:09.883" v="591" actId="478"/>
            <ac:spMkLst>
              <pc:docMk/>
              <pc:sldMasterMk cId="0" sldId="2147483653"/>
              <pc:sldLayoutMk cId="4042911546" sldId="2147484223"/>
              <ac:spMk id="3" creationId="{00000000-0000-0000-0000-000000000000}"/>
            </ac:spMkLst>
          </pc:spChg>
        </pc:sldLayoutChg>
        <pc:sldLayoutChg chg="delSp modSp add mod modTransition">
          <pc:chgData name="james Lin" userId="99e842fa4348d56b" providerId="LiveId" clId="{2AFF828D-317F-4EAC-959B-98CB324B7BF5}" dt="2023-08-19T13:24:37.561" v="581" actId="478"/>
          <pc:sldLayoutMkLst>
            <pc:docMk/>
            <pc:sldMasterMk cId="0" sldId="2147483653"/>
            <pc:sldLayoutMk cId="997683286" sldId="2147484224"/>
          </pc:sldLayoutMkLst>
          <pc:spChg chg="mod">
            <ac:chgData name="james Lin" userId="99e842fa4348d56b" providerId="LiveId" clId="{2AFF828D-317F-4EAC-959B-98CB324B7BF5}" dt="2023-08-19T13:23:03.767" v="571" actId="14100"/>
            <ac:spMkLst>
              <pc:docMk/>
              <pc:sldMasterMk cId="0" sldId="2147483653"/>
              <pc:sldLayoutMk cId="997683286" sldId="2147484224"/>
              <ac:spMk id="3" creationId="{00000000-0000-0000-0000-000000000000}"/>
            </ac:spMkLst>
          </pc:spChg>
          <pc:spChg chg="del">
            <ac:chgData name="james Lin" userId="99e842fa4348d56b" providerId="LiveId" clId="{2AFF828D-317F-4EAC-959B-98CB324B7BF5}" dt="2023-08-19T13:24:37.561" v="581" actId="478"/>
            <ac:spMkLst>
              <pc:docMk/>
              <pc:sldMasterMk cId="0" sldId="2147483653"/>
              <pc:sldLayoutMk cId="997683286" sldId="2147484224"/>
              <ac:spMk id="4" creationId="{00000000-0000-0000-0000-000000000000}"/>
            </ac:spMkLst>
          </pc:spChg>
        </pc:sldLayoutChg>
        <pc:sldLayoutChg chg="modSp add mod modTransition">
          <pc:chgData name="james Lin" userId="99e842fa4348d56b" providerId="LiveId" clId="{2AFF828D-317F-4EAC-959B-98CB324B7BF5}" dt="2023-08-20T11:58:32.865" v="1341" actId="14100"/>
          <pc:sldLayoutMkLst>
            <pc:docMk/>
            <pc:sldMasterMk cId="0" sldId="2147483653"/>
            <pc:sldLayoutMk cId="1469283889" sldId="2147484225"/>
          </pc:sldLayoutMkLst>
          <pc:spChg chg="mod">
            <ac:chgData name="james Lin" userId="99e842fa4348d56b" providerId="LiveId" clId="{2AFF828D-317F-4EAC-959B-98CB324B7BF5}" dt="2023-08-20T11:58:32.865" v="1341" actId="14100"/>
            <ac:spMkLst>
              <pc:docMk/>
              <pc:sldMasterMk cId="0" sldId="2147483653"/>
              <pc:sldLayoutMk cId="1469283889" sldId="2147484225"/>
              <ac:spMk id="2" creationId="{00000000-0000-0000-0000-000000000000}"/>
            </ac:spMkLst>
          </pc:spChg>
        </pc:sldLayoutChg>
        <pc:sldLayoutChg chg="modSp add mod modTransition">
          <pc:chgData name="james Lin" userId="99e842fa4348d56b" providerId="LiveId" clId="{2AFF828D-317F-4EAC-959B-98CB324B7BF5}" dt="2023-08-20T12:48:36.565" v="1691" actId="3064"/>
          <pc:sldLayoutMkLst>
            <pc:docMk/>
            <pc:sldMasterMk cId="0" sldId="2147483653"/>
            <pc:sldLayoutMk cId="1061595796" sldId="2147484226"/>
          </pc:sldLayoutMkLst>
          <pc:spChg chg="mod">
            <ac:chgData name="james Lin" userId="99e842fa4348d56b" providerId="LiveId" clId="{2AFF828D-317F-4EAC-959B-98CB324B7BF5}" dt="2023-08-20T12:48:36.565" v="1691" actId="3064"/>
            <ac:spMkLst>
              <pc:docMk/>
              <pc:sldMasterMk cId="0" sldId="2147483653"/>
              <pc:sldLayoutMk cId="1061595796" sldId="2147484226"/>
              <ac:spMk id="2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99ED379-C981-4A31-B6AE-B7D16B5F8A3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63025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13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199B635-87EF-4E4B-8C3C-A20EEB0CE3C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21646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4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252000" y="2709000"/>
            <a:ext cx="8640000" cy="1440000"/>
          </a:xfrm>
        </p:spPr>
        <p:txBody>
          <a:bodyPr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269000"/>
            <a:ext cx="8280000" cy="27000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</a:t>
            </a:r>
            <a:r>
              <a:rPr lang="zh-TW" altLang="en-US" dirty="0" smtClean="0"/>
              <a:t>樣式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269000"/>
            <a:ext cx="8280000" cy="5040000"/>
          </a:xfrm>
        </p:spPr>
        <p:txBody>
          <a:bodyPr/>
          <a:lstStyle>
            <a:lvl1pPr marL="0" indent="0">
              <a:buFontTx/>
              <a:buNone/>
              <a:defRPr>
                <a:latin typeface="+mn-lt"/>
              </a:defRPr>
            </a:lvl1pPr>
          </a:lstStyle>
          <a:p>
            <a:pPr lvl="0"/>
            <a:r>
              <a:rPr lang="zh-TW" altLang="en-US" dirty="0"/>
              <a:t>按一下以編輯母片文字</a:t>
            </a:r>
            <a:r>
              <a:rPr lang="zh-TW" altLang="en-US" dirty="0" smtClean="0"/>
              <a:t>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7304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1269000"/>
            <a:ext cx="8280000" cy="52200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7683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000" y="1449000"/>
            <a:ext cx="7200000" cy="9000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336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1449000"/>
            <a:ext cx="8280000" cy="9000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>
                <a:latin typeface="+mn-lt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403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2000" y="189000"/>
            <a:ext cx="8640000" cy="1080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32000" y="5589000"/>
            <a:ext cx="8280000" cy="720000"/>
          </a:xfrm>
        </p:spPr>
        <p:txBody>
          <a:bodyPr/>
          <a:lstStyle>
            <a:lvl1pPr>
              <a:buFontTx/>
              <a:buNone/>
              <a:defRPr sz="2000"/>
            </a:lvl1pPr>
            <a:lvl2pPr>
              <a:buFontTx/>
              <a:buNone/>
              <a:defRPr sz="2400"/>
            </a:lvl2pPr>
            <a:lvl3pPr>
              <a:buFontTx/>
              <a:buNone/>
              <a:defRPr sz="2000"/>
            </a:lvl3pPr>
            <a:lvl4pPr>
              <a:buFontTx/>
              <a:buNone/>
              <a:defRPr sz="1800"/>
            </a:lvl4pPr>
            <a:lvl5pPr>
              <a:buFontTx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32000" y="1269000"/>
            <a:ext cx="8280000" cy="2880000"/>
          </a:xfrm>
        </p:spPr>
        <p:txBody>
          <a:bodyPr/>
          <a:lstStyle>
            <a:lvl1pPr>
              <a:buFontTx/>
              <a:buNone/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917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32000" y="3609000"/>
            <a:ext cx="8280000" cy="3060000"/>
          </a:xfrm>
        </p:spPr>
        <p:txBody>
          <a:bodyPr/>
          <a:lstStyle>
            <a:lvl1pPr>
              <a:buFontTx/>
              <a:buNone/>
              <a:defRPr sz="2000"/>
            </a:lvl1pPr>
            <a:lvl2pPr>
              <a:buFontTx/>
              <a:buNone/>
              <a:defRPr sz="2400"/>
            </a:lvl2pPr>
            <a:lvl3pPr>
              <a:buFontTx/>
              <a:buNone/>
              <a:defRPr sz="2000"/>
            </a:lvl3pPr>
            <a:lvl4pPr>
              <a:buFontTx/>
              <a:buNone/>
              <a:defRPr sz="1800"/>
            </a:lvl4pPr>
            <a:lvl5pPr>
              <a:buFontTx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32000" y="189000"/>
            <a:ext cx="8280000" cy="2160000"/>
          </a:xfrm>
        </p:spPr>
        <p:txBody>
          <a:bodyPr/>
          <a:lstStyle>
            <a:lvl1pPr>
              <a:buFontTx/>
              <a:buNone/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7514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8280000" cy="36000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3646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1_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972000" y="549000"/>
            <a:ext cx="7020000" cy="3060000"/>
          </a:xfrm>
        </p:spPr>
        <p:txBody>
          <a:bodyPr wrap="none"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2390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2_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8280000" cy="59400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92838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3_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6120000" cy="3960000"/>
          </a:xfrm>
        </p:spPr>
        <p:txBody>
          <a:bodyPr rIns="36000"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1595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4_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32000" y="369000"/>
            <a:ext cx="8280000" cy="6120000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6_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252000" y="549000"/>
            <a:ext cx="8640000" cy="5940000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8778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5_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8280000" cy="57600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291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432000" y="189000"/>
            <a:ext cx="828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2000" y="1269000"/>
            <a:ext cx="8280000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按一下以編輯母片本文</a:t>
            </a:r>
            <a:r>
              <a:rPr lang="zh-TW" altLang="en-US" dirty="0" smtClean="0"/>
              <a:t>樣式</a:t>
            </a:r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199" r:id="rId2"/>
    <p:sldLayoutId id="2147484234" r:id="rId3"/>
    <p:sldLayoutId id="2147484224" r:id="rId4"/>
    <p:sldLayoutId id="2147484231" r:id="rId5"/>
    <p:sldLayoutId id="2147484232" r:id="rId6"/>
    <p:sldLayoutId id="2147484229" r:id="rId7"/>
    <p:sldLayoutId id="2147484228" r:id="rId8"/>
    <p:sldLayoutId id="2147484207" r:id="rId9"/>
    <p:sldLayoutId id="2147484208" r:id="rId10"/>
    <p:sldLayoutId id="2147484222" r:id="rId11"/>
    <p:sldLayoutId id="2147484230" r:id="rId12"/>
    <p:sldLayoutId id="2147484225" r:id="rId13"/>
    <p:sldLayoutId id="2147484226" r:id="rId14"/>
    <p:sldLayoutId id="2147484212" r:id="rId15"/>
    <p:sldLayoutId id="2147484233" r:id="rId16"/>
    <p:sldLayoutId id="2147484223" r:id="rId17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String-Searching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575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1A5FD5-8DF5-8C77-5BDD-132B790D92B3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dirty="0"/>
              <a:t>In computer science, </a:t>
            </a:r>
            <a:r>
              <a:rPr lang="en-US" altLang="zh-TW" i="1" dirty="0">
                <a:solidFill>
                  <a:srgbClr val="0000FF"/>
                </a:solidFill>
              </a:rPr>
              <a:t>string-searching algorithms</a:t>
            </a:r>
            <a:r>
              <a:rPr lang="en-US" altLang="zh-TW" dirty="0"/>
              <a:t>, sometimes called </a:t>
            </a:r>
            <a:r>
              <a:rPr lang="en-US" altLang="zh-TW" i="1" dirty="0">
                <a:solidFill>
                  <a:srgbClr val="0000FF"/>
                </a:solidFill>
              </a:rPr>
              <a:t>string-matching algorithms</a:t>
            </a:r>
            <a:r>
              <a:rPr lang="en-US" altLang="zh-TW" dirty="0"/>
              <a:t>, are an important class of string algorithms that try to find a place where one or several strings (also called patterns) are found within a larger string or text.</a:t>
            </a:r>
          </a:p>
          <a:p>
            <a:endParaRPr lang="en-US" altLang="zh-TW" dirty="0"/>
          </a:p>
          <a:p>
            <a:r>
              <a:rPr lang="en-US" altLang="zh-TW" dirty="0"/>
              <a:t>A basic example of string searching is when the pattern and the searched text are arrays of elements of an alphabet (finite set) Σ. Σ may be a human language alphabet, for example, the letters A through Z and other applications may use a binary alphabet (Σ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{0, 1}) or a DNA alphabet (Σ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{A, C, G, T}) in bioinformatics.</a:t>
            </a:r>
            <a:endParaRPr lang="zh-TW" altLang="en-US" dirty="0"/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2202221"/>
              </p:ext>
            </p:extLst>
          </p:nvPr>
        </p:nvGraphicFramePr>
        <p:xfrm>
          <a:off x="1512000" y="4509000"/>
          <a:ext cx="59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140602"/>
              </p:ext>
            </p:extLst>
          </p:nvPr>
        </p:nvGraphicFramePr>
        <p:xfrm>
          <a:off x="151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73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Simple Algorithm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stringSearching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pat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!found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"Not found\n"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7697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8913664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582188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950252"/>
              </p:ext>
            </p:extLst>
          </p:nvPr>
        </p:nvGraphicFramePr>
        <p:xfrm>
          <a:off x="169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88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2608760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131857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932257"/>
              </p:ext>
            </p:extLst>
          </p:nvPr>
        </p:nvGraphicFramePr>
        <p:xfrm>
          <a:off x="169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76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9271027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590004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224429"/>
              </p:ext>
            </p:extLst>
          </p:nvPr>
        </p:nvGraphicFramePr>
        <p:xfrm>
          <a:off x="169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237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7812958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730858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750454"/>
              </p:ext>
            </p:extLst>
          </p:nvPr>
        </p:nvGraphicFramePr>
        <p:xfrm>
          <a:off x="169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80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1068141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867386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352560"/>
              </p:ext>
            </p:extLst>
          </p:nvPr>
        </p:nvGraphicFramePr>
        <p:xfrm>
          <a:off x="169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233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6619254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631212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507601"/>
              </p:ext>
            </p:extLst>
          </p:nvPr>
        </p:nvGraphicFramePr>
        <p:xfrm>
          <a:off x="169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093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1786612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232315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038252"/>
              </p:ext>
            </p:extLst>
          </p:nvPr>
        </p:nvGraphicFramePr>
        <p:xfrm>
          <a:off x="205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73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395499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841552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800271"/>
              </p:ext>
            </p:extLst>
          </p:nvPr>
        </p:nvGraphicFramePr>
        <p:xfrm>
          <a:off x="241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549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7379192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81964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704733"/>
              </p:ext>
            </p:extLst>
          </p:nvPr>
        </p:nvGraphicFramePr>
        <p:xfrm>
          <a:off x="277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77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3210747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835965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96481"/>
              </p:ext>
            </p:extLst>
          </p:nvPr>
        </p:nvGraphicFramePr>
        <p:xfrm>
          <a:off x="277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5103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590189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714709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10338"/>
              </p:ext>
            </p:extLst>
          </p:nvPr>
        </p:nvGraphicFramePr>
        <p:xfrm>
          <a:off x="277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784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/>
          </p:nvPr>
        </p:nvSpPr>
        <p:spPr/>
        <p:txBody>
          <a:bodyPr/>
          <a:lstStyle/>
          <a:p>
            <a:pPr lvl="0"/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&lt;= n - m; i++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0; j &lt; m;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j++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+ j ] != pat[ j ] )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break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== m - 1 )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found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/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/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1598999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18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+</a:t>
                      </a:r>
                      <a:r>
                        <a:rPr kumimoji="1" lang="en-US" altLang="zh-TW" sz="2000" b="0" i="0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627940"/>
              </p:ext>
            </p:extLst>
          </p:nvPr>
        </p:nvGraphicFramePr>
        <p:xfrm>
          <a:off x="3672000" y="3429000"/>
          <a:ext cx="7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i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j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596900"/>
              </p:ext>
            </p:extLst>
          </p:nvPr>
        </p:nvGraphicFramePr>
        <p:xfrm>
          <a:off x="2772000" y="5589000"/>
          <a:ext cx="27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j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330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tabLst>
                <a:tab pos="789305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The worst-case time complexity of the function </a:t>
            </a:r>
            <a:r>
              <a:rPr lang="sv-SE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stringSearching</a:t>
            </a:r>
            <a:r>
              <a:rPr lang="en-US" altLang="zh-TW" dirty="0" smtClean="0">
                <a:solidFill>
                  <a:srgbClr val="000000"/>
                </a:solidFill>
              </a:rPr>
              <a:t> is          </a:t>
            </a:r>
            <a:r>
              <a:rPr lang="en-US" altLang="zh-TW" i="1" dirty="0">
                <a:solidFill>
                  <a:srgbClr val="000000"/>
                </a:solidFill>
              </a:rPr>
              <a:t>O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sz="18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strlen</a:t>
            </a:r>
            <a:r>
              <a:rPr lang="en-US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800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str</a:t>
            </a:r>
            <a:r>
              <a:rPr lang="en-US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⋅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8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strlen</a:t>
            </a:r>
            <a:r>
              <a:rPr lang="en-US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8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pat</a:t>
            </a:r>
            <a:r>
              <a:rPr lang="en-US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).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888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Knuth-Morris-Pratt Algorithm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 eaLnBrk="1" hangingPunct="1">
              <a:spcBef>
                <a:spcPct val="0"/>
              </a:spcBef>
              <a:buSzTx/>
              <a:defRPr/>
            </a:pP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In this example, </a:t>
            </a:r>
            <a:r>
              <a:rPr lang="en-US" altLang="zh-TW" i="1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ab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is the longest proper prefix of </a:t>
            </a:r>
            <a:r>
              <a:rPr lang="en-US" altLang="zh-TW" i="1" dirty="0" err="1">
                <a:solidFill>
                  <a:srgbClr val="000000"/>
                </a:solidFill>
              </a:rPr>
              <a:t>abcab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which is also a suffix of </a:t>
            </a:r>
            <a:r>
              <a:rPr lang="en-US" altLang="zh-TW" i="1" dirty="0" err="1">
                <a:solidFill>
                  <a:srgbClr val="000000"/>
                </a:solidFill>
              </a:rPr>
              <a:t>abcab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. Hence</a:t>
            </a:r>
            <a:r>
              <a:rPr lang="en-US" altLang="zh-TW" kern="1200" spc="3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spc="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f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(4)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2 (the length of </a:t>
            </a:r>
            <a:r>
              <a:rPr lang="en-US" altLang="zh-TW" i="1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ab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).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Definition: </a:t>
            </a:r>
            <a:r>
              <a:rPr lang="en-US" altLang="zh-TW" dirty="0" smtClean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0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spc="200" baseline="-25000" dirty="0" err="1">
                <a:solidFill>
                  <a:srgbClr val="000000"/>
                </a:solidFill>
                <a:sym typeface="tci3"/>
              </a:rPr>
              <a:t>n</a:t>
            </a:r>
            <a:r>
              <a:rPr lang="en-US" altLang="zh-TW" sz="1800" baseline="-2500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−</a:t>
            </a:r>
            <a:r>
              <a:rPr lang="en-US" altLang="zh-TW" baseline="-25000" dirty="0" err="1">
                <a:solidFill>
                  <a:srgbClr val="000000"/>
                </a:solidFill>
                <a:sym typeface="tci3"/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is a pattern, then its </a:t>
            </a:r>
            <a:r>
              <a:rPr lang="en-US" altLang="zh-TW" i="1" dirty="0">
                <a:solidFill>
                  <a:srgbClr val="FF0000"/>
                </a:solidFill>
                <a:sym typeface="tci3"/>
              </a:rPr>
              <a:t>failure function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,</a:t>
            </a:r>
            <a:r>
              <a:rPr lang="en-US" altLang="zh-TW" spc="200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i="1" spc="200" dirty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, is defined as follows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: </a:t>
            </a:r>
            <a:r>
              <a:rPr lang="en-US" altLang="zh-TW" i="1" spc="600" dirty="0" smtClean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(0)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0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and for every </a:t>
            </a:r>
            <a:r>
              <a:rPr lang="en-US" altLang="zh-TW" i="1" dirty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1, 2, . . ., </a:t>
            </a:r>
            <a:r>
              <a:rPr lang="en-US" altLang="zh-TW" i="1" spc="150" dirty="0">
                <a:solidFill>
                  <a:srgbClr val="000000"/>
                </a:solidFill>
              </a:rPr>
              <a:t>n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,</a:t>
            </a:r>
          </a:p>
          <a:p>
            <a:pPr marL="1620000" lvl="0" indent="-720000">
              <a:defRPr/>
            </a:pPr>
            <a:r>
              <a:rPr lang="en-US" altLang="zh-TW" i="1" spc="600" dirty="0" smtClean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(</a:t>
            </a:r>
            <a:r>
              <a:rPr lang="en-US" altLang="zh-TW" i="1" spc="100" dirty="0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	the 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length of the longest proper prefix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which is also a suffix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 smtClean="0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  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if there is a proper prefix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which is also a suffix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 smtClean="0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spc="300" baseline="-25000" dirty="0" err="1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</a:rPr>
              <a:t>,</a:t>
            </a:r>
            <a:endParaRPr lang="en-US" altLang="zh-TW" dirty="0" smtClean="0">
              <a:solidFill>
                <a:srgbClr val="000000"/>
              </a:solidFill>
            </a:endParaRPr>
          </a:p>
          <a:p>
            <a:pPr marL="1620000" lvl="0" indent="-720000">
              <a:defRPr/>
            </a:pP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i="1" spc="600" dirty="0" smtClean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(</a:t>
            </a:r>
            <a:r>
              <a:rPr lang="en-US" altLang="zh-TW" i="1" spc="100" dirty="0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0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otherwise.</a:t>
            </a:r>
            <a:endParaRPr lang="en-US" altLang="zh-TW" dirty="0">
              <a:solidFill>
                <a:srgbClr val="000000"/>
              </a:solidFill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</a:rPr>
              <a:t>It is obvious that 0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600" dirty="0" smtClean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(</a:t>
            </a:r>
            <a:r>
              <a:rPr lang="en-US" altLang="zh-TW" i="1" spc="100" dirty="0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</a:rPr>
              <a:t>For the example pattern, </a:t>
            </a:r>
            <a:r>
              <a:rPr lang="en-US" altLang="zh-TW" i="1" dirty="0">
                <a:solidFill>
                  <a:srgbClr val="000000"/>
                </a:solidFill>
              </a:rPr>
              <a:t>pat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abcabcacab</a:t>
            </a:r>
            <a:r>
              <a:rPr lang="en-US" altLang="zh-TW" dirty="0">
                <a:solidFill>
                  <a:srgbClr val="000000"/>
                </a:solidFill>
              </a:rPr>
              <a:t>, we have: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787759"/>
              </p:ext>
            </p:extLst>
          </p:nvPr>
        </p:nvGraphicFramePr>
        <p:xfrm>
          <a:off x="2412000" y="4149000"/>
          <a:ext cx="39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9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spc="300" dirty="0"/>
                        <a:t>f</a:t>
                      </a:r>
                      <a:endParaRPr lang="zh-TW" altLang="en-US" sz="2000" i="1" spc="300" dirty="0"/>
                    </a:p>
                  </a:txBody>
                  <a:tcPr marR="90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152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 algn="ctr" eaLnBrk="1" hangingPunct="1">
              <a:spcBef>
                <a:spcPct val="0"/>
              </a:spcBef>
              <a:buSzTx/>
              <a:defRPr/>
            </a:pP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 kern="12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kern="1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≠</a:t>
            </a:r>
            <a:r>
              <a:rPr lang="en-US" altLang="zh-TW" kern="12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7</a:t>
            </a:r>
            <a:endParaRPr lang="en-US" altLang="zh-TW" kern="1200" dirty="0">
              <a:solidFill>
                <a:srgbClr val="000000"/>
              </a:solidFill>
              <a:latin typeface="Times New Roman" pitchFamily="18" charset="0"/>
              <a:ea typeface="新細明體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SzTx/>
              <a:defRPr/>
            </a:pP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1</a:t>
            </a:r>
            <a:r>
              <a:rPr lang="en-US" altLang="zh-TW" kern="12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kern="1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≠</a:t>
            </a:r>
            <a:r>
              <a:rPr lang="en-US" altLang="zh-TW" kern="12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6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7</a:t>
            </a:r>
            <a:endParaRPr lang="en-US" altLang="zh-TW" kern="1200" dirty="0">
              <a:solidFill>
                <a:srgbClr val="000000"/>
              </a:solidFill>
              <a:latin typeface="Times New Roman" pitchFamily="18" charset="0"/>
              <a:ea typeface="新細明體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SzTx/>
              <a:defRPr/>
            </a:pP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1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2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≠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5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6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7</a:t>
            </a:r>
            <a:endParaRPr lang="en-US" altLang="zh-TW" kern="1200" dirty="0">
              <a:solidFill>
                <a:srgbClr val="000000"/>
              </a:solidFill>
              <a:latin typeface="Times New Roman" pitchFamily="18" charset="0"/>
              <a:ea typeface="新細明體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SzTx/>
              <a:defRPr/>
            </a:pP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1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2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3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≠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4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5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6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7</a:t>
            </a:r>
            <a:endParaRPr lang="en-US" altLang="zh-TW" kern="1200" dirty="0">
              <a:solidFill>
                <a:srgbClr val="000000"/>
              </a:solidFill>
              <a:latin typeface="Times New Roman" pitchFamily="18" charset="0"/>
              <a:ea typeface="新細明體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SzTx/>
              <a:defRPr/>
            </a:pP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1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2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3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4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≠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3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4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5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6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7</a:t>
            </a:r>
            <a:endParaRPr lang="en-US" altLang="zh-TW" kern="1200" dirty="0">
              <a:solidFill>
                <a:srgbClr val="000000"/>
              </a:solidFill>
              <a:latin typeface="Times New Roman" pitchFamily="18" charset="0"/>
              <a:ea typeface="新細明體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SzTx/>
              <a:defRPr/>
            </a:pP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1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2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3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4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5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kern="1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≠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2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3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4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5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6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7</a:t>
            </a:r>
            <a:endParaRPr lang="en-US" altLang="zh-TW" kern="1200" dirty="0">
              <a:solidFill>
                <a:srgbClr val="000000"/>
              </a:solidFill>
              <a:latin typeface="Times New Roman" pitchFamily="18" charset="0"/>
              <a:ea typeface="新細明體" pitchFamily="18" charset="-120"/>
            </a:endParaRPr>
          </a:p>
          <a:p>
            <a:pPr marL="0" lvl="0" indent="0" algn="ctr" eaLnBrk="1" hangingPunct="1">
              <a:spcBef>
                <a:spcPct val="0"/>
              </a:spcBef>
              <a:buSzTx/>
              <a:defRPr/>
            </a:pP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1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2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3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4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5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6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kern="1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≠</a:t>
            </a:r>
            <a:r>
              <a:rPr lang="en-US" altLang="zh-TW" kern="12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1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2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3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4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5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ea typeface="新細明體" pitchFamily="18" charset="-120"/>
              </a:rPr>
              <a:t>6</a:t>
            </a:r>
            <a:r>
              <a:rPr lang="en-US" altLang="zh-TW" kern="1200" baseline="-250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7</a:t>
            </a:r>
            <a:endParaRPr lang="en-US" altLang="zh-TW" kern="1200" dirty="0">
              <a:solidFill>
                <a:srgbClr val="000000"/>
              </a:solidFill>
              <a:latin typeface="Times New Roman" pitchFamily="18" charset="0"/>
              <a:ea typeface="新細明體" pitchFamily="18" charset="-120"/>
            </a:endParaRPr>
          </a:p>
          <a:p>
            <a:pPr marL="0" lvl="0" indent="0" eaLnBrk="1" hangingPunct="1">
              <a:spcBef>
                <a:spcPts val="600"/>
              </a:spcBef>
              <a:buSzTx/>
              <a:defRPr/>
            </a:pP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Hence 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there is no proper prefix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 smtClean="0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baseline="-25000" dirty="0" err="1" smtClean="0">
                <a:solidFill>
                  <a:srgbClr val="000000"/>
                </a:solidFill>
                <a:sym typeface="tci3"/>
              </a:rPr>
              <a:t>7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which is also a suffix of</a:t>
            </a:r>
            <a:r>
              <a:rPr lang="en-US" altLang="zh-TW" kern="12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 kern="1200" baseline="-25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p</a:t>
            </a:r>
            <a:r>
              <a:rPr lang="en-US" altLang="zh-TW" kern="1200" baseline="-250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1</a:t>
            </a:r>
            <a:r>
              <a:rPr lang="en-US" altLang="zh-TW" kern="1200" spc="300" dirty="0" err="1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sym typeface="MT Extra"/>
              </a:rPr>
              <a:t></a:t>
            </a:r>
            <a:r>
              <a:rPr lang="en-US" altLang="zh-TW" i="1" kern="12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sym typeface="tci3"/>
              </a:rPr>
              <a:t>p</a:t>
            </a:r>
            <a:r>
              <a:rPr lang="en-US" altLang="zh-TW" kern="1200" baseline="-25000" dirty="0" err="1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sym typeface="tci3"/>
              </a:rPr>
              <a:t>7</a:t>
            </a:r>
            <a:r>
              <a:rPr lang="en-US" altLang="zh-TW" kern="12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, 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and hence </a:t>
            </a:r>
            <a:r>
              <a:rPr lang="en-US" altLang="zh-TW" i="1" kern="1200" spc="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f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(7)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kern="1200" dirty="0" smtClean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0.</a:t>
            </a:r>
            <a:endParaRPr lang="en-US" altLang="zh-TW" kern="1200" dirty="0">
              <a:solidFill>
                <a:srgbClr val="000000"/>
              </a:solidFill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Definition: </a:t>
            </a:r>
            <a:r>
              <a:rPr lang="en-US" altLang="zh-TW" dirty="0" smtClean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0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spc="200" baseline="-25000" dirty="0" err="1">
                <a:solidFill>
                  <a:srgbClr val="000000"/>
                </a:solidFill>
                <a:sym typeface="tci3"/>
              </a:rPr>
              <a:t>n</a:t>
            </a:r>
            <a:r>
              <a:rPr lang="en-US" altLang="zh-TW" sz="1800" baseline="-2500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−</a:t>
            </a:r>
            <a:r>
              <a:rPr lang="en-US" altLang="zh-TW" baseline="-25000" dirty="0" err="1">
                <a:solidFill>
                  <a:srgbClr val="000000"/>
                </a:solidFill>
                <a:sym typeface="tci3"/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is a pattern, then its </a:t>
            </a:r>
            <a:r>
              <a:rPr lang="en-US" altLang="zh-TW" i="1" dirty="0">
                <a:solidFill>
                  <a:srgbClr val="FF0000"/>
                </a:solidFill>
                <a:sym typeface="tci3"/>
              </a:rPr>
              <a:t>failure function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,</a:t>
            </a:r>
            <a:r>
              <a:rPr lang="en-US" altLang="zh-TW" spc="200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i="1" spc="200" dirty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, is defined as follows: </a:t>
            </a:r>
            <a:r>
              <a:rPr lang="en-US" altLang="zh-TW" i="1" spc="600" dirty="0" smtClean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(0)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0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and for every </a:t>
            </a:r>
            <a:r>
              <a:rPr lang="en-US" altLang="zh-TW" i="1" dirty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1, 2, . . ., </a:t>
            </a:r>
            <a:r>
              <a:rPr lang="en-US" altLang="zh-TW" i="1" spc="150" dirty="0">
                <a:solidFill>
                  <a:srgbClr val="000000"/>
                </a:solidFill>
              </a:rPr>
              <a:t>n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,</a:t>
            </a:r>
          </a:p>
          <a:p>
            <a:pPr marL="1620000" lvl="0" indent="-720000">
              <a:defRPr/>
            </a:pPr>
            <a:r>
              <a:rPr lang="en-US" altLang="zh-TW" i="1" spc="600" dirty="0" smtClean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(</a:t>
            </a:r>
            <a:r>
              <a:rPr lang="en-US" altLang="zh-TW" i="1" spc="100" dirty="0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	the length of the longest proper prefix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which is also a suffix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 if there is a proper prefix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which is also a suffix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1620000" lvl="0" indent="-720000">
              <a:defRPr/>
            </a:pP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i="1" spc="600" dirty="0" smtClean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(</a:t>
            </a:r>
            <a:r>
              <a:rPr lang="en-US" altLang="zh-TW" i="1" spc="100" dirty="0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0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otherwise</a:t>
            </a:r>
            <a:endParaRPr lang="en-US" altLang="zh-TW" dirty="0">
              <a:solidFill>
                <a:srgbClr val="000000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734875"/>
              </p:ext>
            </p:extLst>
          </p:nvPr>
        </p:nvGraphicFramePr>
        <p:xfrm>
          <a:off x="2412000" y="2349000"/>
          <a:ext cx="39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9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spc="300" dirty="0"/>
                        <a:t>f</a:t>
                      </a:r>
                      <a:endParaRPr lang="zh-TW" altLang="en-US" sz="2000" i="1" spc="3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007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kmp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*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found =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0,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found =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!found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"Not found\n"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3551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/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7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6545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7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864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7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995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7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6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7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275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7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570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7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471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7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849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5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749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8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5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993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9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5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8936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5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801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13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4079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11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13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0463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13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057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13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01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8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13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720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9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13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81933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13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118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/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/>
        </p:nvGraphicFramePr>
        <p:xfrm>
          <a:off x="3132000" y="540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9521143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854523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30665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9917002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8484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01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1121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17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01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852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17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092000" y="5409000"/>
          <a:ext cx="19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842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152000" y="4509000"/>
          <a:ext cx="72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4905825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329981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6774034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18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092000" y="5409000"/>
          <a:ext cx="19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kumimoji="1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Output</a:t>
            </a:r>
            <a:endParaRPr kumimoji="1" lang="zh-TW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0750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Correctness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altLang="zh-TW" sz="2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According </a:t>
            </a:r>
            <a:r>
              <a:rPr lang="en-US" altLang="zh-TW" sz="2000" kern="1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to the </a:t>
            </a:r>
            <a:r>
              <a:rPr lang="en-US" altLang="zh-TW" sz="2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function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kmp</a:t>
            </a:r>
            <a:r>
              <a:rPr lang="en-US" altLang="zh-TW" sz="2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at the time right before the </a:t>
            </a:r>
            <a:r>
              <a:rPr lang="en-US" altLang="zh-TW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statement	     </a:t>
            </a:r>
            <a:r>
              <a:rPr lang="en-US" altLang="zh-TW" sz="1600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- 1 ]</a:t>
            </a:r>
            <a:r>
              <a:rPr lang="en-US" altLang="zh-TW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is </a:t>
            </a:r>
            <a:r>
              <a:rPr lang="en-US" altLang="zh-TW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excuted</a:t>
            </a:r>
            <a:r>
              <a:rPr lang="en-US" altLang="zh-TW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endParaRPr lang="en-US" altLang="zh-TW" sz="2000" kern="100" dirty="0" smtClean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spcAft>
                <a:spcPts val="0"/>
              </a:spcAft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pat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[ 0 ..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- 1 ] ==</a:t>
            </a:r>
            <a:r>
              <a:rPr lang="en-US" altLang="zh-TW" sz="1600" kern="1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str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..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]</a:t>
            </a:r>
            <a:r>
              <a:rPr lang="en-US" altLang="zh-TW" sz="2000" dirty="0" smtClean="0">
                <a:solidFill>
                  <a:srgbClr val="000000"/>
                </a:solidFill>
                <a:ea typeface="細明體" panose="02020509000000000000" pitchFamily="49" charset="-120"/>
                <a:cs typeface="細明體" panose="02020509000000000000" pitchFamily="49" charset="-120"/>
              </a:rPr>
              <a:t>.</a:t>
            </a:r>
          </a:p>
          <a:p>
            <a:pPr>
              <a:spcAft>
                <a:spcPts val="0"/>
              </a:spcAft>
            </a:pPr>
            <a:endParaRPr lang="zh-TW" altLang="zh-TW" sz="2000" kern="1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623888" indent="-623888">
              <a:spcAft>
                <a:spcPts val="0"/>
              </a:spcAft>
            </a:pPr>
            <a:r>
              <a:rPr lang="en-US" altLang="zh-TW" sz="2000" kern="100" dirty="0" smtClean="0">
                <a:solidFill>
                  <a:srgbClr val="000000"/>
                </a:solidFill>
                <a:ea typeface="標楷體" panose="03000509000000000000" pitchFamily="65" charset="-120"/>
                <a:cs typeface="Courier New" panose="02070309020205020404" pitchFamily="49" charset="0"/>
              </a:rPr>
              <a:t>Thus	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pat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- 1 ] ..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- 1 ]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==</a:t>
            </a:r>
          </a:p>
          <a:p>
            <a:pPr marL="623888" indent="-623888">
              <a:spcAft>
                <a:spcPts val="0"/>
              </a:spcAft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	</a:t>
            </a:r>
            <a:r>
              <a:rPr lang="en-US" altLang="zh-TW" sz="1600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str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- 1 ] ..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]</a:t>
            </a:r>
            <a:r>
              <a:rPr lang="en-US" altLang="zh-TW" sz="2000" kern="100" dirty="0" smtClean="0">
                <a:solidFill>
                  <a:srgbClr val="000000"/>
                </a:solidFill>
                <a:ea typeface="標楷體" panose="03000509000000000000" pitchFamily="65" charset="-120"/>
              </a:rPr>
              <a:t>.</a:t>
            </a:r>
          </a:p>
          <a:p>
            <a:pPr marL="623888" indent="-623888">
              <a:spcAft>
                <a:spcPts val="0"/>
              </a:spcAft>
            </a:pPr>
            <a:endParaRPr lang="zh-TW" altLang="zh-TW" sz="2000" kern="1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TW" sz="2000" kern="100" dirty="0">
                <a:solidFill>
                  <a:srgbClr val="000000"/>
                </a:solidFill>
                <a:ea typeface="標楷體" panose="03000509000000000000" pitchFamily="65" charset="-120"/>
              </a:rPr>
              <a:t>By definition of failure function</a:t>
            </a:r>
            <a:r>
              <a:rPr lang="en-US" altLang="zh-TW" sz="2000" kern="100" dirty="0" smtClean="0">
                <a:solidFill>
                  <a:srgbClr val="000000"/>
                </a:solidFill>
                <a:ea typeface="標楷體" panose="03000509000000000000" pitchFamily="65" charset="-120"/>
              </a:rPr>
              <a:t>,</a:t>
            </a:r>
          </a:p>
          <a:p>
            <a:pPr marL="623888">
              <a:spcAft>
                <a:spcPts val="0"/>
              </a:spcAft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pat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[ 0 ..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- 1 ] - 1 ]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==</a:t>
            </a:r>
          </a:p>
          <a:p>
            <a:pPr marL="623888">
              <a:spcAft>
                <a:spcPts val="0"/>
              </a:spcAft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pat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- 1 ] ..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]</a:t>
            </a:r>
            <a:r>
              <a:rPr lang="en-US" altLang="zh-TW" sz="2000" kern="100" dirty="0" smtClean="0">
                <a:solidFill>
                  <a:srgbClr val="000000"/>
                </a:solidFill>
                <a:ea typeface="標楷體" panose="03000509000000000000" pitchFamily="65" charset="-120"/>
              </a:rPr>
              <a:t>.</a:t>
            </a:r>
          </a:p>
          <a:p>
            <a:pPr>
              <a:spcAft>
                <a:spcPts val="0"/>
              </a:spcAft>
            </a:pPr>
            <a:endParaRPr lang="zh-TW" altLang="zh-TW" sz="2000" kern="1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71563" indent="-1071563">
              <a:spcAft>
                <a:spcPts val="0"/>
              </a:spcAft>
            </a:pPr>
            <a:r>
              <a:rPr lang="en-US" altLang="zh-TW" sz="2000" kern="100" dirty="0" smtClean="0">
                <a:solidFill>
                  <a:srgbClr val="000000"/>
                </a:solidFill>
                <a:ea typeface="標楷體" panose="03000509000000000000" pitchFamily="65" charset="-120"/>
              </a:rPr>
              <a:t>Therefore	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pat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[ 0 ..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- 1 ] - 1 ] </a:t>
            </a: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==</a:t>
            </a:r>
          </a:p>
          <a:p>
            <a:pPr marL="1071563" indent="-1071563">
              <a:spcAft>
                <a:spcPts val="0"/>
              </a:spcAft>
            </a:pPr>
            <a:r>
              <a:rPr lang="en-US" altLang="zh-TW" sz="160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	</a:t>
            </a:r>
            <a:r>
              <a:rPr lang="en-US" altLang="zh-TW" sz="1600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str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</a:t>
            </a:r>
            <a:r>
              <a:rPr lang="en-US" altLang="zh-TW" sz="16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- 1 ] .. </a:t>
            </a:r>
            <a:r>
              <a:rPr lang="en-US" altLang="zh-TW" sz="16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  <a:cs typeface="細明體" panose="02020509000000000000" pitchFamily="49" charset="-120"/>
              </a:rPr>
              <a:t> - 1 ]</a:t>
            </a:r>
            <a:r>
              <a:rPr lang="en-US" altLang="zh-TW" sz="2000" kern="1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.</a:t>
            </a:r>
            <a:endParaRPr lang="zh-TW" altLang="zh-TW" sz="2000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72605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445843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/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7272"/>
              </p:ext>
            </p:extLst>
          </p:nvPr>
        </p:nvGraphicFramePr>
        <p:xfrm>
          <a:off x="133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EA15786-F668-AE1F-CA1F-D8A06F265E1C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218EB3-A7BC-A9A1-733A-8EA1857AE12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7533857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173136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601564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941191"/>
              </p:ext>
            </p:extLst>
          </p:nvPr>
        </p:nvGraphicFramePr>
        <p:xfrm>
          <a:off x="133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48193C93-E5AE-487B-A608-A1D28DEF843F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806E6A9-40B5-1527-0EF3-1F2C5FE01C7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6812007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0984420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598939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83910"/>
              </p:ext>
            </p:extLst>
          </p:nvPr>
        </p:nvGraphicFramePr>
        <p:xfrm>
          <a:off x="133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C919BC22-FD73-372C-EB63-8C5D93435462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ED76B8-3584-530A-4684-B4AB665548B8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7845182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6462032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565211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328633"/>
              </p:ext>
            </p:extLst>
          </p:nvPr>
        </p:nvGraphicFramePr>
        <p:xfrm>
          <a:off x="133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4B60B61E-EBA7-84EE-57BB-D30EFD628E26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3CD42B2-0FED-A9CC-3C60-888BDF2F708C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891619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747248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582901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794291"/>
              </p:ext>
            </p:extLst>
          </p:nvPr>
        </p:nvGraphicFramePr>
        <p:xfrm>
          <a:off x="133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CA694098-9282-1E8F-2AB1-1F24CA6D9400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BB8B3C-2FE3-99B7-6A87-F920A0F8F399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3815734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868969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213117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854965"/>
              </p:ext>
            </p:extLst>
          </p:nvPr>
        </p:nvGraphicFramePr>
        <p:xfrm>
          <a:off x="133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1591F9B9-65E1-1425-9941-894713F3EB12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AD1DB5-CDF0-13D3-3974-1C8AD731C44F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0900347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9532787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475984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660145"/>
              </p:ext>
            </p:extLst>
          </p:nvPr>
        </p:nvGraphicFramePr>
        <p:xfrm>
          <a:off x="133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B70AF5A-618F-A304-EE20-4BC76549EABA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47006E8-9C19-7DC2-D3B5-F6A4C6785527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4700020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2201577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/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/>
        </p:nvGraphicFramePr>
        <p:xfrm>
          <a:off x="133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7169628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0811258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130179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805962"/>
              </p:ext>
            </p:extLst>
          </p:nvPr>
        </p:nvGraphicFramePr>
        <p:xfrm>
          <a:off x="241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3379693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2688544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143165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70538"/>
              </p:ext>
            </p:extLst>
          </p:nvPr>
        </p:nvGraphicFramePr>
        <p:xfrm>
          <a:off x="241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637464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7325746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102016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8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48597"/>
              </p:ext>
            </p:extLst>
          </p:nvPr>
        </p:nvGraphicFramePr>
        <p:xfrm>
          <a:off x="241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858906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9254678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449977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9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613127"/>
              </p:ext>
            </p:extLst>
          </p:nvPr>
        </p:nvGraphicFramePr>
        <p:xfrm>
          <a:off x="241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419735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0595020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/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9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/>
        </p:nvGraphicFramePr>
        <p:xfrm>
          <a:off x="241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9672224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8135753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6292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9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692774"/>
              </p:ext>
            </p:extLst>
          </p:nvPr>
        </p:nvGraphicFramePr>
        <p:xfrm>
          <a:off x="349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0576039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8975722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978168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10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861415"/>
              </p:ext>
            </p:extLst>
          </p:nvPr>
        </p:nvGraphicFramePr>
        <p:xfrm>
          <a:off x="349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7459628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0253867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715832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11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66797"/>
              </p:ext>
            </p:extLst>
          </p:nvPr>
        </p:nvGraphicFramePr>
        <p:xfrm>
          <a:off x="349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9266379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5337198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845012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5443"/>
              </p:ext>
            </p:extLst>
          </p:nvPr>
        </p:nvGraphicFramePr>
        <p:xfrm>
          <a:off x="349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621822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8670481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/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/>
        </p:nvGraphicFramePr>
        <p:xfrm>
          <a:off x="349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6196621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5446750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315666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12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929068"/>
              </p:ext>
            </p:extLst>
          </p:nvPr>
        </p:nvGraphicFramePr>
        <p:xfrm>
          <a:off x="457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433612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5438525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793141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241240"/>
              </p:ext>
            </p:extLst>
          </p:nvPr>
        </p:nvGraphicFramePr>
        <p:xfrm>
          <a:off x="457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6915924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5726721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409348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14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645446"/>
              </p:ext>
            </p:extLst>
          </p:nvPr>
        </p:nvGraphicFramePr>
        <p:xfrm>
          <a:off x="457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0723313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3389566"/>
              </p:ext>
            </p:extLst>
          </p:nvPr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151105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514512"/>
              </p:ext>
            </p:extLst>
          </p:nvPr>
        </p:nvGraphicFramePr>
        <p:xfrm>
          <a:off x="457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0456896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/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/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</a:p>
          <a:p>
            <a:r>
              <a:rPr lang="en-US" altLang="zh-TW" sz="1600" dirty="0">
                <a:latin typeface="Lucida Console" panose="020B0609040504020204" pitchFamily="49" charset="0"/>
              </a:rPr>
              <a:t>Found at 9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5934124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at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&lt;&lt;</a:t>
            </a:r>
            <a:r>
              <a:rPr kumimoji="1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</a:t>
            </a:r>
            <a:r>
              <a:rPr kumimoji="1" lang="en-US" altLang="zh-TW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內容版面配置區 10">
            <a:extLst>
              <a:ext uri="{FF2B5EF4-FFF2-40B4-BE49-F238E27FC236}">
                <a16:creationId xmlns:a16="http://schemas.microsoft.com/office/drawing/2014/main" id="{55FCD40F-F901-AB6E-D400-B738A2280375}"/>
              </a:ext>
            </a:extLst>
          </p:cNvPr>
          <p:cNvGraphicFramePr>
            <a:graphicFrameLocks/>
          </p:cNvGraphicFramePr>
          <p:nvPr/>
        </p:nvGraphicFramePr>
        <p:xfrm>
          <a:off x="1512000" y="4509000"/>
          <a:ext cx="61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1800" b="1" i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6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7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8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9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10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11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12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13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14</a:t>
                      </a:r>
                      <a:endParaRPr lang="zh-TW" altLang="en-US" sz="1800" dirty="0"/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930C298-A92E-76BE-0D76-DBD71D98F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221181"/>
              </p:ext>
            </p:extLst>
          </p:nvPr>
        </p:nvGraphicFramePr>
        <p:xfrm>
          <a:off x="6732000" y="342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posS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2000" b="0" i="1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+mn-cs"/>
                        </a:rPr>
                        <a:t>posP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15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72000" marR="72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DA7B058-BBF2-D364-7C6C-DDDDF6396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033179"/>
              </p:ext>
            </p:extLst>
          </p:nvPr>
        </p:nvGraphicFramePr>
        <p:xfrm>
          <a:off x="5652000" y="5409000"/>
          <a:ext cx="30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/>
                        <a:t>posP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4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5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pat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/>
                        <a:t>failure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0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1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2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3</a:t>
                      </a:r>
                      <a:endParaRPr lang="zh-TW" altLang="en-US" sz="1800" dirty="0"/>
                    </a:p>
                  </a:txBody>
                  <a:tcPr marR="90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CA56021-0788-0FAB-EC53-99C1A5C7AE91}"/>
              </a:ext>
            </a:extLst>
          </p:cNvPr>
          <p:cNvSpPr txBox="1"/>
          <p:nvPr/>
        </p:nvSpPr>
        <p:spPr>
          <a:xfrm>
            <a:off x="6732000" y="1269000"/>
            <a:ext cx="1980000" cy="1440000"/>
          </a:xfrm>
          <a:prstGeom prst="rect">
            <a:avLst/>
          </a:prstGeom>
          <a:solidFill>
            <a:srgbClr val="66FFFF"/>
          </a:solidFill>
          <a:ln w="1905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1600" dirty="0">
                <a:latin typeface="Lucida Console" panose="020B0609040504020204" pitchFamily="49" charset="0"/>
              </a:rPr>
              <a:t>Found at 0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3</a:t>
            </a:r>
          </a:p>
          <a:p>
            <a:r>
              <a:rPr kumimoji="1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+mn-cs"/>
              </a:rPr>
              <a:t>Found at 6</a:t>
            </a:r>
          </a:p>
          <a:p>
            <a:r>
              <a:rPr lang="en-US" altLang="zh-TW" sz="1600" dirty="0">
                <a:latin typeface="Lucida Console" panose="020B0609040504020204" pitchFamily="49" charset="0"/>
              </a:rPr>
              <a:t>Found at 9</a:t>
            </a:r>
            <a:endParaRPr lang="zh-TW" altLang="en-US" sz="1600" dirty="0">
              <a:latin typeface="Lucida Console" panose="020B0609040504020204" pitchFamily="49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9DDD49-7687-AC66-B85F-7F9624CB9316}"/>
              </a:ext>
            </a:extLst>
          </p:cNvPr>
          <p:cNvSpPr txBox="1"/>
          <p:nvPr/>
        </p:nvSpPr>
        <p:spPr>
          <a:xfrm>
            <a:off x="7092000" y="909000"/>
            <a:ext cx="1260000" cy="36000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 algn="ctr"/>
            <a:r>
              <a:rPr lang="en-US" altLang="zh-TW" sz="2200" dirty="0"/>
              <a:t>Output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7740710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Knuth-Morris-Pratt Algorithm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 eaLnBrk="1" hangingPunct="1">
              <a:spcBef>
                <a:spcPct val="0"/>
              </a:spcBef>
              <a:buSzTx/>
              <a:defRPr/>
            </a:pP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In this example, </a:t>
            </a:r>
            <a:r>
              <a:rPr lang="en-US" altLang="zh-TW" i="1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ab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is the longest proper prefix of </a:t>
            </a:r>
            <a:r>
              <a:rPr lang="en-US" altLang="zh-TW" i="1" dirty="0" err="1">
                <a:solidFill>
                  <a:srgbClr val="000000"/>
                </a:solidFill>
              </a:rPr>
              <a:t>abcab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which is also a suffix of </a:t>
            </a:r>
            <a:r>
              <a:rPr lang="en-US" altLang="zh-TW" i="1" dirty="0" err="1">
                <a:solidFill>
                  <a:srgbClr val="000000"/>
                </a:solidFill>
              </a:rPr>
              <a:t>abcab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. Hence</a:t>
            </a:r>
            <a:r>
              <a:rPr lang="en-US" altLang="zh-TW" kern="1200" spc="3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i="1" kern="1200" spc="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f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(4)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 2 (the length of </a:t>
            </a:r>
            <a:r>
              <a:rPr lang="en-US" altLang="zh-TW" i="1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ab</a:t>
            </a:r>
            <a:r>
              <a:rPr lang="en-US" altLang="zh-TW" kern="12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rPr>
              <a:t>).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defRPr/>
            </a:pPr>
            <a:r>
              <a:rPr lang="en-US" altLang="zh-TW" b="1" dirty="0">
                <a:solidFill>
                  <a:srgbClr val="000000"/>
                </a:solidFill>
              </a:rPr>
              <a:t>Definition: </a:t>
            </a:r>
            <a:r>
              <a:rPr lang="en-US" altLang="zh-TW" dirty="0" smtClean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p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 smtClean="0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 smtClean="0">
                <a:solidFill>
                  <a:srgbClr val="000000"/>
                </a:solidFill>
              </a:rPr>
              <a:t>0</a:t>
            </a:r>
            <a:r>
              <a:rPr lang="en-US" altLang="zh-TW" baseline="-25000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spc="200" baseline="-25000" dirty="0" err="1">
                <a:solidFill>
                  <a:srgbClr val="000000"/>
                </a:solidFill>
                <a:sym typeface="tci3"/>
              </a:rPr>
              <a:t>n</a:t>
            </a:r>
            <a:r>
              <a:rPr lang="en-US" altLang="zh-TW" sz="1800" baseline="-25000" dirty="0" err="1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−</a:t>
            </a:r>
            <a:r>
              <a:rPr lang="en-US" altLang="zh-TW" baseline="-25000" dirty="0" err="1">
                <a:solidFill>
                  <a:srgbClr val="000000"/>
                </a:solidFill>
                <a:sym typeface="tci3"/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is a pattern, then its </a:t>
            </a:r>
            <a:r>
              <a:rPr lang="en-US" altLang="zh-TW" i="1" dirty="0">
                <a:solidFill>
                  <a:srgbClr val="FF0000"/>
                </a:solidFill>
                <a:sym typeface="tci3"/>
              </a:rPr>
              <a:t>failure function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,</a:t>
            </a:r>
            <a:r>
              <a:rPr lang="en-US" altLang="zh-TW" spc="200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i="1" spc="200" dirty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, is defined as follows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: </a:t>
            </a:r>
            <a:r>
              <a:rPr lang="en-US" altLang="zh-TW" i="1" spc="600" dirty="0" smtClean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[0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0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and for every </a:t>
            </a:r>
            <a:r>
              <a:rPr lang="en-US" altLang="zh-TW" i="1" dirty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1, 2, . . ., </a:t>
            </a:r>
            <a:r>
              <a:rPr lang="en-US" altLang="zh-TW" i="1" spc="150" dirty="0">
                <a:solidFill>
                  <a:srgbClr val="000000"/>
                </a:solidFill>
              </a:rPr>
              <a:t>n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>
                <a:solidFill>
                  <a:srgbClr val="000000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,</a:t>
            </a:r>
          </a:p>
          <a:p>
            <a:pPr marL="1620000" lvl="0" indent="-720000">
              <a:defRPr/>
            </a:pPr>
            <a:r>
              <a:rPr lang="en-US" altLang="zh-TW" i="1" spc="600" dirty="0" smtClean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[</a:t>
            </a:r>
            <a:r>
              <a:rPr lang="en-US" altLang="zh-TW" i="1" spc="100" dirty="0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]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	the 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length of the longest proper prefix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which is also a suffix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 smtClean="0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sym typeface="tci3"/>
              </a:rPr>
              <a:t>  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if there is a proper prefix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which is also a suffix of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0</a:t>
            </a:r>
            <a:r>
              <a:rPr lang="en-US" altLang="zh-TW" baseline="-25000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p</a:t>
            </a:r>
            <a:r>
              <a:rPr lang="en-US" altLang="zh-TW" baseline="-25000" dirty="0" err="1">
                <a:solidFill>
                  <a:srgbClr val="000000"/>
                </a:solidFill>
              </a:rPr>
              <a:t>1</a:t>
            </a:r>
            <a:r>
              <a:rPr lang="en-US" altLang="zh-TW" spc="300" dirty="0" err="1">
                <a:solidFill>
                  <a:srgbClr val="000000"/>
                </a:solidFill>
                <a:sym typeface="MT Extra"/>
              </a:rPr>
              <a:t></a:t>
            </a:r>
            <a:r>
              <a:rPr lang="en-US" altLang="zh-TW" i="1" dirty="0" err="1" smtClean="0">
                <a:solidFill>
                  <a:srgbClr val="000000"/>
                </a:solidFill>
                <a:sym typeface="tci3"/>
              </a:rPr>
              <a:t>p</a:t>
            </a:r>
            <a:r>
              <a:rPr lang="en-US" altLang="zh-TW" i="1" baseline="-25000" dirty="0" err="1" smtClean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</a:p>
          <a:p>
            <a:pPr marL="1620000" lvl="0" indent="-720000">
              <a:defRPr/>
            </a:pP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i="1" spc="600" dirty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[</a:t>
            </a:r>
            <a:r>
              <a:rPr lang="en-US" altLang="zh-TW" i="1" spc="100" dirty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tci3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0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 otherwise</a:t>
            </a:r>
            <a:endParaRPr lang="en-US" altLang="zh-TW" dirty="0">
              <a:solidFill>
                <a:srgbClr val="000000"/>
              </a:solidFill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</a:rPr>
              <a:t>It is obvious that 0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pc="300" dirty="0">
                <a:solidFill>
                  <a:srgbClr val="000000"/>
                </a:solidFill>
              </a:rPr>
              <a:t> </a:t>
            </a:r>
            <a:r>
              <a:rPr lang="en-US" altLang="zh-TW" i="1" spc="600" dirty="0">
                <a:solidFill>
                  <a:srgbClr val="000000"/>
                </a:solidFill>
                <a:sym typeface="tci3"/>
              </a:rPr>
              <a:t>f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[</a:t>
            </a:r>
            <a:r>
              <a:rPr lang="en-US" altLang="zh-TW" i="1" spc="100" dirty="0">
                <a:solidFill>
                  <a:srgbClr val="000000"/>
                </a:solidFill>
                <a:sym typeface="tci3"/>
              </a:rPr>
              <a:t>i</a:t>
            </a:r>
            <a:r>
              <a:rPr lang="en-US" altLang="zh-TW" dirty="0">
                <a:solidFill>
                  <a:srgbClr val="000000"/>
                </a:solidFill>
                <a:sym typeface="tci3"/>
              </a:rPr>
              <a:t>]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</a:rPr>
              <a:t>For the example pattern, </a:t>
            </a:r>
            <a:r>
              <a:rPr lang="en-US" altLang="zh-TW" i="1" dirty="0">
                <a:solidFill>
                  <a:srgbClr val="000000"/>
                </a:solidFill>
              </a:rPr>
              <a:t>pat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abcabcacab</a:t>
            </a:r>
            <a:r>
              <a:rPr lang="en-US" altLang="zh-TW" dirty="0">
                <a:solidFill>
                  <a:srgbClr val="000000"/>
                </a:solidFill>
              </a:rPr>
              <a:t>, we have: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2412000" y="4329000"/>
          <a:ext cx="39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9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</a:t>
                      </a:r>
                      <a:endParaRPr lang="zh-TW" altLang="en-US" sz="2000" i="1" dirty="0"/>
                    </a:p>
                  </a:txBody>
                  <a:tcPr marR="90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c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a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/>
                        <a:t>b</a:t>
                      </a:r>
                      <a:endParaRPr lang="zh-TW" altLang="en-US" sz="2000" i="1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spc="300" dirty="0"/>
                        <a:t>f</a:t>
                      </a:r>
                      <a:endParaRPr lang="zh-TW" altLang="en-US" sz="2000" i="1" spc="300" dirty="0"/>
                    </a:p>
                  </a:txBody>
                  <a:tcPr marR="90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4508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內容版面配置區 1"/>
          <p:cNvSpPr>
            <a:spLocks noGrp="1"/>
          </p:cNvSpPr>
          <p:nvPr>
            <p:ph/>
          </p:nvPr>
        </p:nvSpPr>
        <p:spPr/>
        <p:txBody>
          <a:bodyPr rIns="90000"/>
          <a:lstStyle/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>
                <a:solidFill>
                  <a:srgbClr val="000000"/>
                </a:solidFill>
              </a:rPr>
              <a:t>  </a:t>
            </a:r>
            <a:r>
              <a:rPr lang="en-US" altLang="zh-TW" dirty="0"/>
              <a:t>The time complexity of the function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chemeClr val="bg1"/>
                </a:solidFill>
              </a:rPr>
              <a:t> is never decreased, we get that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chemeClr val="bg1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cannot be executed more than </a:t>
            </a:r>
            <a:r>
              <a:rPr lang="en-US" altLang="zh-TW" i="1" dirty="0">
                <a:solidFill>
                  <a:schemeClr val="bg1"/>
                </a:solidFill>
              </a:rPr>
              <a:t>n</a:t>
            </a:r>
            <a:r>
              <a:rPr lang="en-US" altLang="zh-TW" dirty="0">
                <a:solidFill>
                  <a:schemeClr val="bg1"/>
                </a:solidFill>
              </a:rPr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Each time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is executed,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chemeClr val="bg1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is also executed.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cannot be executed more than </a:t>
            </a:r>
            <a:r>
              <a:rPr lang="en-US" altLang="zh-TW" i="1" dirty="0">
                <a:solidFill>
                  <a:schemeClr val="bg1"/>
                </a:solidFill>
              </a:rPr>
              <a:t>n</a:t>
            </a:r>
            <a:r>
              <a:rPr lang="en-US" altLang="zh-TW" dirty="0">
                <a:solidFill>
                  <a:schemeClr val="bg1"/>
                </a:solidFill>
              </a:rPr>
              <a:t> times.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FFFF"/>
                </a:solidFill>
              </a:rPr>
              <a:t>By definition of failure function, 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failure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800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800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FFFFFF"/>
                </a:solidFill>
              </a:rPr>
              <a:t>, it follows have that the statement </a:t>
            </a:r>
            <a:r>
              <a:rPr lang="en-US" altLang="zh-TW" spc="300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failure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FFFFFF"/>
                </a:solidFill>
              </a:rPr>
              <a:t> decreases the value of</a:t>
            </a:r>
            <a:r>
              <a:rPr lang="en-US" altLang="zh-TW" spc="300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FFFFFF"/>
                </a:solidFill>
              </a:rPr>
              <a:t>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By </a:t>
            </a:r>
            <a:r>
              <a:rPr lang="en-US" altLang="zh-TW" dirty="0">
                <a:solidFill>
                  <a:schemeClr val="bg1"/>
                </a:solidFill>
              </a:rPr>
              <a:t>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cannot be negative.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Hence,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is executed.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</a:rPr>
              <a:t> times.</a:t>
            </a:r>
            <a:endParaRPr lang="en-US" altLang="zh-TW" dirty="0">
              <a:solidFill>
                <a:schemeClr val="bg1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no statement of function </a:t>
            </a:r>
            <a:r>
              <a:rPr lang="en-US" altLang="zh-TW" sz="1700" dirty="0" err="1">
                <a:latin typeface="Lucida Console" panose="020B0609040504020204" pitchFamily="49" charset="0"/>
              </a:rPr>
              <a:t>kmp</a:t>
            </a:r>
            <a:r>
              <a:rPr lang="en-US" altLang="zh-TW" dirty="0"/>
              <a:t> is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times, and the time complexity of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O(</a:t>
            </a:r>
            <a:r>
              <a:rPr lang="en-US" altLang="zh-TW" i="1" dirty="0"/>
              <a:t>n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O(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77413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內容版面配置區 1"/>
          <p:cNvSpPr>
            <a:spLocks noGrp="1"/>
          </p:cNvSpPr>
          <p:nvPr>
            <p:ph/>
          </p:nvPr>
        </p:nvSpPr>
        <p:spPr/>
        <p:txBody>
          <a:bodyPr rIns="90000"/>
          <a:lstStyle/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>
                <a:solidFill>
                  <a:srgbClr val="000000"/>
                </a:solidFill>
              </a:rPr>
              <a:t>  </a:t>
            </a:r>
            <a:r>
              <a:rPr lang="en-US" altLang="zh-TW" dirty="0"/>
              <a:t>The time complexity of the function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chemeClr val="bg1"/>
                </a:solidFill>
              </a:rPr>
              <a:t> is never decreased</a:t>
            </a:r>
            <a:r>
              <a:rPr lang="en-US" altLang="zh-TW" dirty="0"/>
              <a:t>, we get that </a:t>
            </a:r>
            <a:r>
              <a:rPr lang="en-US" altLang="zh-TW" dirty="0">
                <a:solidFill>
                  <a:srgbClr val="000000"/>
                </a:solidFill>
              </a:rPr>
              <a:t>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dirty="0"/>
              <a:t>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Each time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is executed,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chemeClr val="bg1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is also executed.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FFFF"/>
                </a:solidFill>
              </a:rPr>
              <a:t>By definition of failure function, 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failure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800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800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FFFFFF"/>
                </a:solidFill>
              </a:rPr>
              <a:t>, it follows have that the statement </a:t>
            </a:r>
            <a:r>
              <a:rPr lang="en-US" altLang="zh-TW" spc="300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failure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FFFFFF"/>
                </a:solidFill>
              </a:rPr>
              <a:t> decreases the value of</a:t>
            </a:r>
            <a:r>
              <a:rPr lang="en-US" altLang="zh-TW" spc="300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FFFFFF"/>
                </a:solidFill>
              </a:rPr>
              <a:t>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By </a:t>
            </a:r>
            <a:r>
              <a:rPr lang="en-US" altLang="zh-TW" dirty="0">
                <a:solidFill>
                  <a:schemeClr val="bg1"/>
                </a:solidFill>
              </a:rPr>
              <a:t>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cannot be negative.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Hence,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is executed.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no statement of function </a:t>
            </a:r>
            <a:r>
              <a:rPr lang="en-US" altLang="zh-TW" sz="1700" dirty="0" err="1">
                <a:latin typeface="Lucida Console" panose="020B0609040504020204" pitchFamily="49" charset="0"/>
              </a:rPr>
              <a:t>kmp</a:t>
            </a:r>
            <a:r>
              <a:rPr lang="en-US" altLang="zh-TW" dirty="0"/>
              <a:t> is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times, and the time complexity of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O(</a:t>
            </a:r>
            <a:r>
              <a:rPr lang="en-US" altLang="zh-TW" i="1" dirty="0"/>
              <a:t>n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O(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3716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內容版面配置區 1"/>
          <p:cNvSpPr>
            <a:spLocks noGrp="1"/>
          </p:cNvSpPr>
          <p:nvPr>
            <p:ph/>
          </p:nvPr>
        </p:nvSpPr>
        <p:spPr/>
        <p:txBody>
          <a:bodyPr rIns="90000"/>
          <a:lstStyle/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>
                <a:solidFill>
                  <a:srgbClr val="000000"/>
                </a:solidFill>
              </a:rPr>
              <a:t>  </a:t>
            </a:r>
            <a:r>
              <a:rPr lang="en-US" altLang="zh-TW" dirty="0"/>
              <a:t>The time complexity of the function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Since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/>
              <a:t> is never decreased, we get that </a:t>
            </a:r>
            <a:r>
              <a:rPr lang="en-US" altLang="zh-TW" dirty="0">
                <a:solidFill>
                  <a:srgbClr val="000000"/>
                </a:solidFill>
              </a:rPr>
              <a:t>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dirty="0"/>
              <a:t>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Each time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is executed,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chemeClr val="bg1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is also executed.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FFFF"/>
                </a:solidFill>
              </a:rPr>
              <a:t>By definition of failure function, 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failure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800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800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FFFFFF"/>
                </a:solidFill>
              </a:rPr>
              <a:t>, it follows have that the statement </a:t>
            </a:r>
            <a:r>
              <a:rPr lang="en-US" altLang="zh-TW" spc="300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failure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FFFFFF"/>
                </a:solidFill>
              </a:rPr>
              <a:t> decreases the value of</a:t>
            </a:r>
            <a:r>
              <a:rPr lang="en-US" altLang="zh-TW" spc="300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FFFFFF"/>
                </a:solidFill>
              </a:rPr>
              <a:t>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By </a:t>
            </a:r>
            <a:r>
              <a:rPr lang="en-US" altLang="zh-TW" dirty="0">
                <a:solidFill>
                  <a:schemeClr val="bg1"/>
                </a:solidFill>
              </a:rPr>
              <a:t>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cannot be negative.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Hence,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is executed.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no statement of function </a:t>
            </a:r>
            <a:r>
              <a:rPr lang="en-US" altLang="zh-TW" sz="1700" dirty="0" err="1">
                <a:latin typeface="Lucida Console" panose="020B0609040504020204" pitchFamily="49" charset="0"/>
              </a:rPr>
              <a:t>kmp</a:t>
            </a:r>
            <a:r>
              <a:rPr lang="en-US" altLang="zh-TW" dirty="0"/>
              <a:t> is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times, and the time complexity of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O(</a:t>
            </a:r>
            <a:r>
              <a:rPr lang="en-US" altLang="zh-TW" i="1" dirty="0"/>
              <a:t>n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O(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82060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內容版面配置區 1"/>
          <p:cNvSpPr>
            <a:spLocks noGrp="1"/>
          </p:cNvSpPr>
          <p:nvPr>
            <p:ph/>
          </p:nvPr>
        </p:nvSpPr>
        <p:spPr/>
        <p:txBody>
          <a:bodyPr rIns="90000"/>
          <a:lstStyle/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>
                <a:solidFill>
                  <a:srgbClr val="000000"/>
                </a:solidFill>
              </a:rPr>
              <a:t>  </a:t>
            </a:r>
            <a:r>
              <a:rPr lang="en-US" altLang="zh-TW" dirty="0"/>
              <a:t>The time complexity of the function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Since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/>
              <a:t> is never decreased, we get that </a:t>
            </a:r>
            <a:r>
              <a:rPr lang="en-US" altLang="zh-TW" dirty="0">
                <a:solidFill>
                  <a:srgbClr val="000000"/>
                </a:solidFill>
              </a:rPr>
              <a:t>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dirty="0"/>
              <a:t>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Each time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is executed,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latin typeface="Symbol" pitchFamily="18" charset="2"/>
              </a:rPr>
              <a:t> </a:t>
            </a:r>
            <a:r>
              <a:rPr lang="en-US" altLang="zh-TW" dirty="0"/>
              <a:t>is also executed.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FFFF"/>
                </a:solidFill>
              </a:rPr>
              <a:t>By definition of failure function, 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failure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800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800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FFFFFF"/>
                </a:solidFill>
              </a:rPr>
              <a:t>, it follows have that the statement </a:t>
            </a:r>
            <a:r>
              <a:rPr lang="en-US" altLang="zh-TW" spc="300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failure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FFFFFF"/>
                </a:solidFill>
              </a:rPr>
              <a:t> decreases the value of</a:t>
            </a:r>
            <a:r>
              <a:rPr lang="en-US" altLang="zh-TW" spc="300" dirty="0">
                <a:solidFill>
                  <a:srgbClr val="FFFFFF"/>
                </a:solidFill>
              </a:rPr>
              <a:t> </a:t>
            </a:r>
            <a:r>
              <a:rPr lang="en-US" altLang="zh-TW" sz="1700" dirty="0" err="1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FFFFFF"/>
                </a:solidFill>
              </a:rPr>
              <a:t>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By </a:t>
            </a:r>
            <a:r>
              <a:rPr lang="en-US" altLang="zh-TW" dirty="0">
                <a:solidFill>
                  <a:schemeClr val="bg1"/>
                </a:solidFill>
              </a:rPr>
              <a:t>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cannot be negative.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Hence,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is executed.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no statement of function </a:t>
            </a:r>
            <a:r>
              <a:rPr lang="en-US" altLang="zh-TW" sz="1700" dirty="0" err="1">
                <a:latin typeface="Lucida Console" panose="020B0609040504020204" pitchFamily="49" charset="0"/>
              </a:rPr>
              <a:t>kmp</a:t>
            </a:r>
            <a:r>
              <a:rPr lang="en-US" altLang="zh-TW" dirty="0"/>
              <a:t> is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times, and the time complexity of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O(</a:t>
            </a:r>
            <a:r>
              <a:rPr lang="en-US" altLang="zh-TW" i="1" dirty="0"/>
              <a:t>n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O(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613520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內容版面配置區 1"/>
          <p:cNvSpPr>
            <a:spLocks noGrp="1"/>
          </p:cNvSpPr>
          <p:nvPr>
            <p:ph/>
          </p:nvPr>
        </p:nvSpPr>
        <p:spPr/>
        <p:txBody>
          <a:bodyPr rIns="90000"/>
          <a:lstStyle/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>
                <a:solidFill>
                  <a:srgbClr val="000000"/>
                </a:solidFill>
              </a:rPr>
              <a:t>  </a:t>
            </a:r>
            <a:r>
              <a:rPr lang="en-US" altLang="zh-TW" dirty="0"/>
              <a:t>The time complexity of the function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Since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/>
              <a:t> is never decreased, we get that </a:t>
            </a:r>
            <a:r>
              <a:rPr lang="en-US" altLang="zh-TW" dirty="0">
                <a:solidFill>
                  <a:srgbClr val="000000"/>
                </a:solidFill>
              </a:rPr>
              <a:t>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dirty="0"/>
              <a:t>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Each time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is executed,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latin typeface="Symbol" pitchFamily="18" charset="2"/>
              </a:rPr>
              <a:t> </a:t>
            </a:r>
            <a:r>
              <a:rPr lang="en-US" altLang="zh-TW" dirty="0"/>
              <a:t>is also executed.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By definition of failure function, 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failure</a:t>
            </a:r>
            <a:r>
              <a:rPr lang="en-US" altLang="zh-TW" sz="1700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7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7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, it follows have that the statement </a:t>
            </a:r>
            <a:r>
              <a:rPr lang="en-US" altLang="zh-TW" spc="300" dirty="0">
                <a:solidFill>
                  <a:schemeClr val="bg1"/>
                </a:solidFill>
              </a:rPr>
              <a:t> </a:t>
            </a:r>
            <a:r>
              <a:rPr lang="en-US" altLang="zh-TW" sz="17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failure</a:t>
            </a:r>
            <a:r>
              <a:rPr lang="en-US" altLang="zh-TW" sz="1700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chemeClr val="bg1"/>
                </a:solidFill>
              </a:rPr>
              <a:t> decreases the value of</a:t>
            </a:r>
            <a:r>
              <a:rPr lang="en-US" altLang="zh-TW" spc="300" dirty="0">
                <a:solidFill>
                  <a:schemeClr val="bg1"/>
                </a:solidFill>
              </a:rPr>
              <a:t> </a:t>
            </a:r>
            <a:r>
              <a:rPr lang="en-US" altLang="zh-TW" sz="17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By </a:t>
            </a:r>
            <a:r>
              <a:rPr lang="en-US" altLang="zh-TW" dirty="0">
                <a:solidFill>
                  <a:schemeClr val="bg1"/>
                </a:solidFill>
              </a:rPr>
              <a:t>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chemeClr val="bg1"/>
                </a:solidFill>
              </a:rPr>
              <a:t> cannot be negative.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Since the initial value of 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>
                <a:solidFill>
                  <a:srgbClr val="000000"/>
                </a:solidFill>
              </a:rPr>
              <a:t> is 0, the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 smtClean="0"/>
              <a:t> </a:t>
            </a:r>
            <a:r>
              <a:rPr lang="en-US" altLang="zh-TW" dirty="0"/>
              <a:t>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is </a:t>
            </a:r>
            <a:r>
              <a:rPr lang="en-US" altLang="zh-TW" dirty="0">
                <a:solidFill>
                  <a:srgbClr val="000000"/>
                </a:solidFill>
              </a:rPr>
              <a:t>executed</a:t>
            </a:r>
            <a:r>
              <a:rPr lang="en-US" altLang="zh-TW" dirty="0"/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no statement of function </a:t>
            </a:r>
            <a:r>
              <a:rPr lang="en-US" altLang="zh-TW" sz="1700" dirty="0" err="1">
                <a:latin typeface="Lucida Console" panose="020B0609040504020204" pitchFamily="49" charset="0"/>
              </a:rPr>
              <a:t>kmp</a:t>
            </a:r>
            <a:r>
              <a:rPr lang="en-US" altLang="zh-TW" dirty="0"/>
              <a:t> is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times, and the time complexity of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O(</a:t>
            </a:r>
            <a:r>
              <a:rPr lang="en-US" altLang="zh-TW" i="1" dirty="0"/>
              <a:t>n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O(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7041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內容版面配置區 1"/>
          <p:cNvSpPr>
            <a:spLocks noGrp="1"/>
          </p:cNvSpPr>
          <p:nvPr>
            <p:ph/>
          </p:nvPr>
        </p:nvSpPr>
        <p:spPr/>
        <p:txBody>
          <a:bodyPr rIns="90000"/>
          <a:lstStyle/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>
                <a:solidFill>
                  <a:srgbClr val="000000"/>
                </a:solidFill>
              </a:rPr>
              <a:t>  </a:t>
            </a:r>
            <a:r>
              <a:rPr lang="en-US" altLang="zh-TW" dirty="0"/>
              <a:t>The time complexity of the function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kumimoji="1" lang="en-US" altLang="zh-TW" sz="1700" b="0" i="0" u="none" strike="noStrike" kern="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(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</a:t>
            </a:r>
            <a:r>
              <a:rPr kumimoji="1" lang="en-US" altLang="zh-TW" sz="1700" b="0" i="0" u="none" strike="noStrike" kern="0" cap="none" spc="30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r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Since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/>
              <a:t> is never decreased, we get that </a:t>
            </a:r>
            <a:r>
              <a:rPr lang="en-US" altLang="zh-TW" dirty="0">
                <a:solidFill>
                  <a:srgbClr val="000000"/>
                </a:solidFill>
              </a:rPr>
              <a:t>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dirty="0"/>
              <a:t>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Each time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is executed,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posS</a:t>
            </a:r>
            <a:r>
              <a:rPr lang="en-US" altLang="zh-TW" dirty="0">
                <a:latin typeface="Symbol" pitchFamily="18" charset="2"/>
              </a:rPr>
              <a:t> </a:t>
            </a:r>
            <a:r>
              <a:rPr lang="en-US" altLang="zh-TW" dirty="0"/>
              <a:t>is also executed.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cannot be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By definition of failure function,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kumimoji="1" lang="en-US" altLang="zh-TW" sz="1700" b="0" i="0" u="none" strike="noStrike" kern="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[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</a:t>
            </a:r>
            <a:r>
              <a:rPr kumimoji="1" lang="en-US" altLang="zh-TW" sz="1700" b="0" i="0" u="none" strike="noStrike" kern="0" cap="none" spc="30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</a:t>
            </a:r>
            <a:r>
              <a:rPr kumimoji="1" lang="en-US" altLang="zh-TW" sz="1700" b="0" i="0" u="none" strike="noStrike" kern="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-1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≤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</a:t>
            </a:r>
            <a:r>
              <a:rPr kumimoji="1" lang="en-US" altLang="zh-TW" sz="1700" b="0" i="0" u="none" strike="noStrike" kern="0" cap="none" spc="30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</a:t>
            </a:r>
            <a:r>
              <a:rPr kumimoji="1" lang="en-US" altLang="zh-TW" sz="1700" b="0" i="0" u="none" strike="noStrike" kern="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-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1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, </a:t>
            </a:r>
            <a:r>
              <a:rPr lang="en-US" altLang="zh-TW" dirty="0">
                <a:solidFill>
                  <a:srgbClr val="000000"/>
                </a:solidFill>
              </a:rPr>
              <a:t>it follows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have that </a:t>
            </a:r>
            <a:r>
              <a:rPr lang="en-US" altLang="zh-TW" dirty="0"/>
              <a:t>the </a:t>
            </a:r>
            <a:r>
              <a:rPr lang="en-US" altLang="zh-TW" dirty="0" smtClean="0"/>
              <a:t>statement </a:t>
            </a:r>
            <a:r>
              <a:rPr lang="en-US" altLang="zh-TW" spc="300" dirty="0" smtClean="0"/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 smtClean="0"/>
              <a:t> </a:t>
            </a:r>
            <a:r>
              <a:rPr lang="en-US" altLang="zh-TW" dirty="0"/>
              <a:t>decreases the value of</a:t>
            </a:r>
            <a:r>
              <a:rPr lang="en-US" altLang="zh-TW" spc="300" dirty="0"/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By definition of failure function,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rgbClr val="000000"/>
                </a:solidFill>
              </a:rPr>
              <a:t>, it follows that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>
                <a:solidFill>
                  <a:srgbClr val="000000"/>
                </a:solidFill>
              </a:rPr>
              <a:t> cannot be negative.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 smtClean="0"/>
              <a:t>Since the initial value of 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posP</a:t>
            </a:r>
            <a:r>
              <a:rPr lang="en-US" altLang="zh-TW" dirty="0" smtClean="0"/>
              <a:t> is 0,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 smtClean="0"/>
              <a:t> </a:t>
            </a:r>
            <a:r>
              <a:rPr lang="en-US" altLang="zh-TW" dirty="0"/>
              <a:t>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lang="en-US" altLang="zh-TW" dirty="0"/>
              <a:t> is </a:t>
            </a:r>
            <a:r>
              <a:rPr lang="en-US" altLang="zh-TW" dirty="0">
                <a:solidFill>
                  <a:srgbClr val="000000"/>
                </a:solidFill>
              </a:rPr>
              <a:t>executed</a:t>
            </a:r>
            <a:r>
              <a:rPr lang="en-US" altLang="zh-TW" dirty="0"/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posP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pos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no statement of function </a:t>
            </a:r>
            <a:r>
              <a:rPr lang="en-US" altLang="zh-TW" sz="1700" dirty="0" err="1">
                <a:latin typeface="Lucida Console" panose="020B0609040504020204" pitchFamily="49" charset="0"/>
              </a:rPr>
              <a:t>kmp</a:t>
            </a:r>
            <a:r>
              <a:rPr lang="en-US" altLang="zh-TW" dirty="0"/>
              <a:t> is executed more than </a:t>
            </a:r>
            <a:r>
              <a:rPr lang="en-US" altLang="zh-TW" i="1" dirty="0"/>
              <a:t>n</a:t>
            </a:r>
            <a:r>
              <a:rPr lang="en-US" altLang="zh-TW" dirty="0"/>
              <a:t> times, and the time complexity of </a:t>
            </a:r>
            <a:r>
              <a:rPr kumimoji="1" lang="sv-SE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kmp</a:t>
            </a:r>
            <a:r>
              <a:rPr lang="en-US" altLang="zh-TW" dirty="0"/>
              <a:t> is O(</a:t>
            </a:r>
            <a:r>
              <a:rPr lang="en-US" altLang="zh-TW" i="1" dirty="0"/>
              <a:t>n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O(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</a:t>
            </a:r>
            <a:r>
              <a:rPr lang="en-US" altLang="zh-TW" sz="1700" spc="3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r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23542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3E38D71-6670-9334-2EF8-C1FF9C62D24B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 lIns="72000" rIns="0"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kmp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*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found =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0,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str )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==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,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found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found =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"Found pattern at index 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endl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!= str[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posS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posP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!found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cout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A31515"/>
                </a:solidFill>
                <a:ea typeface="細明體" panose="02020509000000000000" pitchFamily="49" charset="-120"/>
              </a:rPr>
              <a:t>"Not found\n"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11135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800" kern="100" dirty="0">
                <a:ea typeface="新細明體"/>
              </a:rPr>
              <a:t>Computing the </a:t>
            </a:r>
            <a:r>
              <a:rPr lang="en-US" altLang="zh-TW" sz="4800" kern="100" dirty="0" smtClean="0">
                <a:ea typeface="新細明體"/>
              </a:rPr>
              <a:t>Failure Function</a:t>
            </a:r>
            <a:endParaRPr lang="zh-TW" altLang="en-US" sz="4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compFailure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*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length of the previous longest prefix suffix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[ 0 ] = 0;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failure[ 0 ] is always 0  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</a:t>
            </a:r>
          </a:p>
          <a:p>
            <a:r>
              <a:rPr lang="en-US" altLang="zh-TW" sz="16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86553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776416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8715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505529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4064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179501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4998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622085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0642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205613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42094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902584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78295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118805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37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287844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18214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742768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7594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553061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19701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799397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402055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889697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87649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899857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8155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185267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53149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299039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5616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88026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9811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752277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3647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927669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7712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260761"/>
              </p:ext>
            </p:extLst>
          </p:nvPr>
        </p:nvGraphicFramePr>
        <p:xfrm>
          <a:off x="1512000" y="4869000"/>
          <a:ext cx="70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51646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2000" y="549000"/>
            <a:ext cx="3960000" cy="4320000"/>
          </a:xfrm>
        </p:spPr>
        <p:txBody>
          <a:bodyPr/>
          <a:lstStyle/>
          <a:p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sz="1600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sz="1600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sz="1600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sz="1600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sz="16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sz="1600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sz="1600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3758F6E-6C1B-CB7B-CC82-8D591408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912488"/>
              </p:ext>
            </p:extLst>
          </p:nvPr>
        </p:nvGraphicFramePr>
        <p:xfrm>
          <a:off x="1512000" y="4869000"/>
          <a:ext cx="738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26970411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7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8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9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10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11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12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13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14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15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+mn-lt"/>
                        </a:rPr>
                        <a:t>16</a:t>
                      </a:r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+mn-lt"/>
                      </a:endParaRPr>
                    </a:p>
                  </a:txBody>
                  <a:tcPr marL="36000" marR="36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str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a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b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c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failure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0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1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2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3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4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7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5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dirty="0">
                          <a:latin typeface="+mn-lt"/>
                          <a:cs typeface="Courier New" pitchFamily="49" charset="0"/>
                        </a:rPr>
                        <a:t>6</a:t>
                      </a:r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0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90000" marR="9000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 err="1">
                          <a:latin typeface="+mn-lt"/>
                          <a:cs typeface="Courier New" pitchFamily="49" charset="0"/>
                        </a:rPr>
                        <a:t>i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1" dirty="0">
                          <a:latin typeface="+mn-lt"/>
                          <a:cs typeface="Courier New" pitchFamily="49" charset="0"/>
                        </a:rPr>
                        <a:t>j</a:t>
                      </a:r>
                      <a:endParaRPr lang="zh-TW" altLang="en-US" sz="2000" b="0" i="1" dirty="0">
                        <a:latin typeface="+mn-lt"/>
                        <a:cs typeface="Courier New" pitchFamily="49" charset="0"/>
                      </a:endParaRPr>
                    </a:p>
                  </a:txBody>
                  <a:tcPr marL="36000" marR="3600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211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37024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8280000" cy="5760000"/>
          </a:xfrm>
        </p:spPr>
        <p:txBody>
          <a:bodyPr rIns="90000"/>
          <a:lstStyle/>
          <a:p>
            <a:pPr marL="1079500" indent="-107950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/>
              <a:t>	The worst-case time complexity of the function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  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 marL="0" indent="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never decreased, we get that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ymbol" pitchFamily="18" charset="2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</a:rPr>
              <a:t> times.</a:t>
            </a:r>
            <a:endParaRPr lang="en-US" altLang="zh-TW" dirty="0">
              <a:solidFill>
                <a:schemeClr val="bg1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solidFill>
                  <a:schemeClr val="bg1"/>
                </a:solidFill>
              </a:rPr>
              <a:t>Each time the statement 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</a:t>
            </a:r>
            <a:r>
              <a:rPr lang="en-US" altLang="zh-TW" sz="17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chemeClr val="bg1"/>
                </a:solidFill>
              </a:rPr>
              <a:t> is executed, the statement 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++j</a:t>
            </a:r>
            <a:r>
              <a:rPr lang="en-US" altLang="zh-TW" dirty="0">
                <a:solidFill>
                  <a:schemeClr val="bg1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is also executed.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</a:rPr>
              <a:t> times.</a:t>
            </a:r>
            <a:endParaRPr lang="en-US" altLang="zh-TW" dirty="0">
              <a:solidFill>
                <a:schemeClr val="bg1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≤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&lt;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, we have that the statement	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     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decreases the value of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By 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negative</a:t>
            </a:r>
            <a:r>
              <a:rPr lang="en-US" altLang="zh-TW" dirty="0">
                <a:solidFill>
                  <a:schemeClr val="bg1"/>
                </a:solidFill>
              </a:rPr>
              <a:t>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Hence,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</a:rPr>
              <a:t> is executed.</a:t>
            </a:r>
            <a:endParaRPr lang="en-US" altLang="zh-TW" dirty="0">
              <a:solidFill>
                <a:schemeClr val="bg1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</a:t>
            </a:r>
            <a:r>
              <a:rPr lang="en-US" altLang="zh-TW" dirty="0">
                <a:solidFill>
                  <a:schemeClr val="bg1"/>
                </a:solidFill>
              </a:rPr>
              <a:t>than </a:t>
            </a:r>
            <a:r>
              <a:rPr lang="en-US" altLang="zh-TW" i="1" dirty="0">
                <a:solidFill>
                  <a:schemeClr val="bg1"/>
                </a:solidFill>
              </a:rPr>
              <a:t>m</a:t>
            </a:r>
            <a:r>
              <a:rPr lang="en-US" altLang="zh-TW" dirty="0">
                <a:solidFill>
                  <a:schemeClr val="bg1"/>
                </a:solidFill>
              </a:rPr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no statement in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times,</a:t>
            </a:r>
            <a:r>
              <a:rPr lang="en-US" altLang="zh-TW" dirty="0"/>
              <a:t> and the time complexity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m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lang="en-US" altLang="zh-TW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38380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8280000" cy="5760000"/>
          </a:xfrm>
        </p:spPr>
        <p:txBody>
          <a:bodyPr rIns="90000"/>
          <a:lstStyle/>
          <a:p>
            <a:pPr marL="1079500" indent="-107950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/>
              <a:t>	The worst-case time complexity of the function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  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 marL="0" indent="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never decreased, we get that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itchFamily="18" charset="2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solidFill>
                  <a:schemeClr val="bg1"/>
                </a:solidFill>
              </a:rPr>
              <a:t>Each time the statement 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</a:t>
            </a:r>
            <a:r>
              <a:rPr lang="en-US" altLang="zh-TW" sz="17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chemeClr val="bg1"/>
                </a:solidFill>
              </a:rPr>
              <a:t> is executed, the statement 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++j</a:t>
            </a:r>
            <a:r>
              <a:rPr lang="en-US" altLang="zh-TW" dirty="0">
                <a:solidFill>
                  <a:schemeClr val="bg1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is also executed.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≤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&lt;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, we have that the statement	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     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decreases the value of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By 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negative</a:t>
            </a:r>
            <a:r>
              <a:rPr lang="en-US" altLang="zh-TW" dirty="0">
                <a:solidFill>
                  <a:schemeClr val="bg1"/>
                </a:solidFill>
              </a:rPr>
              <a:t>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Hence,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</a:rPr>
              <a:t> is executed.</a:t>
            </a:r>
            <a:endParaRPr lang="en-US" altLang="zh-TW" dirty="0">
              <a:solidFill>
                <a:schemeClr val="bg1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</a:t>
            </a:r>
            <a:r>
              <a:rPr lang="en-US" altLang="zh-TW" dirty="0"/>
              <a:t>than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no statement in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times,</a:t>
            </a:r>
            <a:r>
              <a:rPr lang="en-US" altLang="zh-TW" dirty="0"/>
              <a:t> and the time complexity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m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lang="en-US" altLang="zh-TW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8878168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8280000" cy="5760000"/>
          </a:xfrm>
        </p:spPr>
        <p:txBody>
          <a:bodyPr rIns="90000"/>
          <a:lstStyle/>
          <a:p>
            <a:pPr marL="1079500" indent="-107950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/>
              <a:t>	The worst-case time complexity of the function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  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 marL="0" indent="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never decreased, we get that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itchFamily="18" charset="2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solidFill>
                  <a:schemeClr val="bg1"/>
                </a:solidFill>
              </a:rPr>
              <a:t>Each time the statement 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</a:t>
            </a:r>
            <a:r>
              <a:rPr lang="en-US" altLang="zh-TW" sz="1700" dirty="0" err="1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chemeClr val="bg1"/>
                </a:solidFill>
              </a:rPr>
              <a:t> is executed, the statement </a:t>
            </a:r>
            <a:r>
              <a:rPr lang="en-US" altLang="zh-TW" sz="1700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++j</a:t>
            </a:r>
            <a:r>
              <a:rPr lang="en-US" altLang="zh-TW" dirty="0">
                <a:solidFill>
                  <a:schemeClr val="bg1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is also executed.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≤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&lt;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, we have that the statement	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     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decreases the value of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By 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negative</a:t>
            </a:r>
            <a:r>
              <a:rPr lang="en-US" altLang="zh-TW" dirty="0">
                <a:solidFill>
                  <a:schemeClr val="bg1"/>
                </a:solidFill>
              </a:rPr>
              <a:t>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Hence,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</a:rPr>
              <a:t> is executed.</a:t>
            </a:r>
            <a:endParaRPr lang="en-US" altLang="zh-TW" dirty="0">
              <a:solidFill>
                <a:schemeClr val="bg1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</a:t>
            </a:r>
            <a:r>
              <a:rPr lang="en-US" altLang="zh-TW" dirty="0"/>
              <a:t>than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no statement in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times,</a:t>
            </a:r>
            <a:r>
              <a:rPr lang="en-US" altLang="zh-TW" dirty="0"/>
              <a:t> and the time complexity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m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lang="en-US" altLang="zh-TW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0220216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8280000" cy="5760000"/>
          </a:xfrm>
        </p:spPr>
        <p:txBody>
          <a:bodyPr rIns="90000"/>
          <a:lstStyle/>
          <a:p>
            <a:pPr marL="1079500" indent="-107950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/>
              <a:t>	The worst-case time complexity of the function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  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 marL="0" indent="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never decreased, we get that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itchFamily="18" charset="2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solidFill>
                  <a:srgbClr val="000000"/>
                </a:solidFill>
              </a:rPr>
              <a:t>Each time the statement 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is executed, the statement 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++j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is also executed.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≤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&lt;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, we have that the statement	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     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decreases the value of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By 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negative</a:t>
            </a:r>
            <a:r>
              <a:rPr lang="en-US" altLang="zh-TW" dirty="0">
                <a:solidFill>
                  <a:schemeClr val="bg1"/>
                </a:solidFill>
              </a:rPr>
              <a:t>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Hence,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</a:rPr>
              <a:t> is executed.</a:t>
            </a:r>
            <a:endParaRPr lang="en-US" altLang="zh-TW" dirty="0">
              <a:solidFill>
                <a:schemeClr val="bg1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</a:t>
            </a:r>
            <a:r>
              <a:rPr lang="en-US" altLang="zh-TW" dirty="0"/>
              <a:t>than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no statement in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times,</a:t>
            </a:r>
            <a:r>
              <a:rPr lang="en-US" altLang="zh-TW" dirty="0"/>
              <a:t> and the time complexity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m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lang="en-US" altLang="zh-TW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4999502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8280000" cy="5760000"/>
          </a:xfrm>
        </p:spPr>
        <p:txBody>
          <a:bodyPr rIns="90000"/>
          <a:lstStyle/>
          <a:p>
            <a:pPr marL="1079500" indent="-107950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/>
              <a:t>	The worst-case time complexity of the function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  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 marL="0" indent="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never decreased, we get that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itchFamily="18" charset="2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solidFill>
                  <a:srgbClr val="000000"/>
                </a:solidFill>
              </a:rPr>
              <a:t>Each time the statement 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is executed, the statement 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++j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is also executed.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≤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&lt;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, we have that the statement	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     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= 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decreases the value of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</a:rPr>
              <a:t>By definition of failure function,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failure[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 - 1 ]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1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kern="100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chemeClr val="bg1"/>
                </a:solidFill>
              </a:rPr>
              <a:t>, it follows that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negative</a:t>
            </a:r>
            <a:r>
              <a:rPr lang="en-US" altLang="zh-TW" dirty="0">
                <a:solidFill>
                  <a:schemeClr val="bg1"/>
                </a:solidFill>
              </a:rPr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Hence,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executed.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</a:t>
            </a:r>
            <a:r>
              <a:rPr lang="en-US" altLang="zh-TW" dirty="0"/>
              <a:t>than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no statement in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times,</a:t>
            </a:r>
            <a:r>
              <a:rPr lang="en-US" altLang="zh-TW" dirty="0"/>
              <a:t> and the time complexity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m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lang="en-US" altLang="zh-TW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4498984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內容版面配置區 1"/>
          <p:cNvSpPr>
            <a:spLocks noGrp="1"/>
          </p:cNvSpPr>
          <p:nvPr>
            <p:ph/>
          </p:nvPr>
        </p:nvSpPr>
        <p:spPr>
          <a:xfrm>
            <a:off x="432000" y="549000"/>
            <a:ext cx="8280000" cy="5760000"/>
          </a:xfrm>
        </p:spPr>
        <p:txBody>
          <a:bodyPr rIns="90000"/>
          <a:lstStyle/>
          <a:p>
            <a:pPr marL="1079500" indent="-107950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Theorem</a:t>
            </a:r>
            <a:r>
              <a:rPr lang="en-US" altLang="zh-TW" dirty="0"/>
              <a:t>	The worst-case time complexity of the function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  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kumimoji="1" lang="en-US" altLang="zh-TW" sz="1700" b="0" i="0" u="none" strike="noStrike" kern="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(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pa</a:t>
            </a:r>
            <a:r>
              <a:rPr kumimoji="1" lang="en-US" altLang="zh-TW" sz="1700" b="0" i="0" u="none" strike="noStrike" kern="0" cap="none" spc="30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t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).</a:t>
            </a:r>
          </a:p>
          <a:p>
            <a:pPr marL="0" indent="0">
              <a:spcBef>
                <a:spcPts val="100"/>
              </a:spcBef>
            </a:pPr>
            <a:r>
              <a:rPr lang="en-US" altLang="zh-TW" b="1" i="1" dirty="0">
                <a:solidFill>
                  <a:srgbClr val="0000CC"/>
                </a:solidFill>
              </a:rPr>
              <a:t>Proof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Since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never decreased, we get that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++j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itchFamily="18" charset="2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solidFill>
                  <a:srgbClr val="000000"/>
                </a:solidFill>
              </a:rPr>
              <a:t>Each time the statement 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</a:t>
            </a:r>
            <a:r>
              <a:rPr lang="en-US" altLang="zh-TW" sz="17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 is executed, the statement 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++j</a:t>
            </a:r>
            <a:r>
              <a:rPr lang="en-US" altLang="zh-TW" dirty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is also executed.</a:t>
            </a:r>
          </a:p>
          <a:p>
            <a:pPr marL="269875" marR="0" lvl="0" indent="-269875" algn="l" defTabSz="914400" rtl="0" eaLnBrk="0" fontAlgn="base" latinLnBrk="0" hangingPunct="0">
              <a:spcBef>
                <a:spcPts val="10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Thus,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times.</a:t>
            </a:r>
            <a:endParaRPr lang="en-US" altLang="zh-TW" dirty="0">
              <a:solidFill>
                <a:srgbClr val="000000"/>
              </a:solidFill>
            </a:endParaRP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solidFill>
                  <a:srgbClr val="000000"/>
                </a:solidFill>
              </a:rPr>
              <a:t>By definition of failure function,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kumimoji="1" lang="en-US" altLang="zh-TW" sz="1700" b="0" i="0" u="none" strike="noStrike" kern="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[i-1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≤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30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i-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1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&lt;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, </a:t>
            </a:r>
            <a:r>
              <a:rPr lang="en-US" altLang="zh-TW" dirty="0">
                <a:solidFill>
                  <a:srgbClr val="000000"/>
                </a:solidFill>
              </a:rPr>
              <a:t>it follows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that the 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statement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decreases the value of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</a:rPr>
              <a:t>By definition of failure function,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0</a:t>
            </a:r>
            <a:r>
              <a:rPr lang="en-US" altLang="zh-TW" dirty="0">
                <a:solidFill>
                  <a:srgbClr val="000000"/>
                </a:solidFill>
              </a:rPr>
              <a:t>, it follows that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the value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cannot be negative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pPr marL="269875" lvl="0" indent="-269875">
              <a:spcBef>
                <a:spcPts val="100"/>
              </a:spcBef>
              <a:buFont typeface="Arial" panose="020B0604020202020204" pitchFamily="34" charset="0"/>
              <a:buChar char="•"/>
              <a:defRPr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Hence,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times than the statement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++i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executed.</a:t>
            </a:r>
            <a:endParaRPr lang="en-US" altLang="zh-TW" dirty="0"/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It follows that the statement</a:t>
            </a:r>
            <a:r>
              <a:rPr kumimoji="1" lang="en-US" altLang="zh-TW" sz="2000" b="0" i="0" u="none" strike="noStrike" kern="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i = </a:t>
            </a:r>
            <a:r>
              <a:rPr kumimoji="1" lang="en-US" altLang="zh-TW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failure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[i-1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cannot be executed more </a:t>
            </a:r>
            <a:r>
              <a:rPr lang="en-US" altLang="zh-TW" dirty="0"/>
              <a:t>than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/>
              <a:t> times.</a:t>
            </a:r>
          </a:p>
          <a:p>
            <a:pPr marL="269875" indent="-269875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zh-TW" dirty="0"/>
              <a:t>Consequently, 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no statement in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is executed more than </a:t>
            </a:r>
            <a:r>
              <a:rPr kumimoji="1" lang="en-US" altLang="zh-TW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m</a:t>
            </a:r>
            <a:r>
              <a:rPr kumimoji="1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times,</a:t>
            </a:r>
            <a:r>
              <a:rPr lang="en-US" altLang="zh-TW" dirty="0"/>
              <a:t> and the time complexity of </a:t>
            </a:r>
            <a:r>
              <a:rPr kumimoji="1" lang="en-US" altLang="zh-TW" sz="1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compFailure</a:t>
            </a:r>
            <a:r>
              <a:rPr lang="en-US" altLang="zh-TW" dirty="0"/>
              <a:t> is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m</a:t>
            </a:r>
            <a:r>
              <a:rPr lang="en-US" altLang="zh-TW" dirty="0"/>
              <a:t>)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/>
              <a:t> </a:t>
            </a:r>
            <a:r>
              <a:rPr lang="en-US" altLang="zh-TW" i="1" dirty="0"/>
              <a:t>O</a:t>
            </a:r>
            <a:r>
              <a:rPr lang="en-US" altLang="zh-TW" dirty="0"/>
              <a:t>( </a:t>
            </a:r>
            <a:r>
              <a:rPr kumimoji="1" lang="en-US" altLang="zh-TW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細明體" panose="02020509000000000000" pitchFamily="49" charset="-120"/>
                <a:cs typeface="+mn-cs"/>
              </a:rPr>
              <a:t>strlen</a:t>
            </a:r>
            <a:r>
              <a:rPr lang="en-US" altLang="zh-TW" sz="1700" spc="3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</a:t>
            </a:r>
            <a:r>
              <a:rPr lang="en-US" altLang="zh-TW" sz="17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</a:t>
            </a:r>
            <a:r>
              <a:rPr lang="en-US" altLang="zh-TW" sz="1700" spc="3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sz="17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r>
              <a:rPr kumimoji="1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lang="en-US" altLang="zh-TW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105341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4EE04D-603B-7D65-ADAE-F9F11F045AD7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compFailure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*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length of the previous longest prefix suffix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[ 0 ] = 0;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failure[ 0 ] is always 0  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j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pat )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pat[ j ] == pat[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++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++j;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== 0 )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j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++j;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 &gt; 0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failure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- 1 ];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47295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tabLst>
                <a:tab pos="7893050" algn="l"/>
              </a:tabLst>
            </a:pPr>
            <a:r>
              <a:rPr lang="en-US" altLang="zh-TW" dirty="0">
                <a:solidFill>
                  <a:srgbClr val="000000"/>
                </a:solidFill>
              </a:rPr>
              <a:t>The worst-case time complexity of the function </a:t>
            </a:r>
            <a:r>
              <a:rPr lang="sv-SE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kmp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is          </a:t>
            </a:r>
            <a:r>
              <a:rPr lang="en-US" altLang="zh-TW" i="1" dirty="0">
                <a:solidFill>
                  <a:srgbClr val="000000"/>
                </a:solidFill>
              </a:rPr>
              <a:t>O</a:t>
            </a:r>
            <a:r>
              <a:rPr lang="en-US" altLang="zh-TW" dirty="0">
                <a:solidFill>
                  <a:srgbClr val="000000"/>
                </a:solidFill>
              </a:rPr>
              <a:t>( </a:t>
            </a:r>
            <a:r>
              <a:rPr lang="en-US" altLang="zh-TW" sz="18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strlen</a:t>
            </a:r>
            <a:r>
              <a:rPr lang="en-US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800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str</a:t>
            </a:r>
            <a:r>
              <a:rPr lang="en-US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z="180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strlen</a:t>
            </a:r>
            <a:r>
              <a:rPr lang="en-US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80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pat</a:t>
            </a:r>
            <a:r>
              <a:rPr lang="en-US" altLang="zh-TW" sz="180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).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697836"/>
      </p:ext>
    </p:extLst>
  </p:cSld>
  <p:clrMapOvr>
    <a:masterClrMapping/>
  </p:clrMapOvr>
</p:sld>
</file>

<file path=ppt/theme/theme1.xml><?xml version="1.0" encoding="utf-8"?>
<a:theme xmlns:a="http://schemas.openxmlformats.org/drawingml/2006/main" name="Dads Tie">
  <a:themeElements>
    <a:clrScheme name="Dads Tie.pot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Dads Tie.pot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s Tie.pot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.po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.pot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.pot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.pot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Office\Templates\簡報設計範本\Dads Tie.pot</Template>
  <TotalTime>10937</TotalTime>
  <Words>16927</Words>
  <Application>Microsoft Office PowerPoint</Application>
  <PresentationFormat>如螢幕大小 (4:3)</PresentationFormat>
  <Paragraphs>6422</Paragraphs>
  <Slides>106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106</vt:i4>
      </vt:variant>
    </vt:vector>
  </HeadingPairs>
  <TitlesOfParts>
    <vt:vector size="118" baseType="lpstr">
      <vt:lpstr>tci3</vt:lpstr>
      <vt:lpstr>細明體</vt:lpstr>
      <vt:lpstr>新細明體</vt:lpstr>
      <vt:lpstr>標楷體</vt:lpstr>
      <vt:lpstr>Arial</vt:lpstr>
      <vt:lpstr>Cambria Math</vt:lpstr>
      <vt:lpstr>Courier New</vt:lpstr>
      <vt:lpstr>Lucida Console</vt:lpstr>
      <vt:lpstr>MT Extra</vt:lpstr>
      <vt:lpstr>Symbol</vt:lpstr>
      <vt:lpstr>Times New Roman</vt:lpstr>
      <vt:lpstr>Dads Tie</vt:lpstr>
      <vt:lpstr>String-Searching Algorithm</vt:lpstr>
      <vt:lpstr>PowerPoint 簡報</vt:lpstr>
      <vt:lpstr>A Simple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Time Complexity</vt:lpstr>
      <vt:lpstr>The Knuth-Morris-Pratt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Correctness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Knuth-Morris-Pratt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Computing the Failure Function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NLG</dc:creator>
  <cp:lastModifiedBy>james</cp:lastModifiedBy>
  <cp:revision>945</cp:revision>
  <dcterms:created xsi:type="dcterms:W3CDTF">1998-07-08T02:12:21Z</dcterms:created>
  <dcterms:modified xsi:type="dcterms:W3CDTF">2024-11-01T06:06:15Z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hh_chen@csie.ntu.edu.tw</vt:lpwstr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2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U:\get\Personal\資料結構</vt:lpwstr>
  </property>
  <property fmtid="{D5CDD505-2E9C-101B-9397-08002B2CF9AE}" pid="22" name="EncodingType">
    <vt:i4>5</vt:i4>
  </property>
</Properties>
</file>