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0"/>
  </p:notesMasterIdLst>
  <p:handoutMasterIdLst>
    <p:handoutMasterId r:id="rId81"/>
  </p:handoutMasterIdLst>
  <p:sldIdLst>
    <p:sldId id="914" r:id="rId2"/>
    <p:sldId id="915" r:id="rId3"/>
    <p:sldId id="904" r:id="rId4"/>
    <p:sldId id="905" r:id="rId5"/>
    <p:sldId id="322" r:id="rId6"/>
    <p:sldId id="906" r:id="rId7"/>
    <p:sldId id="907" r:id="rId8"/>
    <p:sldId id="419" r:id="rId9"/>
    <p:sldId id="908" r:id="rId10"/>
    <p:sldId id="420" r:id="rId11"/>
    <p:sldId id="698" r:id="rId12"/>
    <p:sldId id="885" r:id="rId13"/>
    <p:sldId id="884" r:id="rId14"/>
    <p:sldId id="886" r:id="rId15"/>
    <p:sldId id="757" r:id="rId16"/>
    <p:sldId id="392" r:id="rId17"/>
    <p:sldId id="764" r:id="rId18"/>
    <p:sldId id="926" r:id="rId19"/>
    <p:sldId id="888" r:id="rId20"/>
    <p:sldId id="889" r:id="rId21"/>
    <p:sldId id="759" r:id="rId22"/>
    <p:sldId id="817" r:id="rId23"/>
    <p:sldId id="768" r:id="rId24"/>
    <p:sldId id="769" r:id="rId25"/>
    <p:sldId id="891" r:id="rId26"/>
    <p:sldId id="890" r:id="rId27"/>
    <p:sldId id="925" r:id="rId28"/>
    <p:sldId id="924" r:id="rId29"/>
    <p:sldId id="917" r:id="rId30"/>
    <p:sldId id="918" r:id="rId31"/>
    <p:sldId id="919" r:id="rId32"/>
    <p:sldId id="920" r:id="rId33"/>
    <p:sldId id="921" r:id="rId34"/>
    <p:sldId id="922" r:id="rId35"/>
    <p:sldId id="923" r:id="rId36"/>
    <p:sldId id="916" r:id="rId37"/>
    <p:sldId id="893" r:id="rId38"/>
    <p:sldId id="895" r:id="rId39"/>
    <p:sldId id="896" r:id="rId40"/>
    <p:sldId id="897" r:id="rId41"/>
    <p:sldId id="898" r:id="rId42"/>
    <p:sldId id="899" r:id="rId43"/>
    <p:sldId id="900" r:id="rId44"/>
    <p:sldId id="901" r:id="rId45"/>
    <p:sldId id="339" r:id="rId46"/>
    <p:sldId id="421" r:id="rId47"/>
    <p:sldId id="584" r:id="rId48"/>
    <p:sldId id="902" r:id="rId49"/>
    <p:sldId id="903" r:id="rId50"/>
    <p:sldId id="912" r:id="rId51"/>
    <p:sldId id="755" r:id="rId52"/>
    <p:sldId id="756" r:id="rId53"/>
    <p:sldId id="855" r:id="rId54"/>
    <p:sldId id="863" r:id="rId55"/>
    <p:sldId id="864" r:id="rId56"/>
    <p:sldId id="865" r:id="rId57"/>
    <p:sldId id="866" r:id="rId58"/>
    <p:sldId id="867" r:id="rId59"/>
    <p:sldId id="868" r:id="rId60"/>
    <p:sldId id="869" r:id="rId61"/>
    <p:sldId id="870" r:id="rId62"/>
    <p:sldId id="871" r:id="rId63"/>
    <p:sldId id="872" r:id="rId64"/>
    <p:sldId id="873" r:id="rId65"/>
    <p:sldId id="874" r:id="rId66"/>
    <p:sldId id="875" r:id="rId67"/>
    <p:sldId id="876" r:id="rId68"/>
    <p:sldId id="877" r:id="rId69"/>
    <p:sldId id="878" r:id="rId70"/>
    <p:sldId id="879" r:id="rId71"/>
    <p:sldId id="856" r:id="rId72"/>
    <p:sldId id="857" r:id="rId73"/>
    <p:sldId id="858" r:id="rId74"/>
    <p:sldId id="880" r:id="rId75"/>
    <p:sldId id="881" r:id="rId76"/>
    <p:sldId id="882" r:id="rId77"/>
    <p:sldId id="883" r:id="rId78"/>
    <p:sldId id="913" r:id="rId79"/>
  </p:sldIdLst>
  <p:sldSz cx="9144000" cy="6858000" type="screen4x3"/>
  <p:notesSz cx="6734175" cy="98663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3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CCECFF"/>
    <a:srgbClr val="008000"/>
    <a:srgbClr val="0000FF"/>
    <a:srgbClr val="CC00CC"/>
    <a:srgbClr val="0000CC"/>
    <a:srgbClr val="0033CC"/>
    <a:srgbClr val="006600"/>
    <a:srgbClr val="0033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1" autoAdjust="0"/>
    <p:restoredTop sz="94660" autoAdjust="0"/>
  </p:normalViewPr>
  <p:slideViewPr>
    <p:cSldViewPr showGuides="1">
      <p:cViewPr varScale="1">
        <p:scale>
          <a:sx n="90" d="100"/>
          <a:sy n="90" d="100"/>
        </p:scale>
        <p:origin x="72" y="115"/>
      </p:cViewPr>
      <p:guideLst>
        <p:guide orient="horz" pos="799"/>
        <p:guide pos="2313"/>
      </p:guideLst>
    </p:cSldViewPr>
  </p:slideViewPr>
  <p:outlineViewPr>
    <p:cViewPr>
      <p:scale>
        <a:sx n="33" d="100"/>
        <a:sy n="33" d="100"/>
      </p:scale>
      <p:origin x="0" y="30840"/>
    </p:cViewPr>
  </p:outlineViewPr>
  <p:notesTextViewPr>
    <p:cViewPr>
      <p:scale>
        <a:sx n="100" d="100"/>
        <a:sy n="100" d="100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fld id="{6B4D7513-F378-43C0-A193-8CB84BC696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4732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60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41363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79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fld id="{5149967C-0829-4505-A4E5-E9B3D95B6F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4094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440000"/>
          </a:xfrm>
        </p:spPr>
        <p:txBody>
          <a:bodyPr anchor="ctr" anchorCtr="0"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8908"/>
            <a:ext cx="8640000" cy="1440184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0529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913"/>
            <a:ext cx="7920000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1188" y="1268413"/>
            <a:ext cx="7920000" cy="5040312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8913"/>
            <a:ext cx="8640000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8413"/>
            <a:ext cx="8280000" cy="5040312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7851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8980"/>
            <a:ext cx="7740000" cy="576002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1999" y="549000"/>
            <a:ext cx="4140001" cy="900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91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8980"/>
            <a:ext cx="8280000" cy="576002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1999" y="549000"/>
            <a:ext cx="4140001" cy="900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651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989000"/>
            <a:ext cx="8280000" cy="4500000"/>
          </a:xfrm>
        </p:spPr>
        <p:txBody>
          <a:bodyPr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1999" y="549000"/>
            <a:ext cx="4140001" cy="900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31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275"/>
            <a:ext cx="8280000" cy="5760000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275"/>
            <a:ext cx="7560000" cy="3239725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9029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972000" y="729000"/>
            <a:ext cx="7200000" cy="539999"/>
          </a:xfrm>
        </p:spPr>
        <p:txBody>
          <a:bodyPr wrap="none"/>
          <a:lstStyle>
            <a:lvl1pPr marL="0" indent="0">
              <a:spcBef>
                <a:spcPts val="0"/>
              </a:spcBef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4652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275"/>
            <a:ext cx="8280000" cy="5760000"/>
          </a:xfrm>
        </p:spPr>
        <p:txBody>
          <a:bodyPr rIns="0"/>
          <a:lstStyle>
            <a:lvl1pPr marL="270000" indent="-270000">
              <a:spcBef>
                <a:spcPts val="0"/>
              </a:spcBef>
              <a:buFont typeface="Arial" panose="020B0604020202020204" pitchFamily="34" charset="0"/>
              <a:buChar char="•"/>
              <a:defRPr sz="2200">
                <a:latin typeface="+mn-lt"/>
              </a:defRPr>
            </a:lvl1pPr>
            <a:lvl2pPr marL="538163" indent="-269875">
              <a:buFont typeface="Cambria Math" panose="02040503050406030204" pitchFamily="18" charset="0"/>
              <a:buChar char="−"/>
              <a:defRPr sz="2000"/>
            </a:lvl2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42737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3429000"/>
            <a:ext cx="7560000" cy="288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26181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275"/>
            <a:ext cx="8280000" cy="576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05994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972000" y="3609000"/>
            <a:ext cx="7200000" cy="2700275"/>
          </a:xfrm>
        </p:spPr>
        <p:txBody>
          <a:bodyPr wrap="none"/>
          <a:lstStyle>
            <a:lvl1pPr marL="0" indent="0">
              <a:spcBef>
                <a:spcPts val="0"/>
              </a:spcBef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2403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972000" y="4149001"/>
            <a:ext cx="7200000" cy="899999"/>
          </a:xfrm>
        </p:spPr>
        <p:txBody>
          <a:bodyPr wrap="none"/>
          <a:lstStyle>
            <a:lvl1pPr marL="0" indent="0">
              <a:spcBef>
                <a:spcPts val="0"/>
              </a:spcBef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33443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999" y="549275"/>
            <a:ext cx="8280001" cy="431708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40749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4689161"/>
            <a:ext cx="8281058" cy="1800230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11173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4149000"/>
            <a:ext cx="7380529" cy="2340391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89800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3609000"/>
            <a:ext cx="8280000" cy="2700000"/>
          </a:xfrm>
        </p:spPr>
        <p:txBody>
          <a:bodyPr wrap="none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57165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11188" y="1268413"/>
            <a:ext cx="3780000" cy="504031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1388" y="1268413"/>
            <a:ext cx="3780000" cy="504031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913"/>
            <a:ext cx="7920037" cy="108008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31360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188913"/>
            <a:ext cx="7920037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9699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68413"/>
            <a:ext cx="7920037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8" r:id="rId2"/>
    <p:sldLayoutId id="2147483653" r:id="rId3"/>
    <p:sldLayoutId id="2147483673" r:id="rId4"/>
    <p:sldLayoutId id="2147483675" r:id="rId5"/>
    <p:sldLayoutId id="2147483683" r:id="rId6"/>
    <p:sldLayoutId id="2147483676" r:id="rId7"/>
    <p:sldLayoutId id="2147483654" r:id="rId8"/>
    <p:sldLayoutId id="2147483684" r:id="rId9"/>
    <p:sldLayoutId id="2147483681" r:id="rId10"/>
    <p:sldLayoutId id="2147483679" r:id="rId11"/>
    <p:sldLayoutId id="2147483685" r:id="rId12"/>
    <p:sldLayoutId id="2147483674" r:id="rId13"/>
    <p:sldLayoutId id="2147483672" r:id="rId14"/>
    <p:sldLayoutId id="2147483680" r:id="rId15"/>
    <p:sldLayoutId id="2147483666" r:id="rId16"/>
    <p:sldLayoutId id="2147483660" r:id="rId17"/>
    <p:sldLayoutId id="2147483677" r:id="rId18"/>
    <p:sldLayoutId id="2147483682" r:id="rId19"/>
    <p:sldLayoutId id="2147483655" r:id="rId20"/>
    <p:sldLayoutId id="2147483671" r:id="rId21"/>
    <p:sldLayoutId id="2147483657" r:id="rId2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82550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23348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41475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9406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Assembly-line scheduling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946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920037" cy="900112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Assembly-line Scheduling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471" y="1538288"/>
            <a:ext cx="8461081" cy="450528"/>
          </a:xfrm>
        </p:spPr>
        <p:txBody>
          <a:bodyPr/>
          <a:lstStyle/>
          <a:p>
            <a:pPr marL="0" indent="0" eaLnBrk="1" hangingPunct="1"/>
            <a:r>
              <a:rPr lang="en-US" altLang="zh-TW" dirty="0" smtClean="0"/>
              <a:t>A manufacturing problem to find the fastest way through a factory</a:t>
            </a:r>
          </a:p>
        </p:txBody>
      </p:sp>
      <p:sp>
        <p:nvSpPr>
          <p:cNvPr id="115776" name="Text Box 197"/>
          <p:cNvSpPr txBox="1">
            <a:spLocks noChangeArrowheads="1"/>
          </p:cNvSpPr>
          <p:nvPr/>
        </p:nvSpPr>
        <p:spPr bwMode="auto">
          <a:xfrm>
            <a:off x="133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 dirty="0" err="1"/>
              <a:t>S</a:t>
            </a:r>
            <a:r>
              <a:rPr lang="en-US" altLang="zh-TW" baseline="-25000" dirty="0" err="1"/>
              <a:t>1,1</a:t>
            </a:r>
            <a:endParaRPr lang="en-US" altLang="zh-TW" baseline="-25000" dirty="0"/>
          </a:p>
        </p:txBody>
      </p:sp>
      <p:sp>
        <p:nvSpPr>
          <p:cNvPr id="115777" name="Text Box 198"/>
          <p:cNvSpPr txBox="1"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1,2</a:t>
            </a:r>
          </a:p>
        </p:txBody>
      </p:sp>
      <p:sp>
        <p:nvSpPr>
          <p:cNvPr id="115778" name="Text Box 199"/>
          <p:cNvSpPr txBox="1">
            <a:spLocks noChangeArrowheads="1"/>
          </p:cNvSpPr>
          <p:nvPr/>
        </p:nvSpPr>
        <p:spPr bwMode="auto">
          <a:xfrm>
            <a:off x="45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1,3</a:t>
            </a:r>
          </a:p>
        </p:txBody>
      </p:sp>
      <p:sp>
        <p:nvSpPr>
          <p:cNvPr id="115779" name="Text Box 200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1,4</a:t>
            </a:r>
          </a:p>
        </p:txBody>
      </p:sp>
      <p:sp>
        <p:nvSpPr>
          <p:cNvPr id="115780" name="Text Box 201"/>
          <p:cNvSpPr txBox="1"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1,5</a:t>
            </a:r>
          </a:p>
        </p:txBody>
      </p:sp>
      <p:sp>
        <p:nvSpPr>
          <p:cNvPr id="115782" name="Text Box 214"/>
          <p:cNvSpPr txBox="1">
            <a:spLocks noChangeArrowheads="1"/>
          </p:cNvSpPr>
          <p:nvPr/>
        </p:nvSpPr>
        <p:spPr bwMode="auto">
          <a:xfrm>
            <a:off x="133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2,1</a:t>
            </a:r>
          </a:p>
        </p:txBody>
      </p:sp>
      <p:sp>
        <p:nvSpPr>
          <p:cNvPr id="115783" name="Text Box 215"/>
          <p:cNvSpPr txBox="1">
            <a:spLocks noChangeArrowheads="1"/>
          </p:cNvSpPr>
          <p:nvPr/>
        </p:nvSpPr>
        <p:spPr bwMode="auto">
          <a:xfrm>
            <a:off x="295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2,2</a:t>
            </a:r>
          </a:p>
        </p:txBody>
      </p:sp>
      <p:sp>
        <p:nvSpPr>
          <p:cNvPr id="115784" name="Text Box 216"/>
          <p:cNvSpPr txBox="1">
            <a:spLocks noChangeArrowheads="1"/>
          </p:cNvSpPr>
          <p:nvPr/>
        </p:nvSpPr>
        <p:spPr bwMode="auto">
          <a:xfrm>
            <a:off x="45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2,3</a:t>
            </a:r>
          </a:p>
        </p:txBody>
      </p:sp>
      <p:sp>
        <p:nvSpPr>
          <p:cNvPr id="115785" name="Text Box 217"/>
          <p:cNvSpPr txBox="1">
            <a:spLocks noChangeArrowheads="1"/>
          </p:cNvSpPr>
          <p:nvPr/>
        </p:nvSpPr>
        <p:spPr bwMode="auto">
          <a:xfrm>
            <a:off x="619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2,4</a:t>
            </a:r>
          </a:p>
        </p:txBody>
      </p:sp>
      <p:sp>
        <p:nvSpPr>
          <p:cNvPr id="115786" name="Text Box 218"/>
          <p:cNvSpPr txBox="1"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2,5</a:t>
            </a:r>
          </a:p>
        </p:txBody>
      </p:sp>
      <p:sp>
        <p:nvSpPr>
          <p:cNvPr id="80" name="Oval 2"/>
          <p:cNvSpPr>
            <a:spLocks noChangeArrowheads="1"/>
          </p:cNvSpPr>
          <p:nvPr/>
        </p:nvSpPr>
        <p:spPr bwMode="auto">
          <a:xfrm>
            <a:off x="1332000" y="306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81" name="Oval 3"/>
          <p:cNvSpPr>
            <a:spLocks noChangeArrowheads="1"/>
          </p:cNvSpPr>
          <p:nvPr/>
        </p:nvSpPr>
        <p:spPr bwMode="auto">
          <a:xfrm>
            <a:off x="1332000" y="46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82" name="Oval 4"/>
          <p:cNvSpPr>
            <a:spLocks noChangeArrowheads="1"/>
          </p:cNvSpPr>
          <p:nvPr/>
        </p:nvSpPr>
        <p:spPr bwMode="auto">
          <a:xfrm>
            <a:off x="1872000" y="414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83" name="Oval 5"/>
          <p:cNvSpPr>
            <a:spLocks noChangeArrowheads="1"/>
          </p:cNvSpPr>
          <p:nvPr/>
        </p:nvSpPr>
        <p:spPr bwMode="auto">
          <a:xfrm>
            <a:off x="1872000" y="360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84" name="Oval 6"/>
          <p:cNvSpPr>
            <a:spLocks noChangeArrowheads="1"/>
          </p:cNvSpPr>
          <p:nvPr/>
        </p:nvSpPr>
        <p:spPr bwMode="auto">
          <a:xfrm>
            <a:off x="792000" y="414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4</a:t>
            </a:r>
          </a:p>
        </p:txBody>
      </p:sp>
      <p:sp>
        <p:nvSpPr>
          <p:cNvPr id="85" name="Oval 7"/>
          <p:cNvSpPr>
            <a:spLocks noChangeArrowheads="1"/>
          </p:cNvSpPr>
          <p:nvPr/>
        </p:nvSpPr>
        <p:spPr bwMode="auto">
          <a:xfrm>
            <a:off x="792000" y="360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86" name="AutoShape 8"/>
          <p:cNvCxnSpPr>
            <a:cxnSpLocks noChangeShapeType="1"/>
            <a:stCxn id="81" idx="7"/>
            <a:endCxn id="82" idx="3"/>
          </p:cNvCxnSpPr>
          <p:nvPr/>
        </p:nvCxnSpPr>
        <p:spPr bwMode="auto">
          <a:xfrm flipV="1">
            <a:off x="163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87" name="AutoShape 9"/>
          <p:cNvCxnSpPr>
            <a:cxnSpLocks noChangeShapeType="1"/>
            <a:stCxn id="82" idx="7"/>
            <a:endCxn id="92" idx="3"/>
          </p:cNvCxnSpPr>
          <p:nvPr/>
        </p:nvCxnSpPr>
        <p:spPr bwMode="auto">
          <a:xfrm flipV="1">
            <a:off x="2179589" y="337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88" name="AutoShape 10"/>
          <p:cNvCxnSpPr>
            <a:cxnSpLocks noChangeShapeType="1"/>
            <a:stCxn id="80" idx="5"/>
            <a:endCxn id="83" idx="1"/>
          </p:cNvCxnSpPr>
          <p:nvPr/>
        </p:nvCxnSpPr>
        <p:spPr bwMode="auto">
          <a:xfrm>
            <a:off x="163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89" name="AutoShape 11"/>
          <p:cNvCxnSpPr>
            <a:cxnSpLocks noChangeShapeType="1"/>
            <a:stCxn id="83" idx="5"/>
            <a:endCxn id="93" idx="1"/>
          </p:cNvCxnSpPr>
          <p:nvPr/>
        </p:nvCxnSpPr>
        <p:spPr bwMode="auto">
          <a:xfrm>
            <a:off x="2179589" y="39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90" name="Line 12"/>
          <p:cNvSpPr>
            <a:spLocks noChangeShapeType="1"/>
          </p:cNvSpPr>
          <p:nvPr/>
        </p:nvSpPr>
        <p:spPr bwMode="auto">
          <a:xfrm>
            <a:off x="1692000" y="32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1" name="Line 13"/>
          <p:cNvSpPr>
            <a:spLocks noChangeShapeType="1"/>
          </p:cNvSpPr>
          <p:nvPr/>
        </p:nvSpPr>
        <p:spPr bwMode="auto">
          <a:xfrm flipV="1">
            <a:off x="1692000" y="486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" name="Oval 14"/>
          <p:cNvSpPr>
            <a:spLocks noChangeArrowheads="1"/>
          </p:cNvSpPr>
          <p:nvPr/>
        </p:nvSpPr>
        <p:spPr bwMode="auto">
          <a:xfrm>
            <a:off x="2952000" y="306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93" name="Oval 15"/>
          <p:cNvSpPr>
            <a:spLocks noChangeArrowheads="1"/>
          </p:cNvSpPr>
          <p:nvPr/>
        </p:nvSpPr>
        <p:spPr bwMode="auto">
          <a:xfrm>
            <a:off x="2952000" y="46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94" name="Oval 16"/>
          <p:cNvSpPr>
            <a:spLocks noChangeArrowheads="1"/>
          </p:cNvSpPr>
          <p:nvPr/>
        </p:nvSpPr>
        <p:spPr bwMode="auto">
          <a:xfrm>
            <a:off x="3492000" y="414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sp>
        <p:nvSpPr>
          <p:cNvPr id="95" name="Oval 17"/>
          <p:cNvSpPr>
            <a:spLocks noChangeArrowheads="1"/>
          </p:cNvSpPr>
          <p:nvPr/>
        </p:nvSpPr>
        <p:spPr bwMode="auto">
          <a:xfrm>
            <a:off x="3492000" y="360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96" name="AutoShape 18"/>
          <p:cNvCxnSpPr>
            <a:cxnSpLocks noChangeShapeType="1"/>
            <a:stCxn id="93" idx="7"/>
            <a:endCxn id="94" idx="3"/>
          </p:cNvCxnSpPr>
          <p:nvPr/>
        </p:nvCxnSpPr>
        <p:spPr bwMode="auto">
          <a:xfrm flipV="1">
            <a:off x="325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97" name="AutoShape 19"/>
          <p:cNvCxnSpPr>
            <a:cxnSpLocks noChangeShapeType="1"/>
            <a:stCxn id="94" idx="7"/>
            <a:endCxn id="102" idx="3"/>
          </p:cNvCxnSpPr>
          <p:nvPr/>
        </p:nvCxnSpPr>
        <p:spPr bwMode="auto">
          <a:xfrm flipV="1">
            <a:off x="3799589" y="337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98" name="AutoShape 20"/>
          <p:cNvCxnSpPr>
            <a:cxnSpLocks noChangeShapeType="1"/>
            <a:stCxn id="92" idx="5"/>
            <a:endCxn id="95" idx="1"/>
          </p:cNvCxnSpPr>
          <p:nvPr/>
        </p:nvCxnSpPr>
        <p:spPr bwMode="auto">
          <a:xfrm>
            <a:off x="325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99" name="AutoShape 21"/>
          <p:cNvCxnSpPr>
            <a:cxnSpLocks noChangeShapeType="1"/>
            <a:stCxn id="95" idx="5"/>
            <a:endCxn id="103" idx="1"/>
          </p:cNvCxnSpPr>
          <p:nvPr/>
        </p:nvCxnSpPr>
        <p:spPr bwMode="auto">
          <a:xfrm>
            <a:off x="3799589" y="39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00" name="Line 22"/>
          <p:cNvSpPr>
            <a:spLocks noChangeShapeType="1"/>
          </p:cNvSpPr>
          <p:nvPr/>
        </p:nvSpPr>
        <p:spPr bwMode="auto">
          <a:xfrm>
            <a:off x="3312000" y="32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1" name="Line 23"/>
          <p:cNvSpPr>
            <a:spLocks noChangeShapeType="1"/>
          </p:cNvSpPr>
          <p:nvPr/>
        </p:nvSpPr>
        <p:spPr bwMode="auto">
          <a:xfrm flipV="1">
            <a:off x="3312000" y="486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" name="Oval 24"/>
          <p:cNvSpPr>
            <a:spLocks noChangeArrowheads="1"/>
          </p:cNvSpPr>
          <p:nvPr/>
        </p:nvSpPr>
        <p:spPr bwMode="auto">
          <a:xfrm>
            <a:off x="4572000" y="306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103" name="Oval 25"/>
          <p:cNvSpPr>
            <a:spLocks noChangeArrowheads="1"/>
          </p:cNvSpPr>
          <p:nvPr/>
        </p:nvSpPr>
        <p:spPr bwMode="auto">
          <a:xfrm>
            <a:off x="4572000" y="468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104" name="Oval 26"/>
          <p:cNvSpPr>
            <a:spLocks noChangeArrowheads="1"/>
          </p:cNvSpPr>
          <p:nvPr/>
        </p:nvSpPr>
        <p:spPr bwMode="auto">
          <a:xfrm>
            <a:off x="5112000" y="414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05" name="Oval 27"/>
          <p:cNvSpPr>
            <a:spLocks noChangeArrowheads="1"/>
          </p:cNvSpPr>
          <p:nvPr/>
        </p:nvSpPr>
        <p:spPr bwMode="auto">
          <a:xfrm>
            <a:off x="5112000" y="360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cxnSp>
        <p:nvCxnSpPr>
          <p:cNvPr id="106" name="AutoShape 28"/>
          <p:cNvCxnSpPr>
            <a:cxnSpLocks noChangeShapeType="1"/>
            <a:stCxn id="103" idx="7"/>
            <a:endCxn id="104" idx="3"/>
          </p:cNvCxnSpPr>
          <p:nvPr/>
        </p:nvCxnSpPr>
        <p:spPr bwMode="auto">
          <a:xfrm flipV="1">
            <a:off x="4879589" y="445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7" name="AutoShape 29"/>
          <p:cNvCxnSpPr>
            <a:cxnSpLocks noChangeShapeType="1"/>
            <a:stCxn id="104" idx="7"/>
            <a:endCxn id="112" idx="3"/>
          </p:cNvCxnSpPr>
          <p:nvPr/>
        </p:nvCxnSpPr>
        <p:spPr bwMode="auto">
          <a:xfrm flipV="1">
            <a:off x="5419588" y="337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8" name="AutoShape 30"/>
          <p:cNvCxnSpPr>
            <a:cxnSpLocks noChangeShapeType="1"/>
            <a:stCxn id="102" idx="5"/>
            <a:endCxn id="105" idx="1"/>
          </p:cNvCxnSpPr>
          <p:nvPr/>
        </p:nvCxnSpPr>
        <p:spPr bwMode="auto">
          <a:xfrm>
            <a:off x="4879589" y="337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9" name="AutoShape 31"/>
          <p:cNvCxnSpPr>
            <a:cxnSpLocks noChangeShapeType="1"/>
            <a:stCxn id="105" idx="5"/>
            <a:endCxn id="113" idx="1"/>
          </p:cNvCxnSpPr>
          <p:nvPr/>
        </p:nvCxnSpPr>
        <p:spPr bwMode="auto">
          <a:xfrm>
            <a:off x="5419588" y="39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10" name="Line 32"/>
          <p:cNvSpPr>
            <a:spLocks noChangeShapeType="1"/>
          </p:cNvSpPr>
          <p:nvPr/>
        </p:nvSpPr>
        <p:spPr bwMode="auto">
          <a:xfrm>
            <a:off x="4932000" y="32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1" name="Line 33"/>
          <p:cNvSpPr>
            <a:spLocks noChangeShapeType="1"/>
          </p:cNvSpPr>
          <p:nvPr/>
        </p:nvSpPr>
        <p:spPr bwMode="auto">
          <a:xfrm flipV="1">
            <a:off x="4932000" y="486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" name="Oval 34"/>
          <p:cNvSpPr>
            <a:spLocks noChangeArrowheads="1"/>
          </p:cNvSpPr>
          <p:nvPr/>
        </p:nvSpPr>
        <p:spPr bwMode="auto">
          <a:xfrm>
            <a:off x="6192000" y="306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113" name="Oval 35"/>
          <p:cNvSpPr>
            <a:spLocks noChangeArrowheads="1"/>
          </p:cNvSpPr>
          <p:nvPr/>
        </p:nvSpPr>
        <p:spPr bwMode="auto">
          <a:xfrm>
            <a:off x="6192000" y="46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114" name="Oval 36"/>
          <p:cNvSpPr>
            <a:spLocks noChangeArrowheads="1"/>
          </p:cNvSpPr>
          <p:nvPr/>
        </p:nvSpPr>
        <p:spPr bwMode="auto">
          <a:xfrm>
            <a:off x="6732000" y="414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15" name="Oval 37"/>
          <p:cNvSpPr>
            <a:spLocks noChangeArrowheads="1"/>
          </p:cNvSpPr>
          <p:nvPr/>
        </p:nvSpPr>
        <p:spPr bwMode="auto">
          <a:xfrm>
            <a:off x="6732000" y="360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116" name="AutoShape 38"/>
          <p:cNvCxnSpPr>
            <a:cxnSpLocks noChangeShapeType="1"/>
            <a:stCxn id="113" idx="7"/>
            <a:endCxn id="114" idx="3"/>
          </p:cNvCxnSpPr>
          <p:nvPr/>
        </p:nvCxnSpPr>
        <p:spPr bwMode="auto">
          <a:xfrm flipV="1">
            <a:off x="649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7" name="AutoShape 39"/>
          <p:cNvCxnSpPr>
            <a:cxnSpLocks noChangeShapeType="1"/>
            <a:stCxn id="114" idx="7"/>
            <a:endCxn id="122" idx="3"/>
          </p:cNvCxnSpPr>
          <p:nvPr/>
        </p:nvCxnSpPr>
        <p:spPr bwMode="auto">
          <a:xfrm flipV="1">
            <a:off x="7039589" y="337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8" name="AutoShape 40"/>
          <p:cNvCxnSpPr>
            <a:cxnSpLocks noChangeShapeType="1"/>
            <a:stCxn id="112" idx="5"/>
            <a:endCxn id="115" idx="1"/>
          </p:cNvCxnSpPr>
          <p:nvPr/>
        </p:nvCxnSpPr>
        <p:spPr bwMode="auto">
          <a:xfrm>
            <a:off x="649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9" name="AutoShape 41"/>
          <p:cNvCxnSpPr>
            <a:cxnSpLocks noChangeShapeType="1"/>
            <a:stCxn id="115" idx="5"/>
            <a:endCxn id="123" idx="1"/>
          </p:cNvCxnSpPr>
          <p:nvPr/>
        </p:nvCxnSpPr>
        <p:spPr bwMode="auto">
          <a:xfrm>
            <a:off x="7039589" y="39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0" name="Line 42"/>
          <p:cNvSpPr>
            <a:spLocks noChangeShapeType="1"/>
          </p:cNvSpPr>
          <p:nvPr/>
        </p:nvSpPr>
        <p:spPr bwMode="auto">
          <a:xfrm flipV="1">
            <a:off x="6552000" y="324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1" name="Line 43"/>
          <p:cNvSpPr>
            <a:spLocks noChangeShapeType="1"/>
          </p:cNvSpPr>
          <p:nvPr/>
        </p:nvSpPr>
        <p:spPr bwMode="auto">
          <a:xfrm flipV="1">
            <a:off x="6552000" y="486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2" name="Oval 44"/>
          <p:cNvSpPr>
            <a:spLocks noChangeArrowheads="1"/>
          </p:cNvSpPr>
          <p:nvPr/>
        </p:nvSpPr>
        <p:spPr bwMode="auto">
          <a:xfrm>
            <a:off x="7812000" y="306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123" name="Oval 45"/>
          <p:cNvSpPr>
            <a:spLocks noChangeArrowheads="1"/>
          </p:cNvSpPr>
          <p:nvPr/>
        </p:nvSpPr>
        <p:spPr bwMode="auto">
          <a:xfrm>
            <a:off x="7812000" y="46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24" name="Oval 56"/>
          <p:cNvSpPr>
            <a:spLocks noChangeArrowheads="1"/>
          </p:cNvSpPr>
          <p:nvPr/>
        </p:nvSpPr>
        <p:spPr bwMode="auto">
          <a:xfrm>
            <a:off x="8352000" y="414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25" name="Oval 57"/>
          <p:cNvSpPr>
            <a:spLocks noChangeArrowheads="1"/>
          </p:cNvSpPr>
          <p:nvPr/>
        </p:nvSpPr>
        <p:spPr bwMode="auto">
          <a:xfrm>
            <a:off x="8352000" y="360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126" name="AutoShape 58"/>
          <p:cNvCxnSpPr>
            <a:cxnSpLocks noChangeShapeType="1"/>
            <a:stCxn id="123" idx="7"/>
            <a:endCxn id="124" idx="3"/>
          </p:cNvCxnSpPr>
          <p:nvPr/>
        </p:nvCxnSpPr>
        <p:spPr bwMode="auto">
          <a:xfrm flipV="1">
            <a:off x="811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7" name="AutoShape 59"/>
          <p:cNvCxnSpPr>
            <a:cxnSpLocks noChangeShapeType="1"/>
            <a:stCxn id="122" idx="5"/>
            <a:endCxn id="125" idx="1"/>
          </p:cNvCxnSpPr>
          <p:nvPr/>
        </p:nvCxnSpPr>
        <p:spPr bwMode="auto">
          <a:xfrm>
            <a:off x="811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8" name="AutoShape 60"/>
          <p:cNvCxnSpPr>
            <a:cxnSpLocks noChangeShapeType="1"/>
            <a:stCxn id="85" idx="7"/>
            <a:endCxn id="80" idx="3"/>
          </p:cNvCxnSpPr>
          <p:nvPr/>
        </p:nvCxnSpPr>
        <p:spPr bwMode="auto">
          <a:xfrm flipV="1">
            <a:off x="109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9" name="AutoShape 61"/>
          <p:cNvCxnSpPr>
            <a:cxnSpLocks noChangeShapeType="1"/>
            <a:stCxn id="84" idx="5"/>
            <a:endCxn id="81" idx="1"/>
          </p:cNvCxnSpPr>
          <p:nvPr/>
        </p:nvCxnSpPr>
        <p:spPr bwMode="auto">
          <a:xfrm>
            <a:off x="109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30" name="Text Box 74"/>
          <p:cNvSpPr txBox="1">
            <a:spLocks noChangeArrowheads="1"/>
          </p:cNvSpPr>
          <p:nvPr/>
        </p:nvSpPr>
        <p:spPr bwMode="auto">
          <a:xfrm>
            <a:off x="432000" y="30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131" name="Text Box 75"/>
          <p:cNvSpPr txBox="1">
            <a:spLocks noChangeArrowheads="1"/>
          </p:cNvSpPr>
          <p:nvPr/>
        </p:nvSpPr>
        <p:spPr bwMode="auto">
          <a:xfrm>
            <a:off x="432000" y="46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</p:spTree>
    <p:extLst>
      <p:ext uri="{BB962C8B-B14F-4D97-AF65-F5344CB8AC3E}">
        <p14:creationId xmlns:p14="http://schemas.microsoft.com/office/powerpoint/2010/main" val="303468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920037" cy="900112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Assembly-line Scheduling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2000" y="1538288"/>
            <a:ext cx="5760000" cy="450528"/>
          </a:xfrm>
        </p:spPr>
        <p:txBody>
          <a:bodyPr/>
          <a:lstStyle/>
          <a:p>
            <a:pPr marL="0" lvl="0" indent="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7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2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5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3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4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5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2 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32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115776" name="Text Box 197"/>
          <p:cNvSpPr txBox="1">
            <a:spLocks noChangeArrowheads="1"/>
          </p:cNvSpPr>
          <p:nvPr/>
        </p:nvSpPr>
        <p:spPr bwMode="auto">
          <a:xfrm>
            <a:off x="133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 dirty="0" err="1"/>
              <a:t>S</a:t>
            </a:r>
            <a:r>
              <a:rPr lang="en-US" altLang="zh-TW" baseline="-25000" dirty="0" err="1"/>
              <a:t>1,1</a:t>
            </a:r>
            <a:endParaRPr lang="en-US" altLang="zh-TW" baseline="-25000" dirty="0"/>
          </a:p>
        </p:txBody>
      </p:sp>
      <p:sp>
        <p:nvSpPr>
          <p:cNvPr id="115777" name="Text Box 198"/>
          <p:cNvSpPr txBox="1">
            <a:spLocks noChangeArrowheads="1"/>
          </p:cNvSpPr>
          <p:nvPr/>
        </p:nvSpPr>
        <p:spPr bwMode="auto">
          <a:xfrm>
            <a:off x="29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1,2</a:t>
            </a:r>
          </a:p>
        </p:txBody>
      </p:sp>
      <p:sp>
        <p:nvSpPr>
          <p:cNvPr id="115778" name="Text Box 199"/>
          <p:cNvSpPr txBox="1">
            <a:spLocks noChangeArrowheads="1"/>
          </p:cNvSpPr>
          <p:nvPr/>
        </p:nvSpPr>
        <p:spPr bwMode="auto">
          <a:xfrm>
            <a:off x="45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1,3</a:t>
            </a:r>
          </a:p>
        </p:txBody>
      </p:sp>
      <p:sp>
        <p:nvSpPr>
          <p:cNvPr id="115779" name="Text Box 200"/>
          <p:cNvSpPr txBox="1"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1,4</a:t>
            </a:r>
          </a:p>
        </p:txBody>
      </p:sp>
      <p:sp>
        <p:nvSpPr>
          <p:cNvPr id="115780" name="Text Box 201"/>
          <p:cNvSpPr txBox="1"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1,5</a:t>
            </a:r>
          </a:p>
        </p:txBody>
      </p:sp>
      <p:sp>
        <p:nvSpPr>
          <p:cNvPr id="115782" name="Text Box 214"/>
          <p:cNvSpPr txBox="1">
            <a:spLocks noChangeArrowheads="1"/>
          </p:cNvSpPr>
          <p:nvPr/>
        </p:nvSpPr>
        <p:spPr bwMode="auto">
          <a:xfrm>
            <a:off x="133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2,1</a:t>
            </a:r>
          </a:p>
        </p:txBody>
      </p:sp>
      <p:sp>
        <p:nvSpPr>
          <p:cNvPr id="115783" name="Text Box 215"/>
          <p:cNvSpPr txBox="1">
            <a:spLocks noChangeArrowheads="1"/>
          </p:cNvSpPr>
          <p:nvPr/>
        </p:nvSpPr>
        <p:spPr bwMode="auto">
          <a:xfrm>
            <a:off x="295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2,2</a:t>
            </a:r>
          </a:p>
        </p:txBody>
      </p:sp>
      <p:sp>
        <p:nvSpPr>
          <p:cNvPr id="115784" name="Text Box 216"/>
          <p:cNvSpPr txBox="1">
            <a:spLocks noChangeArrowheads="1"/>
          </p:cNvSpPr>
          <p:nvPr/>
        </p:nvSpPr>
        <p:spPr bwMode="auto">
          <a:xfrm>
            <a:off x="45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2,3</a:t>
            </a:r>
          </a:p>
        </p:txBody>
      </p:sp>
      <p:sp>
        <p:nvSpPr>
          <p:cNvPr id="115785" name="Text Box 217"/>
          <p:cNvSpPr txBox="1">
            <a:spLocks noChangeArrowheads="1"/>
          </p:cNvSpPr>
          <p:nvPr/>
        </p:nvSpPr>
        <p:spPr bwMode="auto">
          <a:xfrm>
            <a:off x="619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2,4</a:t>
            </a:r>
          </a:p>
        </p:txBody>
      </p:sp>
      <p:sp>
        <p:nvSpPr>
          <p:cNvPr id="115786" name="Text Box 218"/>
          <p:cNvSpPr txBox="1"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2,5</a:t>
            </a:r>
          </a:p>
        </p:txBody>
      </p:sp>
      <p:sp>
        <p:nvSpPr>
          <p:cNvPr id="80" name="Oval 2"/>
          <p:cNvSpPr>
            <a:spLocks noChangeArrowheads="1"/>
          </p:cNvSpPr>
          <p:nvPr/>
        </p:nvSpPr>
        <p:spPr bwMode="auto">
          <a:xfrm>
            <a:off x="1332000" y="30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7</a:t>
            </a:r>
          </a:p>
        </p:txBody>
      </p:sp>
      <p:sp>
        <p:nvSpPr>
          <p:cNvPr id="81" name="Oval 3"/>
          <p:cNvSpPr>
            <a:spLocks noChangeArrowheads="1"/>
          </p:cNvSpPr>
          <p:nvPr/>
        </p:nvSpPr>
        <p:spPr bwMode="auto">
          <a:xfrm>
            <a:off x="1332000" y="46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82" name="Oval 4"/>
          <p:cNvSpPr>
            <a:spLocks noChangeArrowheads="1"/>
          </p:cNvSpPr>
          <p:nvPr/>
        </p:nvSpPr>
        <p:spPr bwMode="auto">
          <a:xfrm>
            <a:off x="1872000" y="414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83" name="Oval 5"/>
          <p:cNvSpPr>
            <a:spLocks noChangeArrowheads="1"/>
          </p:cNvSpPr>
          <p:nvPr/>
        </p:nvSpPr>
        <p:spPr bwMode="auto">
          <a:xfrm>
            <a:off x="1872000" y="360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84" name="Oval 6"/>
          <p:cNvSpPr>
            <a:spLocks noChangeArrowheads="1"/>
          </p:cNvSpPr>
          <p:nvPr/>
        </p:nvSpPr>
        <p:spPr bwMode="auto">
          <a:xfrm>
            <a:off x="792000" y="414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85" name="Oval 7"/>
          <p:cNvSpPr>
            <a:spLocks noChangeArrowheads="1"/>
          </p:cNvSpPr>
          <p:nvPr/>
        </p:nvSpPr>
        <p:spPr bwMode="auto">
          <a:xfrm>
            <a:off x="792000" y="360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86" name="AutoShape 8"/>
          <p:cNvCxnSpPr>
            <a:cxnSpLocks noChangeShapeType="1"/>
            <a:stCxn id="81" idx="7"/>
            <a:endCxn id="82" idx="3"/>
          </p:cNvCxnSpPr>
          <p:nvPr/>
        </p:nvCxnSpPr>
        <p:spPr bwMode="auto">
          <a:xfrm flipV="1">
            <a:off x="163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87" name="AutoShape 9"/>
          <p:cNvCxnSpPr>
            <a:cxnSpLocks noChangeShapeType="1"/>
            <a:stCxn id="82" idx="7"/>
            <a:endCxn id="92" idx="3"/>
          </p:cNvCxnSpPr>
          <p:nvPr/>
        </p:nvCxnSpPr>
        <p:spPr bwMode="auto">
          <a:xfrm flipV="1">
            <a:off x="2179589" y="337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88" name="AutoShape 10"/>
          <p:cNvCxnSpPr>
            <a:cxnSpLocks noChangeShapeType="1"/>
            <a:stCxn id="80" idx="5"/>
            <a:endCxn id="83" idx="1"/>
          </p:cNvCxnSpPr>
          <p:nvPr/>
        </p:nvCxnSpPr>
        <p:spPr bwMode="auto">
          <a:xfrm>
            <a:off x="1639588" y="337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89" name="AutoShape 11"/>
          <p:cNvCxnSpPr>
            <a:cxnSpLocks noChangeShapeType="1"/>
            <a:stCxn id="83" idx="5"/>
            <a:endCxn id="93" idx="1"/>
          </p:cNvCxnSpPr>
          <p:nvPr/>
        </p:nvCxnSpPr>
        <p:spPr bwMode="auto">
          <a:xfrm>
            <a:off x="2179589" y="391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90" name="Line 12"/>
          <p:cNvSpPr>
            <a:spLocks noChangeShapeType="1"/>
          </p:cNvSpPr>
          <p:nvPr/>
        </p:nvSpPr>
        <p:spPr bwMode="auto">
          <a:xfrm>
            <a:off x="1692000" y="32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1" name="Line 13"/>
          <p:cNvSpPr>
            <a:spLocks noChangeShapeType="1"/>
          </p:cNvSpPr>
          <p:nvPr/>
        </p:nvSpPr>
        <p:spPr bwMode="auto">
          <a:xfrm flipV="1">
            <a:off x="1692000" y="486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" name="Oval 14"/>
          <p:cNvSpPr>
            <a:spLocks noChangeArrowheads="1"/>
          </p:cNvSpPr>
          <p:nvPr/>
        </p:nvSpPr>
        <p:spPr bwMode="auto">
          <a:xfrm>
            <a:off x="2952000" y="306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93" name="Oval 15"/>
          <p:cNvSpPr>
            <a:spLocks noChangeArrowheads="1"/>
          </p:cNvSpPr>
          <p:nvPr/>
        </p:nvSpPr>
        <p:spPr bwMode="auto">
          <a:xfrm>
            <a:off x="2952000" y="468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5</a:t>
            </a:r>
          </a:p>
        </p:txBody>
      </p:sp>
      <p:sp>
        <p:nvSpPr>
          <p:cNvPr id="94" name="Oval 16"/>
          <p:cNvSpPr>
            <a:spLocks noChangeArrowheads="1"/>
          </p:cNvSpPr>
          <p:nvPr/>
        </p:nvSpPr>
        <p:spPr bwMode="auto">
          <a:xfrm>
            <a:off x="3492000" y="414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95" name="Oval 17"/>
          <p:cNvSpPr>
            <a:spLocks noChangeArrowheads="1"/>
          </p:cNvSpPr>
          <p:nvPr/>
        </p:nvSpPr>
        <p:spPr bwMode="auto">
          <a:xfrm>
            <a:off x="3492000" y="360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96" name="AutoShape 18"/>
          <p:cNvCxnSpPr>
            <a:cxnSpLocks noChangeShapeType="1"/>
            <a:stCxn id="93" idx="7"/>
            <a:endCxn id="94" idx="3"/>
          </p:cNvCxnSpPr>
          <p:nvPr/>
        </p:nvCxnSpPr>
        <p:spPr bwMode="auto">
          <a:xfrm flipV="1">
            <a:off x="3259588" y="445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97" name="AutoShape 19"/>
          <p:cNvCxnSpPr>
            <a:cxnSpLocks noChangeShapeType="1"/>
            <a:stCxn id="94" idx="7"/>
            <a:endCxn id="102" idx="3"/>
          </p:cNvCxnSpPr>
          <p:nvPr/>
        </p:nvCxnSpPr>
        <p:spPr bwMode="auto">
          <a:xfrm flipV="1">
            <a:off x="3799589" y="337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98" name="AutoShape 20"/>
          <p:cNvCxnSpPr>
            <a:cxnSpLocks noChangeShapeType="1"/>
            <a:stCxn id="92" idx="5"/>
            <a:endCxn id="95" idx="1"/>
          </p:cNvCxnSpPr>
          <p:nvPr/>
        </p:nvCxnSpPr>
        <p:spPr bwMode="auto">
          <a:xfrm>
            <a:off x="325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99" name="AutoShape 21"/>
          <p:cNvCxnSpPr>
            <a:cxnSpLocks noChangeShapeType="1"/>
            <a:stCxn id="95" idx="5"/>
            <a:endCxn id="103" idx="1"/>
          </p:cNvCxnSpPr>
          <p:nvPr/>
        </p:nvCxnSpPr>
        <p:spPr bwMode="auto">
          <a:xfrm>
            <a:off x="3799589" y="39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00" name="Line 22"/>
          <p:cNvSpPr>
            <a:spLocks noChangeShapeType="1"/>
          </p:cNvSpPr>
          <p:nvPr/>
        </p:nvSpPr>
        <p:spPr bwMode="auto">
          <a:xfrm>
            <a:off x="3312000" y="32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1" name="Line 23"/>
          <p:cNvSpPr>
            <a:spLocks noChangeShapeType="1"/>
          </p:cNvSpPr>
          <p:nvPr/>
        </p:nvSpPr>
        <p:spPr bwMode="auto">
          <a:xfrm flipV="1">
            <a:off x="3312000" y="486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" name="Oval 24"/>
          <p:cNvSpPr>
            <a:spLocks noChangeArrowheads="1"/>
          </p:cNvSpPr>
          <p:nvPr/>
        </p:nvSpPr>
        <p:spPr bwMode="auto">
          <a:xfrm>
            <a:off x="4572000" y="30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3</a:t>
            </a:r>
          </a:p>
        </p:txBody>
      </p:sp>
      <p:sp>
        <p:nvSpPr>
          <p:cNvPr id="103" name="Oval 25"/>
          <p:cNvSpPr>
            <a:spLocks noChangeArrowheads="1"/>
          </p:cNvSpPr>
          <p:nvPr/>
        </p:nvSpPr>
        <p:spPr bwMode="auto">
          <a:xfrm>
            <a:off x="4572000" y="468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104" name="Oval 26"/>
          <p:cNvSpPr>
            <a:spLocks noChangeArrowheads="1"/>
          </p:cNvSpPr>
          <p:nvPr/>
        </p:nvSpPr>
        <p:spPr bwMode="auto">
          <a:xfrm>
            <a:off x="5112000" y="414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05" name="Oval 27"/>
          <p:cNvSpPr>
            <a:spLocks noChangeArrowheads="1"/>
          </p:cNvSpPr>
          <p:nvPr/>
        </p:nvSpPr>
        <p:spPr bwMode="auto">
          <a:xfrm>
            <a:off x="5112000" y="360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cxnSp>
        <p:nvCxnSpPr>
          <p:cNvPr id="106" name="AutoShape 28"/>
          <p:cNvCxnSpPr>
            <a:cxnSpLocks noChangeShapeType="1"/>
            <a:stCxn id="103" idx="7"/>
            <a:endCxn id="104" idx="3"/>
          </p:cNvCxnSpPr>
          <p:nvPr/>
        </p:nvCxnSpPr>
        <p:spPr bwMode="auto">
          <a:xfrm flipV="1">
            <a:off x="4879589" y="445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7" name="AutoShape 29"/>
          <p:cNvCxnSpPr>
            <a:cxnSpLocks noChangeShapeType="1"/>
            <a:stCxn id="104" idx="7"/>
            <a:endCxn id="112" idx="3"/>
          </p:cNvCxnSpPr>
          <p:nvPr/>
        </p:nvCxnSpPr>
        <p:spPr bwMode="auto">
          <a:xfrm flipV="1">
            <a:off x="5419588" y="337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08" name="AutoShape 30"/>
          <p:cNvCxnSpPr>
            <a:cxnSpLocks noChangeShapeType="1"/>
            <a:stCxn id="102" idx="5"/>
            <a:endCxn id="105" idx="1"/>
          </p:cNvCxnSpPr>
          <p:nvPr/>
        </p:nvCxnSpPr>
        <p:spPr bwMode="auto">
          <a:xfrm>
            <a:off x="4879589" y="337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09" name="AutoShape 31"/>
          <p:cNvCxnSpPr>
            <a:cxnSpLocks noChangeShapeType="1"/>
            <a:stCxn id="105" idx="5"/>
            <a:endCxn id="113" idx="1"/>
          </p:cNvCxnSpPr>
          <p:nvPr/>
        </p:nvCxnSpPr>
        <p:spPr bwMode="auto">
          <a:xfrm>
            <a:off x="5419588" y="391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10" name="Line 32"/>
          <p:cNvSpPr>
            <a:spLocks noChangeShapeType="1"/>
          </p:cNvSpPr>
          <p:nvPr/>
        </p:nvSpPr>
        <p:spPr bwMode="auto">
          <a:xfrm>
            <a:off x="4932000" y="32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1" name="Line 33"/>
          <p:cNvSpPr>
            <a:spLocks noChangeShapeType="1"/>
          </p:cNvSpPr>
          <p:nvPr/>
        </p:nvSpPr>
        <p:spPr bwMode="auto">
          <a:xfrm flipV="1">
            <a:off x="4932000" y="486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" name="Oval 34"/>
          <p:cNvSpPr>
            <a:spLocks noChangeArrowheads="1"/>
          </p:cNvSpPr>
          <p:nvPr/>
        </p:nvSpPr>
        <p:spPr bwMode="auto">
          <a:xfrm>
            <a:off x="6192000" y="306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113" name="Oval 35"/>
          <p:cNvSpPr>
            <a:spLocks noChangeArrowheads="1"/>
          </p:cNvSpPr>
          <p:nvPr/>
        </p:nvSpPr>
        <p:spPr bwMode="auto">
          <a:xfrm>
            <a:off x="6192000" y="468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4</a:t>
            </a:r>
          </a:p>
        </p:txBody>
      </p:sp>
      <p:sp>
        <p:nvSpPr>
          <p:cNvPr id="114" name="Oval 36"/>
          <p:cNvSpPr>
            <a:spLocks noChangeArrowheads="1"/>
          </p:cNvSpPr>
          <p:nvPr/>
        </p:nvSpPr>
        <p:spPr bwMode="auto">
          <a:xfrm>
            <a:off x="6732000" y="414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15" name="Oval 37"/>
          <p:cNvSpPr>
            <a:spLocks noChangeArrowheads="1"/>
          </p:cNvSpPr>
          <p:nvPr/>
        </p:nvSpPr>
        <p:spPr bwMode="auto">
          <a:xfrm>
            <a:off x="6732000" y="360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116" name="AutoShape 38"/>
          <p:cNvCxnSpPr>
            <a:cxnSpLocks noChangeShapeType="1"/>
            <a:stCxn id="113" idx="7"/>
            <a:endCxn id="114" idx="3"/>
          </p:cNvCxnSpPr>
          <p:nvPr/>
        </p:nvCxnSpPr>
        <p:spPr bwMode="auto">
          <a:xfrm flipV="1">
            <a:off x="649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7" name="AutoShape 39"/>
          <p:cNvCxnSpPr>
            <a:cxnSpLocks noChangeShapeType="1"/>
            <a:stCxn id="114" idx="7"/>
            <a:endCxn id="122" idx="3"/>
          </p:cNvCxnSpPr>
          <p:nvPr/>
        </p:nvCxnSpPr>
        <p:spPr bwMode="auto">
          <a:xfrm flipV="1">
            <a:off x="7039589" y="337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8" name="AutoShape 40"/>
          <p:cNvCxnSpPr>
            <a:cxnSpLocks noChangeShapeType="1"/>
            <a:stCxn id="112" idx="5"/>
            <a:endCxn id="115" idx="1"/>
          </p:cNvCxnSpPr>
          <p:nvPr/>
        </p:nvCxnSpPr>
        <p:spPr bwMode="auto">
          <a:xfrm>
            <a:off x="649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9" name="AutoShape 41"/>
          <p:cNvCxnSpPr>
            <a:cxnSpLocks noChangeShapeType="1"/>
            <a:stCxn id="115" idx="5"/>
            <a:endCxn id="123" idx="1"/>
          </p:cNvCxnSpPr>
          <p:nvPr/>
        </p:nvCxnSpPr>
        <p:spPr bwMode="auto">
          <a:xfrm>
            <a:off x="7039589" y="39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0" name="Line 42"/>
          <p:cNvSpPr>
            <a:spLocks noChangeShapeType="1"/>
          </p:cNvSpPr>
          <p:nvPr/>
        </p:nvSpPr>
        <p:spPr bwMode="auto">
          <a:xfrm flipV="1">
            <a:off x="6552000" y="324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1" name="Line 43"/>
          <p:cNvSpPr>
            <a:spLocks noChangeShapeType="1"/>
          </p:cNvSpPr>
          <p:nvPr/>
        </p:nvSpPr>
        <p:spPr bwMode="auto">
          <a:xfrm flipV="1">
            <a:off x="6552000" y="4869000"/>
            <a:ext cx="1259999" cy="1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2" name="Oval 44"/>
          <p:cNvSpPr>
            <a:spLocks noChangeArrowheads="1"/>
          </p:cNvSpPr>
          <p:nvPr/>
        </p:nvSpPr>
        <p:spPr bwMode="auto">
          <a:xfrm>
            <a:off x="7812000" y="306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123" name="Oval 45"/>
          <p:cNvSpPr>
            <a:spLocks noChangeArrowheads="1"/>
          </p:cNvSpPr>
          <p:nvPr/>
        </p:nvSpPr>
        <p:spPr bwMode="auto">
          <a:xfrm>
            <a:off x="7812000" y="468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5</a:t>
            </a:r>
          </a:p>
        </p:txBody>
      </p:sp>
      <p:sp>
        <p:nvSpPr>
          <p:cNvPr id="124" name="Oval 56"/>
          <p:cNvSpPr>
            <a:spLocks noChangeArrowheads="1"/>
          </p:cNvSpPr>
          <p:nvPr/>
        </p:nvSpPr>
        <p:spPr bwMode="auto">
          <a:xfrm>
            <a:off x="8352000" y="41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125" name="Oval 57"/>
          <p:cNvSpPr>
            <a:spLocks noChangeArrowheads="1"/>
          </p:cNvSpPr>
          <p:nvPr/>
        </p:nvSpPr>
        <p:spPr bwMode="auto">
          <a:xfrm>
            <a:off x="8352000" y="360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126" name="AutoShape 58"/>
          <p:cNvCxnSpPr>
            <a:cxnSpLocks noChangeShapeType="1"/>
            <a:stCxn id="123" idx="7"/>
            <a:endCxn id="124" idx="3"/>
          </p:cNvCxnSpPr>
          <p:nvPr/>
        </p:nvCxnSpPr>
        <p:spPr bwMode="auto">
          <a:xfrm flipV="1">
            <a:off x="8119588" y="445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27" name="AutoShape 59"/>
          <p:cNvCxnSpPr>
            <a:cxnSpLocks noChangeShapeType="1"/>
            <a:stCxn id="122" idx="5"/>
            <a:endCxn id="125" idx="1"/>
          </p:cNvCxnSpPr>
          <p:nvPr/>
        </p:nvCxnSpPr>
        <p:spPr bwMode="auto">
          <a:xfrm>
            <a:off x="8119588" y="337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8" name="AutoShape 60"/>
          <p:cNvCxnSpPr>
            <a:cxnSpLocks noChangeShapeType="1"/>
            <a:stCxn id="85" idx="7"/>
            <a:endCxn id="80" idx="3"/>
          </p:cNvCxnSpPr>
          <p:nvPr/>
        </p:nvCxnSpPr>
        <p:spPr bwMode="auto">
          <a:xfrm flipV="1">
            <a:off x="1099588" y="337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29" name="AutoShape 61"/>
          <p:cNvCxnSpPr>
            <a:cxnSpLocks noChangeShapeType="1"/>
            <a:stCxn id="84" idx="5"/>
            <a:endCxn id="81" idx="1"/>
          </p:cNvCxnSpPr>
          <p:nvPr/>
        </p:nvCxnSpPr>
        <p:spPr bwMode="auto">
          <a:xfrm>
            <a:off x="1099588" y="445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30" name="Text Box 74"/>
          <p:cNvSpPr txBox="1">
            <a:spLocks noChangeArrowheads="1"/>
          </p:cNvSpPr>
          <p:nvPr/>
        </p:nvSpPr>
        <p:spPr bwMode="auto">
          <a:xfrm>
            <a:off x="432000" y="30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131" name="Text Box 75"/>
          <p:cNvSpPr txBox="1">
            <a:spLocks noChangeArrowheads="1"/>
          </p:cNvSpPr>
          <p:nvPr/>
        </p:nvSpPr>
        <p:spPr bwMode="auto">
          <a:xfrm>
            <a:off x="432000" y="46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</p:spTree>
    <p:extLst>
      <p:ext uri="{BB962C8B-B14F-4D97-AF65-F5344CB8AC3E}">
        <p14:creationId xmlns:p14="http://schemas.microsoft.com/office/powerpoint/2010/main" val="263155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471" y="2708908"/>
            <a:ext cx="8281058" cy="1440184"/>
          </a:xfrm>
        </p:spPr>
        <p:txBody>
          <a:bodyPr/>
          <a:lstStyle/>
          <a:p>
            <a:pPr algn="l" eaLnBrk="1" hangingPunct="1">
              <a:tabLst>
                <a:tab pos="1433513" algn="l"/>
              </a:tabLst>
            </a:pPr>
            <a:r>
              <a:rPr lang="en-US" altLang="zh-TW" sz="4000" dirty="0" err="1" smtClean="0"/>
              <a:t>Step1</a:t>
            </a:r>
            <a:r>
              <a:rPr lang="en-US" altLang="zh-TW" sz="4000" dirty="0" smtClean="0"/>
              <a:t>:	The structure of the fastest way 	through the factory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fastest way through station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baseline="-25000" dirty="0">
                <a:solidFill>
                  <a:srgbClr val="000000"/>
                </a:solidFill>
              </a:rPr>
              <a:t>1, </a:t>
            </a:r>
            <a:r>
              <a:rPr lang="en-US" altLang="zh-TW" i="1" baseline="-25000" dirty="0">
                <a:solidFill>
                  <a:srgbClr val="000000"/>
                </a:solidFill>
              </a:rPr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is either</a:t>
            </a:r>
          </a:p>
          <a:p>
            <a:pPr lvl="1"/>
            <a:r>
              <a:rPr lang="en-US" altLang="zh-TW" dirty="0"/>
              <a:t>the fastest way through station </a:t>
            </a:r>
            <a:r>
              <a:rPr lang="en-US" altLang="zh-TW" i="1" dirty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baseline="-25000" dirty="0">
                <a:solidFill>
                  <a:srgbClr val="000000"/>
                </a:solidFill>
                <a:cs typeface="+mn-cs"/>
              </a:rPr>
              <a:t>1, </a:t>
            </a:r>
            <a:r>
              <a:rPr lang="en-US" altLang="zh-TW" i="1" spc="300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−</a:t>
            </a:r>
            <a:r>
              <a:rPr lang="en-US" altLang="zh-TW" baseline="-25000" dirty="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and then directly through </a:t>
            </a:r>
            <a:r>
              <a:rPr lang="en-US" altLang="zh-TW" dirty="0" smtClean="0"/>
              <a:t>station  </a:t>
            </a:r>
            <a:r>
              <a:rPr lang="en-US" altLang="zh-TW" i="1" dirty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baseline="-25000" dirty="0">
                <a:solidFill>
                  <a:srgbClr val="000000"/>
                </a:solidFill>
                <a:cs typeface="+mn-cs"/>
              </a:rPr>
              <a:t>1, </a:t>
            </a:r>
            <a:r>
              <a:rPr lang="en-US" altLang="zh-TW" i="1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dirty="0" smtClean="0"/>
              <a:t>, </a:t>
            </a:r>
            <a:r>
              <a:rPr lang="en-US" altLang="zh-TW" dirty="0"/>
              <a:t>or</a:t>
            </a:r>
          </a:p>
          <a:p>
            <a:pPr lvl="1"/>
            <a:r>
              <a:rPr lang="en-US" altLang="zh-TW" dirty="0"/>
              <a:t>the fastest way through station </a:t>
            </a:r>
            <a:r>
              <a:rPr lang="en-US" altLang="zh-TW" sz="2200" i="1" dirty="0" err="1" smtClean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sz="2200" baseline="-25000" dirty="0" err="1" smtClean="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zh-TW" sz="2200" baseline="-25000" dirty="0" smtClean="0">
                <a:solidFill>
                  <a:srgbClr val="000000"/>
                </a:solidFill>
                <a:cs typeface="+mn-cs"/>
              </a:rPr>
              <a:t>, </a:t>
            </a:r>
            <a:r>
              <a:rPr lang="en-US" altLang="zh-TW" sz="2200" i="1" spc="300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sz="2200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−</a:t>
            </a:r>
            <a:r>
              <a:rPr lang="en-US" altLang="zh-TW" sz="2200" baseline="-25000" dirty="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zh-TW" dirty="0" smtClean="0"/>
              <a:t>, </a:t>
            </a:r>
            <a:r>
              <a:rPr lang="en-US" altLang="zh-TW" dirty="0"/>
              <a:t>a transfer from line 2 to line 1, and then through station </a:t>
            </a:r>
            <a:r>
              <a:rPr lang="en-US" altLang="zh-TW" i="1" dirty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baseline="-25000" dirty="0">
                <a:solidFill>
                  <a:srgbClr val="000000"/>
                </a:solidFill>
                <a:cs typeface="+mn-cs"/>
              </a:rPr>
              <a:t>1, </a:t>
            </a:r>
            <a:r>
              <a:rPr lang="en-US" altLang="zh-TW" i="1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0">
              <a:buClr>
                <a:srgbClr val="000000"/>
              </a:buClr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</a:rPr>
              <a:t>The </a:t>
            </a:r>
            <a:r>
              <a:rPr lang="en-US" altLang="zh-TW" dirty="0">
                <a:solidFill>
                  <a:srgbClr val="000000"/>
                </a:solidFill>
              </a:rPr>
              <a:t>fastest way through station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S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, </a:t>
            </a:r>
            <a:r>
              <a:rPr lang="en-US" altLang="zh-TW" i="1" baseline="-250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is either</a:t>
            </a:r>
          </a:p>
          <a:p>
            <a:pPr lvl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fastest way through station </a:t>
            </a:r>
            <a:r>
              <a:rPr lang="en-US" altLang="zh-TW" i="1" dirty="0" err="1" smtClean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baseline="-25000" dirty="0" err="1" smtClean="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zh-TW" baseline="-25000" dirty="0" smtClean="0">
                <a:solidFill>
                  <a:srgbClr val="000000"/>
                </a:solidFill>
                <a:cs typeface="+mn-cs"/>
              </a:rPr>
              <a:t>, </a:t>
            </a:r>
            <a:r>
              <a:rPr lang="en-US" altLang="zh-TW" i="1" spc="300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−</a:t>
            </a:r>
            <a:r>
              <a:rPr lang="en-US" altLang="zh-TW" baseline="-25000" dirty="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 and then directly through station  </a:t>
            </a:r>
            <a:r>
              <a:rPr lang="en-US" altLang="zh-TW" i="1" dirty="0" err="1" smtClean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baseline="-25000" dirty="0" err="1" smtClean="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zh-TW" baseline="-25000" dirty="0" smtClean="0">
                <a:solidFill>
                  <a:srgbClr val="000000"/>
                </a:solidFill>
                <a:cs typeface="+mn-cs"/>
              </a:rPr>
              <a:t>, </a:t>
            </a:r>
            <a:r>
              <a:rPr lang="en-US" altLang="zh-TW" i="1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, or</a:t>
            </a:r>
          </a:p>
          <a:p>
            <a:pPr lvl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fastest way through station </a:t>
            </a:r>
            <a:r>
              <a:rPr lang="en-US" altLang="zh-TW" sz="2200" i="1" dirty="0" smtClean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sz="2200" baseline="-25000" dirty="0" smtClean="0">
                <a:solidFill>
                  <a:srgbClr val="000000"/>
                </a:solidFill>
                <a:cs typeface="+mn-cs"/>
              </a:rPr>
              <a:t>1, </a:t>
            </a:r>
            <a:r>
              <a:rPr lang="en-US" altLang="zh-TW" sz="2200" i="1" spc="300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sz="2200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−</a:t>
            </a:r>
            <a:r>
              <a:rPr lang="en-US" altLang="zh-TW" sz="2200" baseline="-25000" dirty="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a transfer from line </a:t>
            </a:r>
            <a:r>
              <a:rPr lang="en-US" altLang="zh-TW" dirty="0" smtClean="0">
                <a:solidFill>
                  <a:srgbClr val="000000"/>
                </a:solidFill>
              </a:rPr>
              <a:t>1 </a:t>
            </a:r>
            <a:r>
              <a:rPr lang="en-US" altLang="zh-TW" dirty="0">
                <a:solidFill>
                  <a:srgbClr val="000000"/>
                </a:solidFill>
              </a:rPr>
              <a:t>to line </a:t>
            </a:r>
            <a:r>
              <a:rPr lang="en-US" altLang="zh-TW" dirty="0" smtClean="0">
                <a:solidFill>
                  <a:srgbClr val="000000"/>
                </a:solidFill>
              </a:rPr>
              <a:t>2, </a:t>
            </a:r>
            <a:r>
              <a:rPr lang="en-US" altLang="zh-TW" dirty="0">
                <a:solidFill>
                  <a:srgbClr val="000000"/>
                </a:solidFill>
              </a:rPr>
              <a:t>and then through station </a:t>
            </a:r>
            <a:r>
              <a:rPr lang="en-US" altLang="zh-TW" i="1" dirty="0" err="1" smtClean="0">
                <a:solidFill>
                  <a:srgbClr val="000000"/>
                </a:solidFill>
                <a:cs typeface="+mn-cs"/>
              </a:rPr>
              <a:t>S</a:t>
            </a:r>
            <a:r>
              <a:rPr lang="en-US" altLang="zh-TW" baseline="-25000" dirty="0" err="1" smtClean="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zh-TW" baseline="-25000" dirty="0" smtClean="0">
                <a:solidFill>
                  <a:srgbClr val="000000"/>
                </a:solidFill>
                <a:cs typeface="+mn-cs"/>
              </a:rPr>
              <a:t>, </a:t>
            </a:r>
            <a:r>
              <a:rPr lang="en-US" altLang="zh-TW" i="1" baseline="-25000" dirty="0">
                <a:solidFill>
                  <a:srgbClr val="000000"/>
                </a:solidFill>
                <a:cs typeface="+mn-cs"/>
              </a:rPr>
              <a:t>j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</a:p>
          <a:p>
            <a:pPr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</a:pPr>
            <a:r>
              <a:rPr lang="en-US" altLang="zh-TW" dirty="0" smtClean="0"/>
              <a:t>Let</a:t>
            </a:r>
            <a:r>
              <a:rPr lang="en-US" altLang="zh-TW" spc="300" dirty="0" smtClean="0"/>
              <a:t> </a:t>
            </a:r>
            <a:r>
              <a:rPr lang="en-US" altLang="zh-TW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i="1" spc="3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TW" i="1" spc="3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dirty="0" smtClean="0"/>
              <a:t> denote the fastest possible time to get a chassis from the starting point through station </a:t>
            </a:r>
            <a:r>
              <a:rPr lang="en-US" altLang="zh-TW" i="1" dirty="0" smtClean="0">
                <a:solidFill>
                  <a:srgbClr val="000000"/>
                </a:solidFill>
              </a:rPr>
              <a:t>S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i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, </a:t>
            </a:r>
            <a:r>
              <a:rPr lang="en-US" altLang="zh-TW" i="1" spc="300" baseline="-25000" dirty="0">
                <a:solidFill>
                  <a:srgbClr val="000000"/>
                </a:solidFill>
              </a:rPr>
              <a:t>j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</a:p>
          <a:p>
            <a:pPr>
              <a:buClr>
                <a:srgbClr val="000000"/>
              </a:buClr>
            </a:pPr>
            <a:r>
              <a:rPr lang="en-US" altLang="zh-TW" dirty="0"/>
              <a:t>Let</a:t>
            </a:r>
            <a:r>
              <a:rPr lang="en-US" altLang="zh-TW" spc="300" dirty="0"/>
              <a:t> </a:t>
            </a:r>
            <a:r>
              <a:rPr lang="en-US" altLang="zh-TW" i="1" dirty="0" smtClean="0"/>
              <a:t>f</a:t>
            </a:r>
            <a:r>
              <a:rPr lang="en-US" altLang="zh-TW" dirty="0" smtClean="0"/>
              <a:t> </a:t>
            </a:r>
            <a:r>
              <a:rPr lang="en-US" altLang="zh-TW" dirty="0"/>
              <a:t>denote the fastest time to get a chassis all the way through </a:t>
            </a:r>
            <a:r>
              <a:rPr lang="en-US" altLang="zh-TW" dirty="0" smtClean="0"/>
              <a:t>the factory.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379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f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min( </a:t>
            </a:r>
            <a:r>
              <a:rPr lang="en-US" altLang="zh-TW" i="1" dirty="0" smtClean="0"/>
              <a:t>f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[5]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3, </a:t>
            </a:r>
            <a:r>
              <a:rPr lang="en-US" altLang="zh-TW" i="1" dirty="0" smtClean="0">
                <a:solidFill>
                  <a:srgbClr val="0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[5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2)</a:t>
            </a:r>
          </a:p>
          <a:p>
            <a:endParaRPr lang="en-US" altLang="zh-TW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baseline="-25000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[5]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min( </a:t>
            </a:r>
            <a:r>
              <a:rPr lang="en-US" altLang="zh-TW" i="1" dirty="0" smtClean="0">
                <a:solidFill>
                  <a:srgbClr val="0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[4]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8, </a:t>
            </a:r>
            <a:r>
              <a:rPr lang="en-US" altLang="zh-TW" i="1" dirty="0" smtClean="0">
                <a:solidFill>
                  <a:srgbClr val="0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[4]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8)</a:t>
            </a:r>
            <a:endParaRPr lang="en-US" altLang="zh-TW" dirty="0">
              <a:solidFill>
                <a:srgbClr val="000000"/>
              </a:solidFill>
            </a:endParaRPr>
          </a:p>
          <a:p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altLang="zh-TW" i="1" dirty="0" smtClean="0">
                <a:solidFill>
                  <a:srgbClr val="0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[5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min( </a:t>
            </a:r>
            <a:r>
              <a:rPr lang="en-US" altLang="zh-TW" i="1" dirty="0" smtClean="0">
                <a:solidFill>
                  <a:srgbClr val="0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[4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5, </a:t>
            </a:r>
            <a:r>
              <a:rPr lang="en-US" altLang="zh-TW" i="1" dirty="0" smtClean="0">
                <a:solidFill>
                  <a:srgbClr val="00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[4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3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5)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5" name="Text Box 197"/>
          <p:cNvSpPr txBox="1">
            <a:spLocks noChangeArrowheads="1"/>
          </p:cNvSpPr>
          <p:nvPr/>
        </p:nvSpPr>
        <p:spPr bwMode="auto">
          <a:xfrm>
            <a:off x="13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 dirty="0" err="1"/>
              <a:t>S</a:t>
            </a:r>
            <a:r>
              <a:rPr lang="en-US" altLang="zh-TW" baseline="-25000" dirty="0" err="1"/>
              <a:t>1,1</a:t>
            </a:r>
            <a:endParaRPr lang="en-US" altLang="zh-TW" baseline="-25000" dirty="0"/>
          </a:p>
        </p:txBody>
      </p:sp>
      <p:sp>
        <p:nvSpPr>
          <p:cNvPr id="6" name="Text Box 198"/>
          <p:cNvSpPr txBox="1">
            <a:spLocks noChangeArrowheads="1"/>
          </p:cNvSpPr>
          <p:nvPr/>
        </p:nvSpPr>
        <p:spPr bwMode="auto">
          <a:xfrm>
            <a:off x="295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1,2</a:t>
            </a:r>
          </a:p>
        </p:txBody>
      </p:sp>
      <p:sp>
        <p:nvSpPr>
          <p:cNvPr id="7" name="Text Box 199"/>
          <p:cNvSpPr txBox="1">
            <a:spLocks noChangeArrowheads="1"/>
          </p:cNvSpPr>
          <p:nvPr/>
        </p:nvSpPr>
        <p:spPr bwMode="auto">
          <a:xfrm>
            <a:off x="45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1,3</a:t>
            </a:r>
          </a:p>
        </p:txBody>
      </p:sp>
      <p:sp>
        <p:nvSpPr>
          <p:cNvPr id="8" name="Text Box 200"/>
          <p:cNvSpPr txBox="1">
            <a:spLocks noChangeArrowheads="1"/>
          </p:cNvSpPr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1,4</a:t>
            </a:r>
          </a:p>
        </p:txBody>
      </p:sp>
      <p:sp>
        <p:nvSpPr>
          <p:cNvPr id="9" name="Text Box 201"/>
          <p:cNvSpPr txBox="1">
            <a:spLocks noChangeArrowheads="1"/>
          </p:cNvSpPr>
          <p:nvPr/>
        </p:nvSpPr>
        <p:spPr bwMode="auto">
          <a:xfrm>
            <a:off x="781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1,5</a:t>
            </a:r>
          </a:p>
        </p:txBody>
      </p:sp>
      <p:sp>
        <p:nvSpPr>
          <p:cNvPr id="10" name="Text Box 214"/>
          <p:cNvSpPr txBox="1">
            <a:spLocks noChangeArrowheads="1"/>
          </p:cNvSpPr>
          <p:nvPr/>
        </p:nvSpPr>
        <p:spPr bwMode="auto">
          <a:xfrm>
            <a:off x="13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2,1</a:t>
            </a:r>
          </a:p>
        </p:txBody>
      </p:sp>
      <p:sp>
        <p:nvSpPr>
          <p:cNvPr id="11" name="Text Box 215"/>
          <p:cNvSpPr txBox="1">
            <a:spLocks noChangeArrowheads="1"/>
          </p:cNvSpPr>
          <p:nvPr/>
        </p:nvSpPr>
        <p:spPr bwMode="auto">
          <a:xfrm>
            <a:off x="295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2,2</a:t>
            </a:r>
          </a:p>
        </p:txBody>
      </p:sp>
      <p:sp>
        <p:nvSpPr>
          <p:cNvPr id="12" name="Text Box 216"/>
          <p:cNvSpPr txBox="1">
            <a:spLocks noChangeArrowheads="1"/>
          </p:cNvSpPr>
          <p:nvPr/>
        </p:nvSpPr>
        <p:spPr bwMode="auto">
          <a:xfrm>
            <a:off x="457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2,3</a:t>
            </a:r>
          </a:p>
        </p:txBody>
      </p:sp>
      <p:sp>
        <p:nvSpPr>
          <p:cNvPr id="13" name="Text Box 217"/>
          <p:cNvSpPr txBox="1"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2,4</a:t>
            </a:r>
          </a:p>
        </p:txBody>
      </p:sp>
      <p:sp>
        <p:nvSpPr>
          <p:cNvPr id="14" name="Text Box 218"/>
          <p:cNvSpPr txBox="1">
            <a:spLocks noChangeArrowheads="1"/>
          </p:cNvSpPr>
          <p:nvPr/>
        </p:nvSpPr>
        <p:spPr bwMode="auto">
          <a:xfrm>
            <a:off x="781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2,5</a:t>
            </a:r>
          </a:p>
        </p:txBody>
      </p:sp>
      <p:sp>
        <p:nvSpPr>
          <p:cNvPr id="15" name="Oval 2"/>
          <p:cNvSpPr>
            <a:spLocks noChangeArrowheads="1"/>
          </p:cNvSpPr>
          <p:nvPr/>
        </p:nvSpPr>
        <p:spPr bwMode="auto">
          <a:xfrm>
            <a:off x="1332000" y="108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16" name="Oval 3"/>
          <p:cNvSpPr>
            <a:spLocks noChangeArrowheads="1"/>
          </p:cNvSpPr>
          <p:nvPr/>
        </p:nvSpPr>
        <p:spPr bwMode="auto">
          <a:xfrm>
            <a:off x="1332000" y="270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17" name="Oval 4"/>
          <p:cNvSpPr>
            <a:spLocks noChangeArrowheads="1"/>
          </p:cNvSpPr>
          <p:nvPr/>
        </p:nvSpPr>
        <p:spPr bwMode="auto">
          <a:xfrm>
            <a:off x="1872000" y="216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8" name="Oval 5"/>
          <p:cNvSpPr>
            <a:spLocks noChangeArrowheads="1"/>
          </p:cNvSpPr>
          <p:nvPr/>
        </p:nvSpPr>
        <p:spPr bwMode="auto">
          <a:xfrm>
            <a:off x="1872000" y="162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9" name="Oval 6"/>
          <p:cNvSpPr>
            <a:spLocks noChangeArrowheads="1"/>
          </p:cNvSpPr>
          <p:nvPr/>
        </p:nvSpPr>
        <p:spPr bwMode="auto">
          <a:xfrm>
            <a:off x="792000" y="216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4</a:t>
            </a:r>
          </a:p>
        </p:txBody>
      </p:sp>
      <p:sp>
        <p:nvSpPr>
          <p:cNvPr id="20" name="Oval 7"/>
          <p:cNvSpPr>
            <a:spLocks noChangeArrowheads="1"/>
          </p:cNvSpPr>
          <p:nvPr/>
        </p:nvSpPr>
        <p:spPr bwMode="auto">
          <a:xfrm>
            <a:off x="792000" y="162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21" name="AutoShape 8"/>
          <p:cNvCxnSpPr>
            <a:cxnSpLocks noChangeShapeType="1"/>
            <a:stCxn id="16" idx="7"/>
            <a:endCxn id="17" idx="3"/>
          </p:cNvCxnSpPr>
          <p:nvPr/>
        </p:nvCxnSpPr>
        <p:spPr bwMode="auto">
          <a:xfrm flipV="1">
            <a:off x="1639588" y="247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9"/>
          <p:cNvCxnSpPr>
            <a:cxnSpLocks noChangeShapeType="1"/>
            <a:stCxn id="17" idx="7"/>
            <a:endCxn id="27" idx="3"/>
          </p:cNvCxnSpPr>
          <p:nvPr/>
        </p:nvCxnSpPr>
        <p:spPr bwMode="auto">
          <a:xfrm flipV="1"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0"/>
          <p:cNvCxnSpPr>
            <a:cxnSpLocks noChangeShapeType="1"/>
            <a:stCxn id="15" idx="5"/>
            <a:endCxn id="18" idx="1"/>
          </p:cNvCxnSpPr>
          <p:nvPr/>
        </p:nvCxnSpPr>
        <p:spPr bwMode="auto">
          <a:xfrm>
            <a:off x="1639588" y="139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4" name="AutoShape 11"/>
          <p:cNvCxnSpPr>
            <a:cxnSpLocks noChangeShapeType="1"/>
            <a:stCxn id="18" idx="5"/>
            <a:endCxn id="28" idx="1"/>
          </p:cNvCxnSpPr>
          <p:nvPr/>
        </p:nvCxnSpPr>
        <p:spPr bwMode="auto">
          <a:xfrm>
            <a:off x="2179589" y="193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5" name="Line 12"/>
          <p:cNvSpPr>
            <a:spLocks noChangeShapeType="1"/>
          </p:cNvSpPr>
          <p:nvPr/>
        </p:nvSpPr>
        <p:spPr bwMode="auto">
          <a:xfrm>
            <a:off x="1692000" y="126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 flipV="1">
            <a:off x="1692000" y="28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7" name="Oval 14"/>
          <p:cNvSpPr>
            <a:spLocks noChangeArrowheads="1"/>
          </p:cNvSpPr>
          <p:nvPr/>
        </p:nvSpPr>
        <p:spPr bwMode="auto">
          <a:xfrm>
            <a:off x="2952000" y="108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28" name="Oval 15"/>
          <p:cNvSpPr>
            <a:spLocks noChangeArrowheads="1"/>
          </p:cNvSpPr>
          <p:nvPr/>
        </p:nvSpPr>
        <p:spPr bwMode="auto">
          <a:xfrm>
            <a:off x="2952000" y="270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29" name="Oval 16"/>
          <p:cNvSpPr>
            <a:spLocks noChangeArrowheads="1"/>
          </p:cNvSpPr>
          <p:nvPr/>
        </p:nvSpPr>
        <p:spPr bwMode="auto">
          <a:xfrm>
            <a:off x="3492000" y="216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sp>
        <p:nvSpPr>
          <p:cNvPr id="30" name="Oval 17"/>
          <p:cNvSpPr>
            <a:spLocks noChangeArrowheads="1"/>
          </p:cNvSpPr>
          <p:nvPr/>
        </p:nvSpPr>
        <p:spPr bwMode="auto">
          <a:xfrm>
            <a:off x="3492000" y="162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31" name="AutoShape 18"/>
          <p:cNvCxnSpPr>
            <a:cxnSpLocks noChangeShapeType="1"/>
            <a:stCxn id="28" idx="7"/>
            <a:endCxn id="29" idx="3"/>
          </p:cNvCxnSpPr>
          <p:nvPr/>
        </p:nvCxnSpPr>
        <p:spPr bwMode="auto">
          <a:xfrm flipV="1">
            <a:off x="3259588" y="247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19"/>
          <p:cNvCxnSpPr>
            <a:cxnSpLocks noChangeShapeType="1"/>
            <a:stCxn id="29" idx="7"/>
            <a:endCxn id="37" idx="3"/>
          </p:cNvCxnSpPr>
          <p:nvPr/>
        </p:nvCxnSpPr>
        <p:spPr bwMode="auto">
          <a:xfrm flipV="1"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20"/>
          <p:cNvCxnSpPr>
            <a:cxnSpLocks noChangeShapeType="1"/>
            <a:stCxn id="27" idx="5"/>
            <a:endCxn id="30" idx="1"/>
          </p:cNvCxnSpPr>
          <p:nvPr/>
        </p:nvCxnSpPr>
        <p:spPr bwMode="auto">
          <a:xfrm>
            <a:off x="3259588" y="139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4" name="AutoShape 21"/>
          <p:cNvCxnSpPr>
            <a:cxnSpLocks noChangeShapeType="1"/>
            <a:stCxn id="30" idx="5"/>
            <a:endCxn id="38" idx="1"/>
          </p:cNvCxnSpPr>
          <p:nvPr/>
        </p:nvCxnSpPr>
        <p:spPr bwMode="auto">
          <a:xfrm>
            <a:off x="3799589" y="193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5" name="Line 22"/>
          <p:cNvSpPr>
            <a:spLocks noChangeShapeType="1"/>
          </p:cNvSpPr>
          <p:nvPr/>
        </p:nvSpPr>
        <p:spPr bwMode="auto">
          <a:xfrm>
            <a:off x="3312000" y="126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 flipV="1">
            <a:off x="3312000" y="28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7" name="Oval 24"/>
          <p:cNvSpPr>
            <a:spLocks noChangeArrowheads="1"/>
          </p:cNvSpPr>
          <p:nvPr/>
        </p:nvSpPr>
        <p:spPr bwMode="auto">
          <a:xfrm>
            <a:off x="4572000" y="108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38" name="Oval 25"/>
          <p:cNvSpPr>
            <a:spLocks noChangeArrowheads="1"/>
          </p:cNvSpPr>
          <p:nvPr/>
        </p:nvSpPr>
        <p:spPr bwMode="auto">
          <a:xfrm>
            <a:off x="4572000" y="270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39" name="Oval 26"/>
          <p:cNvSpPr>
            <a:spLocks noChangeArrowheads="1"/>
          </p:cNvSpPr>
          <p:nvPr/>
        </p:nvSpPr>
        <p:spPr bwMode="auto">
          <a:xfrm>
            <a:off x="5112000" y="216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40" name="Oval 27"/>
          <p:cNvSpPr>
            <a:spLocks noChangeArrowheads="1"/>
          </p:cNvSpPr>
          <p:nvPr/>
        </p:nvSpPr>
        <p:spPr bwMode="auto">
          <a:xfrm>
            <a:off x="5112000" y="162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cxnSp>
        <p:nvCxnSpPr>
          <p:cNvPr id="41" name="AutoShape 28"/>
          <p:cNvCxnSpPr>
            <a:cxnSpLocks noChangeShapeType="1"/>
            <a:stCxn id="38" idx="7"/>
            <a:endCxn id="39" idx="3"/>
          </p:cNvCxnSpPr>
          <p:nvPr/>
        </p:nvCxnSpPr>
        <p:spPr bwMode="auto">
          <a:xfrm flipV="1">
            <a:off x="4879589" y="247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29"/>
          <p:cNvCxnSpPr>
            <a:cxnSpLocks noChangeShapeType="1"/>
            <a:stCxn id="39" idx="7"/>
            <a:endCxn id="47" idx="3"/>
          </p:cNvCxnSpPr>
          <p:nvPr/>
        </p:nvCxnSpPr>
        <p:spPr bwMode="auto">
          <a:xfrm flipV="1"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30"/>
          <p:cNvCxnSpPr>
            <a:cxnSpLocks noChangeShapeType="1"/>
            <a:stCxn id="37" idx="5"/>
            <a:endCxn id="40" idx="1"/>
          </p:cNvCxnSpPr>
          <p:nvPr/>
        </p:nvCxnSpPr>
        <p:spPr bwMode="auto">
          <a:xfrm>
            <a:off x="4879589" y="139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4" name="AutoShape 31"/>
          <p:cNvCxnSpPr>
            <a:cxnSpLocks noChangeShapeType="1"/>
            <a:stCxn id="40" idx="5"/>
            <a:endCxn id="48" idx="1"/>
          </p:cNvCxnSpPr>
          <p:nvPr/>
        </p:nvCxnSpPr>
        <p:spPr bwMode="auto">
          <a:xfrm>
            <a:off x="5419588" y="193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5" name="Line 32"/>
          <p:cNvSpPr>
            <a:spLocks noChangeShapeType="1"/>
          </p:cNvSpPr>
          <p:nvPr/>
        </p:nvSpPr>
        <p:spPr bwMode="auto">
          <a:xfrm>
            <a:off x="4932000" y="126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Line 33"/>
          <p:cNvSpPr>
            <a:spLocks noChangeShapeType="1"/>
          </p:cNvSpPr>
          <p:nvPr/>
        </p:nvSpPr>
        <p:spPr bwMode="auto">
          <a:xfrm flipV="1">
            <a:off x="4932000" y="288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7" name="Oval 34"/>
          <p:cNvSpPr>
            <a:spLocks noChangeArrowheads="1"/>
          </p:cNvSpPr>
          <p:nvPr/>
        </p:nvSpPr>
        <p:spPr bwMode="auto">
          <a:xfrm>
            <a:off x="6192000" y="108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48" name="Oval 35"/>
          <p:cNvSpPr>
            <a:spLocks noChangeArrowheads="1"/>
          </p:cNvSpPr>
          <p:nvPr/>
        </p:nvSpPr>
        <p:spPr bwMode="auto">
          <a:xfrm>
            <a:off x="6192000" y="270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49" name="Oval 36"/>
          <p:cNvSpPr>
            <a:spLocks noChangeArrowheads="1"/>
          </p:cNvSpPr>
          <p:nvPr/>
        </p:nvSpPr>
        <p:spPr bwMode="auto">
          <a:xfrm>
            <a:off x="6732000" y="216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50" name="Oval 37"/>
          <p:cNvSpPr>
            <a:spLocks noChangeArrowheads="1"/>
          </p:cNvSpPr>
          <p:nvPr/>
        </p:nvSpPr>
        <p:spPr bwMode="auto">
          <a:xfrm>
            <a:off x="6732000" y="162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51" name="AutoShape 38"/>
          <p:cNvCxnSpPr>
            <a:cxnSpLocks noChangeShapeType="1"/>
            <a:stCxn id="48" idx="7"/>
            <a:endCxn id="49" idx="3"/>
          </p:cNvCxnSpPr>
          <p:nvPr/>
        </p:nvCxnSpPr>
        <p:spPr bwMode="auto">
          <a:xfrm flipV="1">
            <a:off x="6499588" y="247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2" name="AutoShape 39"/>
          <p:cNvCxnSpPr>
            <a:cxnSpLocks noChangeShapeType="1"/>
            <a:stCxn id="49" idx="7"/>
            <a:endCxn id="57" idx="3"/>
          </p:cNvCxnSpPr>
          <p:nvPr/>
        </p:nvCxnSpPr>
        <p:spPr bwMode="auto">
          <a:xfrm flipV="1"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3" name="AutoShape 40"/>
          <p:cNvCxnSpPr>
            <a:cxnSpLocks noChangeShapeType="1"/>
            <a:stCxn id="47" idx="5"/>
            <a:endCxn id="50" idx="1"/>
          </p:cNvCxnSpPr>
          <p:nvPr/>
        </p:nvCxnSpPr>
        <p:spPr bwMode="auto">
          <a:xfrm>
            <a:off x="6499588" y="139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4" name="AutoShape 41"/>
          <p:cNvCxnSpPr>
            <a:cxnSpLocks noChangeShapeType="1"/>
            <a:stCxn id="50" idx="5"/>
            <a:endCxn id="58" idx="1"/>
          </p:cNvCxnSpPr>
          <p:nvPr/>
        </p:nvCxnSpPr>
        <p:spPr bwMode="auto">
          <a:xfrm>
            <a:off x="7039589" y="193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55" name="Line 42"/>
          <p:cNvSpPr>
            <a:spLocks noChangeShapeType="1"/>
          </p:cNvSpPr>
          <p:nvPr/>
        </p:nvSpPr>
        <p:spPr bwMode="auto">
          <a:xfrm flipV="1">
            <a:off x="6552000" y="126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V="1">
            <a:off x="6552000" y="288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7" name="Oval 44"/>
          <p:cNvSpPr>
            <a:spLocks noChangeArrowheads="1"/>
          </p:cNvSpPr>
          <p:nvPr/>
        </p:nvSpPr>
        <p:spPr bwMode="auto">
          <a:xfrm>
            <a:off x="7812000" y="108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58" name="Oval 45"/>
          <p:cNvSpPr>
            <a:spLocks noChangeArrowheads="1"/>
          </p:cNvSpPr>
          <p:nvPr/>
        </p:nvSpPr>
        <p:spPr bwMode="auto">
          <a:xfrm>
            <a:off x="7812000" y="270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8352000" y="216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60" name="Oval 57"/>
          <p:cNvSpPr>
            <a:spLocks noChangeArrowheads="1"/>
          </p:cNvSpPr>
          <p:nvPr/>
        </p:nvSpPr>
        <p:spPr bwMode="auto">
          <a:xfrm>
            <a:off x="8352000" y="162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1" name="AutoShape 58"/>
          <p:cNvCxnSpPr>
            <a:cxnSpLocks noChangeShapeType="1"/>
            <a:stCxn id="58" idx="7"/>
            <a:endCxn id="59" idx="3"/>
          </p:cNvCxnSpPr>
          <p:nvPr/>
        </p:nvCxnSpPr>
        <p:spPr bwMode="auto">
          <a:xfrm flipV="1">
            <a:off x="8119588" y="247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59"/>
          <p:cNvCxnSpPr>
            <a:cxnSpLocks noChangeShapeType="1"/>
            <a:stCxn id="57" idx="5"/>
            <a:endCxn id="60" idx="1"/>
          </p:cNvCxnSpPr>
          <p:nvPr/>
        </p:nvCxnSpPr>
        <p:spPr bwMode="auto">
          <a:xfrm>
            <a:off x="8119588" y="139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0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1099588" y="139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61"/>
          <p:cNvCxnSpPr>
            <a:cxnSpLocks noChangeShapeType="1"/>
            <a:stCxn id="19" idx="5"/>
            <a:endCxn id="16" idx="1"/>
          </p:cNvCxnSpPr>
          <p:nvPr/>
        </p:nvCxnSpPr>
        <p:spPr bwMode="auto">
          <a:xfrm>
            <a:off x="1099588" y="247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5" name="Text Box 74"/>
          <p:cNvSpPr txBox="1">
            <a:spLocks noChangeArrowheads="1"/>
          </p:cNvSpPr>
          <p:nvPr/>
        </p:nvSpPr>
        <p:spPr bwMode="auto">
          <a:xfrm>
            <a:off x="432000" y="108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6" name="Text Box 75"/>
          <p:cNvSpPr txBox="1">
            <a:spLocks noChangeArrowheads="1"/>
          </p:cNvSpPr>
          <p:nvPr/>
        </p:nvSpPr>
        <p:spPr bwMode="auto">
          <a:xfrm>
            <a:off x="432000" y="27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</p:spTree>
    <p:extLst>
      <p:ext uri="{BB962C8B-B14F-4D97-AF65-F5344CB8AC3E}">
        <p14:creationId xmlns:p14="http://schemas.microsoft.com/office/powerpoint/2010/main" val="421267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Step 2:  A recursive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Oval 4"/>
          <p:cNvSpPr>
            <a:spLocks noChangeArrowheads="1"/>
          </p:cNvSpPr>
          <p:nvPr/>
        </p:nvSpPr>
        <p:spPr bwMode="auto">
          <a:xfrm>
            <a:off x="1332000" y="909000"/>
            <a:ext cx="360362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11</a:t>
            </a:r>
          </a:p>
        </p:txBody>
      </p:sp>
      <p:cxnSp>
        <p:nvCxnSpPr>
          <p:cNvPr id="5124" name="AutoShape 10"/>
          <p:cNvCxnSpPr>
            <a:cxnSpLocks noChangeShapeType="1"/>
            <a:stCxn id="5179" idx="7"/>
            <a:endCxn id="5190" idx="3"/>
          </p:cNvCxnSpPr>
          <p:nvPr/>
        </p:nvCxnSpPr>
        <p:spPr bwMode="auto">
          <a:xfrm flipV="1">
            <a:off x="1639588" y="2296588"/>
            <a:ext cx="285186" cy="28513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25" name="AutoShape 11"/>
          <p:cNvCxnSpPr>
            <a:cxnSpLocks noChangeShapeType="1"/>
            <a:stCxn id="5190" idx="7"/>
            <a:endCxn id="5174" idx="3"/>
          </p:cNvCxnSpPr>
          <p:nvPr/>
        </p:nvCxnSpPr>
        <p:spPr bwMode="auto">
          <a:xfrm flipV="1">
            <a:off x="2179589" y="1216279"/>
            <a:ext cx="825185" cy="82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26" name="AutoShape 12"/>
          <p:cNvCxnSpPr>
            <a:cxnSpLocks noChangeShapeType="1"/>
            <a:stCxn id="5123" idx="5"/>
            <a:endCxn id="5185" idx="1"/>
          </p:cNvCxnSpPr>
          <p:nvPr/>
        </p:nvCxnSpPr>
        <p:spPr bwMode="auto">
          <a:xfrm>
            <a:off x="1639588" y="1216279"/>
            <a:ext cx="285186" cy="28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27" name="AutoShape 13"/>
          <p:cNvCxnSpPr>
            <a:cxnSpLocks noChangeShapeType="1"/>
            <a:stCxn id="5185" idx="5"/>
            <a:endCxn id="5180" idx="1"/>
          </p:cNvCxnSpPr>
          <p:nvPr/>
        </p:nvCxnSpPr>
        <p:spPr bwMode="auto">
          <a:xfrm>
            <a:off x="2179589" y="1756588"/>
            <a:ext cx="825185" cy="82513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5128" name="Line 14"/>
          <p:cNvSpPr>
            <a:spLocks noChangeShapeType="1"/>
          </p:cNvSpPr>
          <p:nvPr/>
        </p:nvSpPr>
        <p:spPr bwMode="auto">
          <a:xfrm flipV="1"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129" name="Line 15"/>
          <p:cNvSpPr>
            <a:spLocks noChangeShapeType="1"/>
          </p:cNvSpPr>
          <p:nvPr/>
        </p:nvSpPr>
        <p:spPr bwMode="auto">
          <a:xfrm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130" name="AutoShape 20"/>
          <p:cNvCxnSpPr>
            <a:cxnSpLocks noChangeShapeType="1"/>
            <a:stCxn id="5180" idx="7"/>
            <a:endCxn id="5191" idx="3"/>
          </p:cNvCxnSpPr>
          <p:nvPr/>
        </p:nvCxnSpPr>
        <p:spPr bwMode="auto">
          <a:xfrm flipV="1">
            <a:off x="3259588" y="2296589"/>
            <a:ext cx="285186" cy="28513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31" name="AutoShape 21"/>
          <p:cNvCxnSpPr>
            <a:cxnSpLocks noChangeShapeType="1"/>
            <a:stCxn id="5191" idx="7"/>
            <a:endCxn id="5175" idx="3"/>
          </p:cNvCxnSpPr>
          <p:nvPr/>
        </p:nvCxnSpPr>
        <p:spPr bwMode="auto">
          <a:xfrm flipV="1">
            <a:off x="3799589" y="1216279"/>
            <a:ext cx="825185" cy="82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32" name="AutoShape 22"/>
          <p:cNvCxnSpPr>
            <a:cxnSpLocks noChangeShapeType="1"/>
            <a:stCxn id="5174" idx="5"/>
            <a:endCxn id="5186" idx="1"/>
          </p:cNvCxnSpPr>
          <p:nvPr/>
        </p:nvCxnSpPr>
        <p:spPr bwMode="auto">
          <a:xfrm>
            <a:off x="3259588" y="1216279"/>
            <a:ext cx="285186" cy="28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33" name="AutoShape 23"/>
          <p:cNvCxnSpPr>
            <a:cxnSpLocks noChangeShapeType="1"/>
            <a:stCxn id="5186" idx="5"/>
            <a:endCxn id="5181" idx="1"/>
          </p:cNvCxnSpPr>
          <p:nvPr/>
        </p:nvCxnSpPr>
        <p:spPr bwMode="auto">
          <a:xfrm>
            <a:off x="3799589" y="1756589"/>
            <a:ext cx="825185" cy="82513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5134" name="Line 24"/>
          <p:cNvSpPr>
            <a:spLocks noChangeShapeType="1"/>
          </p:cNvSpPr>
          <p:nvPr/>
        </p:nvSpPr>
        <p:spPr bwMode="auto">
          <a:xfrm flipV="1"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135" name="Line 25"/>
          <p:cNvSpPr>
            <a:spLocks noChangeShapeType="1"/>
          </p:cNvSpPr>
          <p:nvPr/>
        </p:nvSpPr>
        <p:spPr bwMode="auto">
          <a:xfrm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136" name="AutoShape 30"/>
          <p:cNvCxnSpPr>
            <a:cxnSpLocks noChangeShapeType="1"/>
            <a:stCxn id="5181" idx="7"/>
            <a:endCxn id="5192" idx="3"/>
          </p:cNvCxnSpPr>
          <p:nvPr/>
        </p:nvCxnSpPr>
        <p:spPr bwMode="auto">
          <a:xfrm flipV="1">
            <a:off x="4879589" y="2296588"/>
            <a:ext cx="285185" cy="28513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37" name="AutoShape 31"/>
          <p:cNvCxnSpPr>
            <a:cxnSpLocks noChangeShapeType="1"/>
            <a:stCxn id="5192" idx="7"/>
            <a:endCxn id="5176" idx="3"/>
          </p:cNvCxnSpPr>
          <p:nvPr/>
        </p:nvCxnSpPr>
        <p:spPr bwMode="auto">
          <a:xfrm flipV="1">
            <a:off x="5419588" y="1216279"/>
            <a:ext cx="825186" cy="82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38" name="AutoShape 32"/>
          <p:cNvCxnSpPr>
            <a:cxnSpLocks noChangeShapeType="1"/>
            <a:stCxn id="5175" idx="5"/>
            <a:endCxn id="5187" idx="1"/>
          </p:cNvCxnSpPr>
          <p:nvPr/>
        </p:nvCxnSpPr>
        <p:spPr bwMode="auto">
          <a:xfrm>
            <a:off x="4879589" y="1216279"/>
            <a:ext cx="285185" cy="28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39" name="AutoShape 33"/>
          <p:cNvCxnSpPr>
            <a:cxnSpLocks noChangeShapeType="1"/>
            <a:stCxn id="5187" idx="5"/>
            <a:endCxn id="5182" idx="1"/>
          </p:cNvCxnSpPr>
          <p:nvPr/>
        </p:nvCxnSpPr>
        <p:spPr bwMode="auto">
          <a:xfrm>
            <a:off x="5419588" y="1756588"/>
            <a:ext cx="825186" cy="82513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5140" name="Line 34"/>
          <p:cNvSpPr>
            <a:spLocks noChangeShapeType="1"/>
          </p:cNvSpPr>
          <p:nvPr/>
        </p:nvSpPr>
        <p:spPr bwMode="auto">
          <a:xfrm flipV="1"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141" name="Line 35"/>
          <p:cNvSpPr>
            <a:spLocks noChangeShapeType="1"/>
          </p:cNvSpPr>
          <p:nvPr/>
        </p:nvSpPr>
        <p:spPr bwMode="auto">
          <a:xfrm>
            <a:off x="493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142" name="AutoShape 40"/>
          <p:cNvCxnSpPr>
            <a:cxnSpLocks noChangeShapeType="1"/>
            <a:stCxn id="5182" idx="7"/>
            <a:endCxn id="5193" idx="3"/>
          </p:cNvCxnSpPr>
          <p:nvPr/>
        </p:nvCxnSpPr>
        <p:spPr bwMode="auto">
          <a:xfrm flipV="1">
            <a:off x="6499589" y="2296589"/>
            <a:ext cx="285185" cy="28513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43" name="AutoShape 41"/>
          <p:cNvCxnSpPr>
            <a:cxnSpLocks noChangeShapeType="1"/>
            <a:stCxn id="5193" idx="7"/>
            <a:endCxn id="5177" idx="3"/>
          </p:cNvCxnSpPr>
          <p:nvPr/>
        </p:nvCxnSpPr>
        <p:spPr bwMode="auto">
          <a:xfrm flipV="1">
            <a:off x="7039588" y="1216279"/>
            <a:ext cx="825186" cy="82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44" name="AutoShape 42"/>
          <p:cNvCxnSpPr>
            <a:cxnSpLocks noChangeShapeType="1"/>
            <a:stCxn id="5176" idx="5"/>
            <a:endCxn id="5188" idx="1"/>
          </p:cNvCxnSpPr>
          <p:nvPr/>
        </p:nvCxnSpPr>
        <p:spPr bwMode="auto">
          <a:xfrm>
            <a:off x="6499589" y="1216279"/>
            <a:ext cx="285185" cy="28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45" name="AutoShape 43"/>
          <p:cNvCxnSpPr>
            <a:cxnSpLocks noChangeShapeType="1"/>
            <a:stCxn id="5188" idx="5"/>
            <a:endCxn id="5183" idx="1"/>
          </p:cNvCxnSpPr>
          <p:nvPr/>
        </p:nvCxnSpPr>
        <p:spPr bwMode="auto">
          <a:xfrm>
            <a:off x="7039588" y="1756589"/>
            <a:ext cx="825186" cy="82513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5146" name="Line 44"/>
          <p:cNvSpPr>
            <a:spLocks noChangeShapeType="1"/>
          </p:cNvSpPr>
          <p:nvPr/>
        </p:nvSpPr>
        <p:spPr bwMode="auto">
          <a:xfrm flipV="1">
            <a:off x="655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5147" name="Line 45"/>
          <p:cNvSpPr>
            <a:spLocks noChangeShapeType="1"/>
          </p:cNvSpPr>
          <p:nvPr/>
        </p:nvSpPr>
        <p:spPr bwMode="auto">
          <a:xfrm>
            <a:off x="655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154" name="AutoShape 60"/>
          <p:cNvCxnSpPr>
            <a:cxnSpLocks noChangeShapeType="1"/>
            <a:stCxn id="5183" idx="7"/>
            <a:endCxn id="5198" idx="3"/>
          </p:cNvCxnSpPr>
          <p:nvPr/>
        </p:nvCxnSpPr>
        <p:spPr bwMode="auto">
          <a:xfrm flipV="1">
            <a:off x="8119588" y="2296588"/>
            <a:ext cx="285186" cy="28513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55" name="AutoShape 61"/>
          <p:cNvCxnSpPr>
            <a:cxnSpLocks noChangeShapeType="1"/>
            <a:stCxn id="5177" idx="5"/>
            <a:endCxn id="5197" idx="1"/>
          </p:cNvCxnSpPr>
          <p:nvPr/>
        </p:nvCxnSpPr>
        <p:spPr bwMode="auto">
          <a:xfrm>
            <a:off x="8119588" y="1216279"/>
            <a:ext cx="285186" cy="28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56" name="AutoShape 62"/>
          <p:cNvCxnSpPr>
            <a:cxnSpLocks noChangeShapeType="1"/>
            <a:stCxn id="5195" idx="7"/>
            <a:endCxn id="5123" idx="3"/>
          </p:cNvCxnSpPr>
          <p:nvPr/>
        </p:nvCxnSpPr>
        <p:spPr bwMode="auto">
          <a:xfrm flipV="1">
            <a:off x="1099588" y="1216279"/>
            <a:ext cx="285186" cy="28549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157" name="AutoShape 63"/>
          <p:cNvCxnSpPr>
            <a:cxnSpLocks noChangeShapeType="1"/>
            <a:stCxn id="5196" idx="5"/>
            <a:endCxn id="5179" idx="1"/>
          </p:cNvCxnSpPr>
          <p:nvPr/>
        </p:nvCxnSpPr>
        <p:spPr bwMode="auto">
          <a:xfrm>
            <a:off x="1099588" y="2296588"/>
            <a:ext cx="285186" cy="28513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5158" name="Text Box 64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1,1</a:t>
            </a:r>
          </a:p>
        </p:txBody>
      </p:sp>
      <p:sp>
        <p:nvSpPr>
          <p:cNvPr id="5159" name="Text Box 65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1,2</a:t>
            </a:r>
          </a:p>
        </p:txBody>
      </p:sp>
      <p:sp>
        <p:nvSpPr>
          <p:cNvPr id="5160" name="Text Box 66"/>
          <p:cNvSpPr txBox="1">
            <a:spLocks noChangeArrowheads="1"/>
          </p:cNvSpPr>
          <p:nvPr/>
        </p:nvSpPr>
        <p:spPr bwMode="auto">
          <a:xfrm>
            <a:off x="45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1,3</a:t>
            </a:r>
          </a:p>
        </p:txBody>
      </p:sp>
      <p:sp>
        <p:nvSpPr>
          <p:cNvPr id="5161" name="Text Box 67"/>
          <p:cNvSpPr txBox="1"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1,4</a:t>
            </a:r>
          </a:p>
        </p:txBody>
      </p:sp>
      <p:sp>
        <p:nvSpPr>
          <p:cNvPr id="5162" name="Text Box 68"/>
          <p:cNvSpPr txBox="1">
            <a:spLocks noChangeArrowheads="1"/>
          </p:cNvSpPr>
          <p:nvPr/>
        </p:nvSpPr>
        <p:spPr bwMode="auto">
          <a:xfrm>
            <a:off x="78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1,5</a:t>
            </a:r>
          </a:p>
        </p:txBody>
      </p:sp>
      <p:sp>
        <p:nvSpPr>
          <p:cNvPr id="5164" name="Text Box 70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2,1</a:t>
            </a:r>
          </a:p>
        </p:txBody>
      </p:sp>
      <p:sp>
        <p:nvSpPr>
          <p:cNvPr id="5165" name="Text Box 71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2,2</a:t>
            </a:r>
          </a:p>
        </p:txBody>
      </p:sp>
      <p:sp>
        <p:nvSpPr>
          <p:cNvPr id="5166" name="Text Box 72"/>
          <p:cNvSpPr txBox="1">
            <a:spLocks noChangeArrowheads="1"/>
          </p:cNvSpPr>
          <p:nvPr/>
        </p:nvSpPr>
        <p:spPr bwMode="auto">
          <a:xfrm>
            <a:off x="45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2,3</a:t>
            </a:r>
          </a:p>
        </p:txBody>
      </p:sp>
      <p:sp>
        <p:nvSpPr>
          <p:cNvPr id="5167" name="Text Box 73"/>
          <p:cNvSpPr txBox="1">
            <a:spLocks noChangeArrowheads="1"/>
          </p:cNvSpPr>
          <p:nvPr/>
        </p:nvSpPr>
        <p:spPr bwMode="auto">
          <a:xfrm>
            <a:off x="61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2,4</a:t>
            </a:r>
          </a:p>
        </p:txBody>
      </p:sp>
      <p:sp>
        <p:nvSpPr>
          <p:cNvPr id="5168" name="Text Box 74"/>
          <p:cNvSpPr txBox="1"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2,5</a:t>
            </a:r>
          </a:p>
        </p:txBody>
      </p:sp>
      <p:sp>
        <p:nvSpPr>
          <p:cNvPr id="5170" name="Text Box 76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5171" name="Text Box 77"/>
          <p:cNvSpPr txBox="1">
            <a:spLocks noChangeArrowheads="1"/>
          </p:cNvSpPr>
          <p:nvPr/>
        </p:nvSpPr>
        <p:spPr bwMode="auto">
          <a:xfrm>
            <a:off x="432000" y="23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 dirty="0"/>
              <a:t>line </a:t>
            </a:r>
            <a:r>
              <a:rPr lang="en-US" altLang="zh-TW" dirty="0" smtClean="0"/>
              <a:t>2</a:t>
            </a:r>
            <a:endParaRPr lang="en-US" altLang="zh-TW" dirty="0"/>
          </a:p>
        </p:txBody>
      </p:sp>
      <p:sp>
        <p:nvSpPr>
          <p:cNvPr id="5174" name="Oval 80"/>
          <p:cNvSpPr>
            <a:spLocks noChangeArrowheads="1"/>
          </p:cNvSpPr>
          <p:nvPr/>
        </p:nvSpPr>
        <p:spPr bwMode="auto">
          <a:xfrm>
            <a:off x="2952000" y="909000"/>
            <a:ext cx="360362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 dirty="0" err="1"/>
              <a:t>a</a:t>
            </a:r>
            <a:r>
              <a:rPr lang="en-US" altLang="zh-TW" sz="1800" baseline="-25000" dirty="0" err="1"/>
              <a:t>12</a:t>
            </a:r>
            <a:endParaRPr lang="en-US" altLang="zh-TW" sz="1800" baseline="-25000" dirty="0"/>
          </a:p>
        </p:txBody>
      </p:sp>
      <p:sp>
        <p:nvSpPr>
          <p:cNvPr id="5175" name="Oval 81"/>
          <p:cNvSpPr>
            <a:spLocks noChangeArrowheads="1"/>
          </p:cNvSpPr>
          <p:nvPr/>
        </p:nvSpPr>
        <p:spPr bwMode="auto">
          <a:xfrm>
            <a:off x="4572000" y="909000"/>
            <a:ext cx="360363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13</a:t>
            </a:r>
          </a:p>
        </p:txBody>
      </p:sp>
      <p:sp>
        <p:nvSpPr>
          <p:cNvPr id="5176" name="Oval 82"/>
          <p:cNvSpPr>
            <a:spLocks noChangeArrowheads="1"/>
          </p:cNvSpPr>
          <p:nvPr/>
        </p:nvSpPr>
        <p:spPr bwMode="auto">
          <a:xfrm>
            <a:off x="6192000" y="909000"/>
            <a:ext cx="360363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14</a:t>
            </a:r>
          </a:p>
        </p:txBody>
      </p:sp>
      <p:sp>
        <p:nvSpPr>
          <p:cNvPr id="5177" name="Oval 83"/>
          <p:cNvSpPr>
            <a:spLocks noChangeArrowheads="1"/>
          </p:cNvSpPr>
          <p:nvPr/>
        </p:nvSpPr>
        <p:spPr bwMode="auto">
          <a:xfrm>
            <a:off x="7812000" y="909000"/>
            <a:ext cx="360362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15</a:t>
            </a:r>
          </a:p>
        </p:txBody>
      </p:sp>
      <p:sp>
        <p:nvSpPr>
          <p:cNvPr id="5179" name="Oval 85"/>
          <p:cNvSpPr>
            <a:spLocks noChangeArrowheads="1"/>
          </p:cNvSpPr>
          <p:nvPr/>
        </p:nvSpPr>
        <p:spPr bwMode="auto">
          <a:xfrm>
            <a:off x="1332000" y="2529000"/>
            <a:ext cx="360362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21</a:t>
            </a:r>
          </a:p>
        </p:txBody>
      </p:sp>
      <p:sp>
        <p:nvSpPr>
          <p:cNvPr id="5180" name="Oval 86"/>
          <p:cNvSpPr>
            <a:spLocks noChangeArrowheads="1"/>
          </p:cNvSpPr>
          <p:nvPr/>
        </p:nvSpPr>
        <p:spPr bwMode="auto">
          <a:xfrm>
            <a:off x="2952000" y="2529000"/>
            <a:ext cx="360362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22</a:t>
            </a:r>
          </a:p>
        </p:txBody>
      </p:sp>
      <p:sp>
        <p:nvSpPr>
          <p:cNvPr id="5181" name="Oval 87"/>
          <p:cNvSpPr>
            <a:spLocks noChangeArrowheads="1"/>
          </p:cNvSpPr>
          <p:nvPr/>
        </p:nvSpPr>
        <p:spPr bwMode="auto">
          <a:xfrm>
            <a:off x="4572000" y="2529000"/>
            <a:ext cx="360363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23</a:t>
            </a:r>
          </a:p>
        </p:txBody>
      </p:sp>
      <p:sp>
        <p:nvSpPr>
          <p:cNvPr id="5182" name="Oval 88"/>
          <p:cNvSpPr>
            <a:spLocks noChangeArrowheads="1"/>
          </p:cNvSpPr>
          <p:nvPr/>
        </p:nvSpPr>
        <p:spPr bwMode="auto">
          <a:xfrm>
            <a:off x="6192000" y="2529000"/>
            <a:ext cx="360363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24</a:t>
            </a:r>
          </a:p>
        </p:txBody>
      </p:sp>
      <p:sp>
        <p:nvSpPr>
          <p:cNvPr id="5183" name="Oval 89"/>
          <p:cNvSpPr>
            <a:spLocks noChangeArrowheads="1"/>
          </p:cNvSpPr>
          <p:nvPr/>
        </p:nvSpPr>
        <p:spPr bwMode="auto">
          <a:xfrm>
            <a:off x="7812000" y="2529000"/>
            <a:ext cx="360362" cy="36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54000" bIns="36000" anchor="b"/>
          <a:lstStyle/>
          <a:p>
            <a:pPr algn="ctr"/>
            <a:r>
              <a:rPr lang="en-US" altLang="zh-TW" sz="1800" i="1"/>
              <a:t>a</a:t>
            </a:r>
            <a:r>
              <a:rPr lang="en-US" altLang="zh-TW" sz="1800" baseline="-25000"/>
              <a:t>25</a:t>
            </a:r>
          </a:p>
        </p:txBody>
      </p:sp>
      <p:sp>
        <p:nvSpPr>
          <p:cNvPr id="5185" name="Oval 91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11</a:t>
            </a:r>
          </a:p>
        </p:txBody>
      </p:sp>
      <p:sp>
        <p:nvSpPr>
          <p:cNvPr id="5186" name="Oval 92"/>
          <p:cNvSpPr>
            <a:spLocks noChangeArrowheads="1"/>
          </p:cNvSpPr>
          <p:nvPr/>
        </p:nvSpPr>
        <p:spPr bwMode="auto">
          <a:xfrm>
            <a:off x="3492000" y="144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12</a:t>
            </a:r>
          </a:p>
        </p:txBody>
      </p:sp>
      <p:sp>
        <p:nvSpPr>
          <p:cNvPr id="5187" name="Oval 93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13</a:t>
            </a:r>
          </a:p>
        </p:txBody>
      </p:sp>
      <p:sp>
        <p:nvSpPr>
          <p:cNvPr id="5188" name="Oval 94"/>
          <p:cNvSpPr>
            <a:spLocks noChangeArrowheads="1"/>
          </p:cNvSpPr>
          <p:nvPr/>
        </p:nvSpPr>
        <p:spPr bwMode="auto">
          <a:xfrm>
            <a:off x="6732000" y="144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14</a:t>
            </a:r>
          </a:p>
        </p:txBody>
      </p:sp>
      <p:sp>
        <p:nvSpPr>
          <p:cNvPr id="5190" name="Oval 96"/>
          <p:cNvSpPr>
            <a:spLocks noChangeArrowheads="1"/>
          </p:cNvSpPr>
          <p:nvPr/>
        </p:nvSpPr>
        <p:spPr bwMode="auto">
          <a:xfrm>
            <a:off x="1872000" y="19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21</a:t>
            </a:r>
          </a:p>
        </p:txBody>
      </p:sp>
      <p:sp>
        <p:nvSpPr>
          <p:cNvPr id="5191" name="Oval 97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22</a:t>
            </a:r>
          </a:p>
        </p:txBody>
      </p:sp>
      <p:sp>
        <p:nvSpPr>
          <p:cNvPr id="5192" name="Oval 98"/>
          <p:cNvSpPr>
            <a:spLocks noChangeArrowheads="1"/>
          </p:cNvSpPr>
          <p:nvPr/>
        </p:nvSpPr>
        <p:spPr bwMode="auto">
          <a:xfrm>
            <a:off x="5112000" y="19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23</a:t>
            </a:r>
          </a:p>
        </p:txBody>
      </p:sp>
      <p:sp>
        <p:nvSpPr>
          <p:cNvPr id="5193" name="Oval 99"/>
          <p:cNvSpPr>
            <a:spLocks noChangeArrowheads="1"/>
          </p:cNvSpPr>
          <p:nvPr/>
        </p:nvSpPr>
        <p:spPr bwMode="auto">
          <a:xfrm>
            <a:off x="673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t</a:t>
            </a:r>
            <a:r>
              <a:rPr lang="en-US" altLang="zh-TW" sz="1800" baseline="-25000"/>
              <a:t>24</a:t>
            </a:r>
          </a:p>
        </p:txBody>
      </p:sp>
      <p:sp>
        <p:nvSpPr>
          <p:cNvPr id="5195" name="Oval 101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e</a:t>
            </a:r>
            <a:r>
              <a:rPr lang="en-US" altLang="zh-TW" sz="1800" baseline="-25000"/>
              <a:t>1</a:t>
            </a:r>
          </a:p>
        </p:txBody>
      </p:sp>
      <p:sp>
        <p:nvSpPr>
          <p:cNvPr id="5196" name="Oval 102"/>
          <p:cNvSpPr>
            <a:spLocks noChangeArrowheads="1"/>
          </p:cNvSpPr>
          <p:nvPr/>
        </p:nvSpPr>
        <p:spPr bwMode="auto">
          <a:xfrm>
            <a:off x="792000" y="19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e</a:t>
            </a:r>
            <a:r>
              <a:rPr lang="en-US" altLang="zh-TW" sz="1800" baseline="-25000"/>
              <a:t>2</a:t>
            </a:r>
          </a:p>
        </p:txBody>
      </p:sp>
      <p:sp>
        <p:nvSpPr>
          <p:cNvPr id="5197" name="Oval 103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x</a:t>
            </a:r>
            <a:r>
              <a:rPr lang="en-US" altLang="zh-TW" sz="1800" baseline="-25000"/>
              <a:t>1</a:t>
            </a:r>
          </a:p>
        </p:txBody>
      </p:sp>
      <p:sp>
        <p:nvSpPr>
          <p:cNvPr id="5198" name="Oval 104"/>
          <p:cNvSpPr>
            <a:spLocks noChangeArrowheads="1"/>
          </p:cNvSpPr>
          <p:nvPr/>
        </p:nvSpPr>
        <p:spPr bwMode="auto">
          <a:xfrm>
            <a:off x="8352000" y="19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b"/>
          <a:lstStyle/>
          <a:p>
            <a:pPr algn="ctr"/>
            <a:r>
              <a:rPr lang="en-US" altLang="zh-TW" sz="1800" i="1"/>
              <a:t>x</a:t>
            </a:r>
            <a:r>
              <a:rPr lang="en-US" altLang="zh-TW" sz="1800" baseline="-2500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aseline="-25000" dirty="0">
                          <a:solidFill>
                            <a:srgbClr val="000000"/>
                          </a:solidFill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[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11</m:t>
                                </m:r>
                                <m: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1,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min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5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00" baseline="-2500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5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50" baseline="-2500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baseline="-25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baseline="-250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00" baseline="-2500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2.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 smtClean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aseline="-25000" dirty="0">
                          <a:solidFill>
                            <a:srgbClr val="000000"/>
                          </a:solidFill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[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baseline="-25000" dirty="0" smtClean="0">
                                    <a:solidFill>
                                      <a:srgbClr val="000000"/>
                                    </a:solidFill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baseline="-25000" dirty="0" smtClean="0">
                                    <a:solidFill>
                                      <a:srgbClr val="000000"/>
                                    </a:solidFill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1,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min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5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00" baseline="-2500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5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50" baseline="-2500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baseline="-25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aseline="-25000" dirty="0">
                                    <a:solidFill>
                                      <a:srgbClr val="000000"/>
                                    </a:solidFill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spc="200" baseline="-25000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 dirty="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dirty="0">
                                    <a:solidFill>
                                      <a:srgbClr val="000000"/>
                                    </a:solidFill>
                                  </a:rPr>
                                  <m:t> 2.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 smtClean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min(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aseline="-250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x</a:t>
                </a:r>
                <a:r>
                  <a:rPr lang="en-US" altLang="zh-TW" baseline="-25000" dirty="0" err="1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aseline="-25000" dirty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x</a:t>
                </a:r>
                <a:r>
                  <a:rPr lang="en-US" altLang="zh-TW" baseline="-250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0" b="-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6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91516" y="2708908"/>
            <a:ext cx="7560967" cy="1440184"/>
          </a:xfrm>
        </p:spPr>
        <p:txBody>
          <a:bodyPr/>
          <a:lstStyle/>
          <a:p>
            <a:pPr eaLnBrk="1" hangingPunct="1"/>
            <a:r>
              <a:rPr lang="en-US" altLang="zh-TW" sz="4000" dirty="0" smtClean="0"/>
              <a:t>Step 3: Computing the fastest times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ea typeface="細明體" panose="02020509000000000000" pitchFamily="49" charset="-120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ea typeface="細明體" panose="02020509000000000000" pitchFamily="49" charset="-120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idx="1"/>
          </p:nvPr>
        </p:nvSpPr>
        <p:spPr>
          <a:xfrm>
            <a:off x="612000" y="549000"/>
            <a:ext cx="7920000" cy="3960391"/>
          </a:xfrm>
        </p:spPr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0" lvl="0" indent="0">
              <a:buClr>
                <a:srgbClr val="000000"/>
              </a:buClr>
            </a:pPr>
            <a:r>
              <a:rPr lang="en-US" altLang="zh-TW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min( </a:t>
            </a:r>
            <a:r>
              <a:rPr lang="en-US" altLang="zh-TW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061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490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12000" y="549000"/>
                <a:ext cx="7920000" cy="3960391"/>
              </a:xfrm>
            </p:spPr>
            <p:txBody>
              <a:bodyPr/>
              <a:lstStyle/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line1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{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if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== 1 )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return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e1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 smtClean="0">
                    <a:ea typeface="細明體" panose="02020509000000000000" pitchFamily="49" charset="-120"/>
                  </a:rPr>
                  <a:t>1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];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else</a:t>
                </a: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return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min(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line1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- 1 )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],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     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line2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- 1 )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t2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- 1 ]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] );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}</a:t>
                </a: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sz="2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 </m:t>
                      </m:r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  <m: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1,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baseline="-25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2.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</p:txBody>
          </p:sp>
        </mc:Choice>
        <mc:Fallback xmlns="">
          <p:sp>
            <p:nvSpPr>
              <p:cNvPr id="6349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000" y="549000"/>
                <a:ext cx="7920000" cy="3960391"/>
              </a:xfrm>
              <a:blipFill>
                <a:blip r:embed="rId2"/>
                <a:stretch>
                  <a:fillRect l="-385" t="-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50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490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12000" y="549000"/>
                <a:ext cx="7920000" cy="3960391"/>
              </a:xfrm>
            </p:spPr>
            <p:txBody>
              <a:bodyPr/>
              <a:lstStyle/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line2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{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if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== 1 )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return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e2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 smtClean="0">
                    <a:ea typeface="細明體" panose="02020509000000000000" pitchFamily="49" charset="-120"/>
                  </a:rPr>
                  <a:t>1</a:t>
                </a: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];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else</a:t>
                </a: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return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min(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line2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- 1 )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],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     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line1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- 1 )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t1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- 1 ] +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a2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] );</a:t>
                </a: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 smtClean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}</a:t>
                </a: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 smtClean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sz="2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 </m:t>
                      </m:r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baseline="-25000" dirty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baseline="-25000" dirty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1,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baseline="-25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2.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349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000" y="549000"/>
                <a:ext cx="7920000" cy="3960391"/>
              </a:xfrm>
              <a:blipFill>
                <a:blip r:embed="rId2"/>
                <a:stretch>
                  <a:fillRect l="-385" t="-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92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矩形 3"/>
          <p:cNvSpPr>
            <a:spLocks noChangeArrowheads="1"/>
          </p:cNvSpPr>
          <p:nvPr/>
        </p:nvSpPr>
        <p:spPr bwMode="auto">
          <a:xfrm>
            <a:off x="2988000" y="6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3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1" name="矩形 4"/>
          <p:cNvSpPr>
            <a:spLocks noChangeArrowheads="1"/>
          </p:cNvSpPr>
          <p:nvPr/>
        </p:nvSpPr>
        <p:spPr bwMode="auto">
          <a:xfrm>
            <a:off x="6876016" y="116977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2" name="矩形 5"/>
          <p:cNvSpPr>
            <a:spLocks noChangeArrowheads="1"/>
          </p:cNvSpPr>
          <p:nvPr/>
        </p:nvSpPr>
        <p:spPr bwMode="auto">
          <a:xfrm>
            <a:off x="6875997" y="119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3" name="矩形 6"/>
          <p:cNvSpPr>
            <a:spLocks noChangeArrowheads="1"/>
          </p:cNvSpPr>
          <p:nvPr/>
        </p:nvSpPr>
        <p:spPr bwMode="auto">
          <a:xfrm>
            <a:off x="6875997" y="191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4" name="矩形 7"/>
          <p:cNvSpPr>
            <a:spLocks noChangeArrowheads="1"/>
          </p:cNvSpPr>
          <p:nvPr/>
        </p:nvSpPr>
        <p:spPr bwMode="auto">
          <a:xfrm>
            <a:off x="6875997" y="227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5" name="矩形 8"/>
          <p:cNvSpPr>
            <a:spLocks noChangeArrowheads="1"/>
          </p:cNvSpPr>
          <p:nvPr/>
        </p:nvSpPr>
        <p:spPr bwMode="auto">
          <a:xfrm>
            <a:off x="6875997" y="47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6" name="矩形 9"/>
          <p:cNvSpPr>
            <a:spLocks noChangeArrowheads="1"/>
          </p:cNvSpPr>
          <p:nvPr/>
        </p:nvSpPr>
        <p:spPr bwMode="auto">
          <a:xfrm>
            <a:off x="6875997" y="83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7" name="矩形 10"/>
          <p:cNvSpPr>
            <a:spLocks noChangeArrowheads="1"/>
          </p:cNvSpPr>
          <p:nvPr/>
        </p:nvSpPr>
        <p:spPr bwMode="auto">
          <a:xfrm>
            <a:off x="6875997" y="155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8" name="矩形 11"/>
          <p:cNvSpPr>
            <a:spLocks noChangeArrowheads="1"/>
          </p:cNvSpPr>
          <p:nvPr/>
        </p:nvSpPr>
        <p:spPr bwMode="auto">
          <a:xfrm>
            <a:off x="6875997" y="263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39" name="矩形 12"/>
          <p:cNvSpPr>
            <a:spLocks noChangeArrowheads="1"/>
          </p:cNvSpPr>
          <p:nvPr/>
        </p:nvSpPr>
        <p:spPr bwMode="auto">
          <a:xfrm>
            <a:off x="5004003" y="260978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40" name="矩形 13"/>
          <p:cNvSpPr>
            <a:spLocks noChangeArrowheads="1"/>
          </p:cNvSpPr>
          <p:nvPr/>
        </p:nvSpPr>
        <p:spPr bwMode="auto">
          <a:xfrm>
            <a:off x="5003999" y="98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41" name="矩形 14"/>
          <p:cNvSpPr>
            <a:spLocks noChangeArrowheads="1"/>
          </p:cNvSpPr>
          <p:nvPr/>
        </p:nvSpPr>
        <p:spPr bwMode="auto">
          <a:xfrm>
            <a:off x="5003999" y="17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42" name="矩形 15"/>
          <p:cNvSpPr>
            <a:spLocks noChangeArrowheads="1"/>
          </p:cNvSpPr>
          <p:nvPr/>
        </p:nvSpPr>
        <p:spPr bwMode="auto">
          <a:xfrm>
            <a:off x="5003999" y="24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43" name="矩形 16"/>
          <p:cNvSpPr>
            <a:spLocks noChangeArrowheads="1"/>
          </p:cNvSpPr>
          <p:nvPr/>
        </p:nvSpPr>
        <p:spPr bwMode="auto">
          <a:xfrm>
            <a:off x="2988000" y="206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3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cxnSp>
        <p:nvCxnSpPr>
          <p:cNvPr id="150544" name="直線單箭頭接點 18"/>
          <p:cNvCxnSpPr>
            <a:cxnSpLocks noChangeShapeType="1"/>
            <a:stCxn id="150530" idx="3"/>
            <a:endCxn id="150539" idx="1"/>
          </p:cNvCxnSpPr>
          <p:nvPr/>
        </p:nvCxnSpPr>
        <p:spPr bwMode="auto">
          <a:xfrm flipV="1">
            <a:off x="3996000" y="404978"/>
            <a:ext cx="1008003" cy="36002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5" name="直線單箭頭接點 19"/>
          <p:cNvCxnSpPr>
            <a:cxnSpLocks noChangeShapeType="1"/>
            <a:stCxn id="150530" idx="3"/>
            <a:endCxn id="150540" idx="1"/>
          </p:cNvCxnSpPr>
          <p:nvPr/>
        </p:nvCxnSpPr>
        <p:spPr bwMode="auto">
          <a:xfrm>
            <a:off x="3996000" y="76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6" name="直線單箭頭接點 22"/>
          <p:cNvCxnSpPr>
            <a:cxnSpLocks noChangeShapeType="1"/>
            <a:stCxn id="150543" idx="3"/>
            <a:endCxn id="150541" idx="1"/>
          </p:cNvCxnSpPr>
          <p:nvPr/>
        </p:nvCxnSpPr>
        <p:spPr bwMode="auto">
          <a:xfrm flipV="1">
            <a:off x="3996000" y="184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7" name="直線單箭頭接點 23"/>
          <p:cNvCxnSpPr>
            <a:cxnSpLocks noChangeShapeType="1"/>
            <a:stCxn id="150543" idx="3"/>
            <a:endCxn id="150542" idx="1"/>
          </p:cNvCxnSpPr>
          <p:nvPr/>
        </p:nvCxnSpPr>
        <p:spPr bwMode="auto">
          <a:xfrm>
            <a:off x="3996000" y="220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8" name="直線單箭頭接點 28"/>
          <p:cNvCxnSpPr>
            <a:cxnSpLocks noChangeShapeType="1"/>
            <a:stCxn id="150539" idx="3"/>
            <a:endCxn id="150531" idx="1"/>
          </p:cNvCxnSpPr>
          <p:nvPr/>
        </p:nvCxnSpPr>
        <p:spPr bwMode="auto">
          <a:xfrm flipV="1">
            <a:off x="6012003" y="260977"/>
            <a:ext cx="864013" cy="14400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9" name="直線單箭頭接點 29"/>
          <p:cNvCxnSpPr>
            <a:cxnSpLocks noChangeShapeType="1"/>
            <a:stCxn id="150539" idx="3"/>
            <a:endCxn id="150535" idx="1"/>
          </p:cNvCxnSpPr>
          <p:nvPr/>
        </p:nvCxnSpPr>
        <p:spPr bwMode="auto">
          <a:xfrm>
            <a:off x="6012003" y="404978"/>
            <a:ext cx="863994" cy="21602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0" name="直線單箭頭接點 34"/>
          <p:cNvCxnSpPr>
            <a:cxnSpLocks noChangeShapeType="1"/>
            <a:stCxn id="150540" idx="3"/>
            <a:endCxn id="150536" idx="1"/>
          </p:cNvCxnSpPr>
          <p:nvPr/>
        </p:nvCxnSpPr>
        <p:spPr bwMode="auto">
          <a:xfrm flipV="1">
            <a:off x="6011999" y="98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1" name="直線單箭頭接點 35"/>
          <p:cNvCxnSpPr>
            <a:cxnSpLocks noChangeShapeType="1"/>
            <a:stCxn id="150540" idx="3"/>
            <a:endCxn id="150532" idx="1"/>
          </p:cNvCxnSpPr>
          <p:nvPr/>
        </p:nvCxnSpPr>
        <p:spPr bwMode="auto">
          <a:xfrm>
            <a:off x="6011999" y="112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2" name="直線單箭頭接點 40"/>
          <p:cNvCxnSpPr>
            <a:cxnSpLocks noChangeShapeType="1"/>
            <a:stCxn id="150541" idx="3"/>
            <a:endCxn id="150537" idx="1"/>
          </p:cNvCxnSpPr>
          <p:nvPr/>
        </p:nvCxnSpPr>
        <p:spPr bwMode="auto">
          <a:xfrm flipV="1">
            <a:off x="6011999" y="170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3" name="直線單箭頭接點 41"/>
          <p:cNvCxnSpPr>
            <a:cxnSpLocks noChangeShapeType="1"/>
            <a:stCxn id="150541" idx="3"/>
            <a:endCxn id="150533" idx="1"/>
          </p:cNvCxnSpPr>
          <p:nvPr/>
        </p:nvCxnSpPr>
        <p:spPr bwMode="auto">
          <a:xfrm>
            <a:off x="6011999" y="184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4" name="直線單箭頭接點 42"/>
          <p:cNvCxnSpPr>
            <a:cxnSpLocks noChangeShapeType="1"/>
            <a:stCxn id="150542" idx="3"/>
            <a:endCxn id="150534" idx="1"/>
          </p:cNvCxnSpPr>
          <p:nvPr/>
        </p:nvCxnSpPr>
        <p:spPr bwMode="auto">
          <a:xfrm flipV="1">
            <a:off x="6011999" y="242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5" name="直線單箭頭接點 43"/>
          <p:cNvCxnSpPr>
            <a:cxnSpLocks noChangeShapeType="1"/>
            <a:stCxn id="150542" idx="3"/>
            <a:endCxn id="150538" idx="1"/>
          </p:cNvCxnSpPr>
          <p:nvPr/>
        </p:nvCxnSpPr>
        <p:spPr bwMode="auto">
          <a:xfrm>
            <a:off x="6011999" y="256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56" name="矩形 135"/>
          <p:cNvSpPr>
            <a:spLocks noChangeArrowheads="1"/>
          </p:cNvSpPr>
          <p:nvPr/>
        </p:nvSpPr>
        <p:spPr bwMode="auto">
          <a:xfrm>
            <a:off x="2988000" y="35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3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57" name="矩形 136"/>
          <p:cNvSpPr>
            <a:spLocks noChangeArrowheads="1"/>
          </p:cNvSpPr>
          <p:nvPr/>
        </p:nvSpPr>
        <p:spPr bwMode="auto">
          <a:xfrm>
            <a:off x="6875997" y="299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58" name="矩形 137"/>
          <p:cNvSpPr>
            <a:spLocks noChangeArrowheads="1"/>
          </p:cNvSpPr>
          <p:nvPr/>
        </p:nvSpPr>
        <p:spPr bwMode="auto">
          <a:xfrm>
            <a:off x="6875997" y="407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59" name="矩形 138"/>
          <p:cNvSpPr>
            <a:spLocks noChangeArrowheads="1"/>
          </p:cNvSpPr>
          <p:nvPr/>
        </p:nvSpPr>
        <p:spPr bwMode="auto">
          <a:xfrm>
            <a:off x="6875997" y="479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0" name="矩形 139"/>
          <p:cNvSpPr>
            <a:spLocks noChangeArrowheads="1"/>
          </p:cNvSpPr>
          <p:nvPr/>
        </p:nvSpPr>
        <p:spPr bwMode="auto">
          <a:xfrm>
            <a:off x="6875997" y="515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1" name="矩形 140"/>
          <p:cNvSpPr>
            <a:spLocks noChangeArrowheads="1"/>
          </p:cNvSpPr>
          <p:nvPr/>
        </p:nvSpPr>
        <p:spPr bwMode="auto">
          <a:xfrm>
            <a:off x="6875997" y="335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2" name="矩形 141"/>
          <p:cNvSpPr>
            <a:spLocks noChangeArrowheads="1"/>
          </p:cNvSpPr>
          <p:nvPr/>
        </p:nvSpPr>
        <p:spPr bwMode="auto">
          <a:xfrm>
            <a:off x="6875997" y="371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3" name="矩形 142"/>
          <p:cNvSpPr>
            <a:spLocks noChangeArrowheads="1"/>
          </p:cNvSpPr>
          <p:nvPr/>
        </p:nvSpPr>
        <p:spPr bwMode="auto">
          <a:xfrm>
            <a:off x="6875997" y="443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4" name="矩形 143"/>
          <p:cNvSpPr>
            <a:spLocks noChangeArrowheads="1"/>
          </p:cNvSpPr>
          <p:nvPr/>
        </p:nvSpPr>
        <p:spPr bwMode="auto">
          <a:xfrm>
            <a:off x="6875997" y="551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1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5" name="矩形 144"/>
          <p:cNvSpPr>
            <a:spLocks noChangeArrowheads="1"/>
          </p:cNvSpPr>
          <p:nvPr/>
        </p:nvSpPr>
        <p:spPr bwMode="auto">
          <a:xfrm>
            <a:off x="5003999" y="31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6" name="矩形 145"/>
          <p:cNvSpPr>
            <a:spLocks noChangeArrowheads="1"/>
          </p:cNvSpPr>
          <p:nvPr/>
        </p:nvSpPr>
        <p:spPr bwMode="auto">
          <a:xfrm>
            <a:off x="5003999" y="386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7" name="矩形 146"/>
          <p:cNvSpPr>
            <a:spLocks noChangeArrowheads="1"/>
          </p:cNvSpPr>
          <p:nvPr/>
        </p:nvSpPr>
        <p:spPr bwMode="auto">
          <a:xfrm>
            <a:off x="5003999" y="458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8" name="矩形 147"/>
          <p:cNvSpPr>
            <a:spLocks noChangeArrowheads="1"/>
          </p:cNvSpPr>
          <p:nvPr/>
        </p:nvSpPr>
        <p:spPr bwMode="auto">
          <a:xfrm>
            <a:off x="5003999" y="53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2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69" name="矩形 148"/>
          <p:cNvSpPr>
            <a:spLocks noChangeArrowheads="1"/>
          </p:cNvSpPr>
          <p:nvPr/>
        </p:nvSpPr>
        <p:spPr bwMode="auto">
          <a:xfrm>
            <a:off x="2988000" y="49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3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cxnSp>
        <p:nvCxnSpPr>
          <p:cNvPr id="150570" name="直線單箭頭接點 149"/>
          <p:cNvCxnSpPr>
            <a:cxnSpLocks noChangeShapeType="1"/>
            <a:stCxn id="150556" idx="3"/>
            <a:endCxn id="150565" idx="1"/>
          </p:cNvCxnSpPr>
          <p:nvPr/>
        </p:nvCxnSpPr>
        <p:spPr bwMode="auto">
          <a:xfrm flipV="1">
            <a:off x="3996000" y="328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1" name="直線單箭頭接點 150"/>
          <p:cNvCxnSpPr>
            <a:cxnSpLocks noChangeShapeType="1"/>
            <a:stCxn id="150556" idx="3"/>
            <a:endCxn id="150566" idx="1"/>
          </p:cNvCxnSpPr>
          <p:nvPr/>
        </p:nvCxnSpPr>
        <p:spPr bwMode="auto">
          <a:xfrm>
            <a:off x="3996000" y="364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2" name="直線單箭頭接點 151"/>
          <p:cNvCxnSpPr>
            <a:cxnSpLocks noChangeShapeType="1"/>
            <a:stCxn id="150569" idx="3"/>
            <a:endCxn id="150567" idx="1"/>
          </p:cNvCxnSpPr>
          <p:nvPr/>
        </p:nvCxnSpPr>
        <p:spPr bwMode="auto">
          <a:xfrm flipV="1">
            <a:off x="3996000" y="472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3" name="直線單箭頭接點 152"/>
          <p:cNvCxnSpPr>
            <a:cxnSpLocks noChangeShapeType="1"/>
            <a:stCxn id="150569" idx="3"/>
            <a:endCxn id="150568" idx="1"/>
          </p:cNvCxnSpPr>
          <p:nvPr/>
        </p:nvCxnSpPr>
        <p:spPr bwMode="auto">
          <a:xfrm>
            <a:off x="3996000" y="508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4" name="直線單箭頭接點 153"/>
          <p:cNvCxnSpPr>
            <a:cxnSpLocks noChangeShapeType="1"/>
            <a:stCxn id="150565" idx="3"/>
            <a:endCxn id="150557" idx="1"/>
          </p:cNvCxnSpPr>
          <p:nvPr/>
        </p:nvCxnSpPr>
        <p:spPr bwMode="auto">
          <a:xfrm flipV="1">
            <a:off x="6011999" y="314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5" name="直線單箭頭接點 154"/>
          <p:cNvCxnSpPr>
            <a:cxnSpLocks noChangeShapeType="1"/>
            <a:stCxn id="150565" idx="3"/>
            <a:endCxn id="150561" idx="1"/>
          </p:cNvCxnSpPr>
          <p:nvPr/>
        </p:nvCxnSpPr>
        <p:spPr bwMode="auto">
          <a:xfrm>
            <a:off x="6011999" y="328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6" name="直線單箭頭接點 155"/>
          <p:cNvCxnSpPr>
            <a:cxnSpLocks noChangeShapeType="1"/>
            <a:stCxn id="150566" idx="3"/>
            <a:endCxn id="150562" idx="1"/>
          </p:cNvCxnSpPr>
          <p:nvPr/>
        </p:nvCxnSpPr>
        <p:spPr bwMode="auto">
          <a:xfrm flipV="1">
            <a:off x="6011999" y="386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7" name="直線單箭頭接點 156"/>
          <p:cNvCxnSpPr>
            <a:cxnSpLocks noChangeShapeType="1"/>
            <a:stCxn id="150566" idx="3"/>
            <a:endCxn id="150558" idx="1"/>
          </p:cNvCxnSpPr>
          <p:nvPr/>
        </p:nvCxnSpPr>
        <p:spPr bwMode="auto">
          <a:xfrm>
            <a:off x="6011999" y="400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8" name="直線單箭頭接點 157"/>
          <p:cNvCxnSpPr>
            <a:cxnSpLocks noChangeShapeType="1"/>
            <a:stCxn id="150567" idx="3"/>
            <a:endCxn id="150563" idx="1"/>
          </p:cNvCxnSpPr>
          <p:nvPr/>
        </p:nvCxnSpPr>
        <p:spPr bwMode="auto">
          <a:xfrm flipV="1">
            <a:off x="6011999" y="458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9" name="直線單箭頭接點 158"/>
          <p:cNvCxnSpPr>
            <a:cxnSpLocks noChangeShapeType="1"/>
            <a:stCxn id="150567" idx="3"/>
            <a:endCxn id="150559" idx="1"/>
          </p:cNvCxnSpPr>
          <p:nvPr/>
        </p:nvCxnSpPr>
        <p:spPr bwMode="auto">
          <a:xfrm>
            <a:off x="6011999" y="472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0" name="直線單箭頭接點 159"/>
          <p:cNvCxnSpPr>
            <a:cxnSpLocks noChangeShapeType="1"/>
            <a:stCxn id="150568" idx="3"/>
            <a:endCxn id="150560" idx="1"/>
          </p:cNvCxnSpPr>
          <p:nvPr/>
        </p:nvCxnSpPr>
        <p:spPr bwMode="auto">
          <a:xfrm flipV="1">
            <a:off x="6011999" y="530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1" name="直線單箭頭接點 160"/>
          <p:cNvCxnSpPr>
            <a:cxnSpLocks noChangeShapeType="1"/>
            <a:stCxn id="150568" idx="3"/>
            <a:endCxn id="150564" idx="1"/>
          </p:cNvCxnSpPr>
          <p:nvPr/>
        </p:nvCxnSpPr>
        <p:spPr bwMode="auto">
          <a:xfrm>
            <a:off x="6011999" y="544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82" name="矩形 163"/>
          <p:cNvSpPr>
            <a:spLocks noChangeArrowheads="1"/>
          </p:cNvSpPr>
          <p:nvPr/>
        </p:nvSpPr>
        <p:spPr bwMode="auto">
          <a:xfrm>
            <a:off x="828000" y="13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line1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4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sp>
        <p:nvSpPr>
          <p:cNvPr id="150583" name="矩形 164"/>
          <p:cNvSpPr>
            <a:spLocks noChangeArrowheads="1"/>
          </p:cNvSpPr>
          <p:nvPr/>
        </p:nvSpPr>
        <p:spPr bwMode="auto">
          <a:xfrm>
            <a:off x="828000" y="42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err="1" smtClean="0"/>
              <a:t>line2</a:t>
            </a:r>
            <a:r>
              <a:rPr lang="en-US" altLang="zh-TW" sz="1800" dirty="0" smtClean="0"/>
              <a:t>(</a:t>
            </a:r>
            <a:r>
              <a:rPr lang="en-US" altLang="zh-TW" sz="1800" dirty="0" smtClean="0">
                <a:sym typeface="Symbol" pitchFamily="18" charset="2"/>
              </a:rPr>
              <a:t>4</a:t>
            </a:r>
            <a:r>
              <a:rPr lang="en-US" altLang="zh-TW" sz="1800" dirty="0">
                <a:sym typeface="Symbol" pitchFamily="18" charset="2"/>
              </a:rPr>
              <a:t>)</a:t>
            </a:r>
            <a:endParaRPr lang="zh-TW" altLang="en-US" sz="1800" dirty="0"/>
          </a:p>
        </p:txBody>
      </p:sp>
      <p:cxnSp>
        <p:nvCxnSpPr>
          <p:cNvPr id="150584" name="直線單箭頭接點 165"/>
          <p:cNvCxnSpPr>
            <a:cxnSpLocks noChangeShapeType="1"/>
            <a:stCxn id="150582" idx="3"/>
            <a:endCxn id="150530" idx="1"/>
          </p:cNvCxnSpPr>
          <p:nvPr/>
        </p:nvCxnSpPr>
        <p:spPr bwMode="auto">
          <a:xfrm flipV="1">
            <a:off x="1836000" y="76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5" name="直線單箭頭接點 166"/>
          <p:cNvCxnSpPr>
            <a:cxnSpLocks noChangeShapeType="1"/>
            <a:stCxn id="150583" idx="3"/>
            <a:endCxn id="150556" idx="1"/>
          </p:cNvCxnSpPr>
          <p:nvPr/>
        </p:nvCxnSpPr>
        <p:spPr bwMode="auto">
          <a:xfrm flipV="1">
            <a:off x="1836000" y="364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6" name="直線單箭頭接點 195"/>
          <p:cNvCxnSpPr>
            <a:cxnSpLocks noChangeShapeType="1"/>
            <a:stCxn id="150582" idx="3"/>
            <a:endCxn id="150543" idx="1"/>
          </p:cNvCxnSpPr>
          <p:nvPr/>
        </p:nvCxnSpPr>
        <p:spPr bwMode="auto">
          <a:xfrm>
            <a:off x="1836000" y="148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7" name="直線單箭頭接點 200"/>
          <p:cNvCxnSpPr>
            <a:cxnSpLocks noChangeShapeType="1"/>
            <a:stCxn id="150583" idx="3"/>
            <a:endCxn id="150569" idx="1"/>
          </p:cNvCxnSpPr>
          <p:nvPr/>
        </p:nvCxnSpPr>
        <p:spPr bwMode="auto">
          <a:xfrm>
            <a:off x="1836000" y="436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88" name="文字方塊 299"/>
          <p:cNvSpPr txBox="1">
            <a:spLocks noChangeArrowheads="1"/>
          </p:cNvSpPr>
          <p:nvPr/>
        </p:nvSpPr>
        <p:spPr bwMode="auto">
          <a:xfrm>
            <a:off x="1115976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/>
            <a:r>
              <a:rPr lang="en-US" altLang="zh-TW" sz="3200" dirty="0">
                <a:solidFill>
                  <a:srgbClr val="0000FF"/>
                </a:solidFill>
              </a:rPr>
              <a:t>2</a:t>
            </a:r>
            <a:r>
              <a:rPr lang="en-US" altLang="zh-TW" sz="3200" baseline="40000" dirty="0">
                <a:solidFill>
                  <a:srgbClr val="0000FF"/>
                </a:solidFill>
              </a:rPr>
              <a:t>1</a:t>
            </a:r>
            <a:endParaRPr lang="zh-TW" altLang="en-US" sz="3200" baseline="40000" dirty="0">
              <a:solidFill>
                <a:srgbClr val="0000FF"/>
              </a:solidFill>
            </a:endParaRPr>
          </a:p>
        </p:txBody>
      </p:sp>
      <p:sp>
        <p:nvSpPr>
          <p:cNvPr id="150589" name="文字方塊 300"/>
          <p:cNvSpPr txBox="1">
            <a:spLocks noChangeArrowheads="1"/>
          </p:cNvSpPr>
          <p:nvPr/>
        </p:nvSpPr>
        <p:spPr bwMode="auto">
          <a:xfrm>
            <a:off x="3275991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/>
            <a:r>
              <a:rPr lang="en-US" altLang="zh-TW" sz="3200" dirty="0">
                <a:solidFill>
                  <a:srgbClr val="0000FF"/>
                </a:solidFill>
              </a:rPr>
              <a:t>2</a:t>
            </a:r>
            <a:r>
              <a:rPr lang="en-US" altLang="zh-TW" sz="3200" baseline="40000" dirty="0">
                <a:solidFill>
                  <a:srgbClr val="0000FF"/>
                </a:solidFill>
              </a:rPr>
              <a:t>2</a:t>
            </a:r>
            <a:endParaRPr lang="zh-TW" altLang="en-US" sz="3200" baseline="40000" dirty="0">
              <a:solidFill>
                <a:srgbClr val="0000FF"/>
              </a:solidFill>
            </a:endParaRPr>
          </a:p>
        </p:txBody>
      </p:sp>
      <p:sp>
        <p:nvSpPr>
          <p:cNvPr id="249" name="文字方塊 299"/>
          <p:cNvSpPr txBox="1">
            <a:spLocks noChangeArrowheads="1"/>
          </p:cNvSpPr>
          <p:nvPr/>
        </p:nvSpPr>
        <p:spPr bwMode="auto">
          <a:xfrm>
            <a:off x="5292005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/>
            <a:r>
              <a:rPr lang="en-US" altLang="zh-TW" sz="3200" dirty="0" smtClean="0">
                <a:solidFill>
                  <a:srgbClr val="0000FF"/>
                </a:solidFill>
              </a:rPr>
              <a:t>2</a:t>
            </a:r>
            <a:r>
              <a:rPr lang="en-US" altLang="zh-TW" sz="3200" baseline="40000" dirty="0" smtClean="0">
                <a:solidFill>
                  <a:srgbClr val="0000FF"/>
                </a:solidFill>
              </a:rPr>
              <a:t>3</a:t>
            </a:r>
            <a:endParaRPr lang="zh-TW" altLang="en-US" sz="3200" baseline="40000" dirty="0">
              <a:solidFill>
                <a:srgbClr val="0000FF"/>
              </a:solidFill>
            </a:endParaRPr>
          </a:p>
        </p:txBody>
      </p:sp>
      <p:sp>
        <p:nvSpPr>
          <p:cNvPr id="250" name="文字方塊 300"/>
          <p:cNvSpPr txBox="1">
            <a:spLocks noChangeArrowheads="1"/>
          </p:cNvSpPr>
          <p:nvPr/>
        </p:nvSpPr>
        <p:spPr bwMode="auto">
          <a:xfrm>
            <a:off x="7164018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/>
            <a:r>
              <a:rPr lang="en-US" altLang="zh-TW" sz="3200" dirty="0" smtClean="0">
                <a:solidFill>
                  <a:srgbClr val="0000FF"/>
                </a:solidFill>
              </a:rPr>
              <a:t>2</a:t>
            </a:r>
            <a:r>
              <a:rPr lang="en-US" altLang="zh-TW" sz="3200" baseline="40000" dirty="0" smtClean="0">
                <a:solidFill>
                  <a:srgbClr val="0000FF"/>
                </a:solidFill>
              </a:rPr>
              <a:t>4</a:t>
            </a:r>
            <a:endParaRPr lang="zh-TW" altLang="en-US" sz="3200" baseline="40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1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so inefficient?</a:t>
            </a:r>
            <a:endParaRPr lang="zh-TW" altLang="en-US" dirty="0"/>
          </a:p>
        </p:txBody>
      </p:sp>
      <p:sp>
        <p:nvSpPr>
          <p:cNvPr id="64514" name="Rectangle 2"/>
          <p:cNvSpPr>
            <a:spLocks noGrp="1" noChangeArrowheads="1"/>
          </p:cNvSpPr>
          <p:nvPr>
            <p:ph idx="1"/>
          </p:nvPr>
        </p:nvSpPr>
        <p:spPr>
          <a:xfrm>
            <a:off x="972000" y="1268413"/>
            <a:ext cx="7200000" cy="3060587"/>
          </a:xfrm>
        </p:spPr>
        <p:txBody>
          <a:bodyPr/>
          <a:lstStyle/>
          <a:p>
            <a:pPr marL="0" indent="0" eaLnBrk="1" hangingPunct="1">
              <a:spcBef>
                <a:spcPct val="40000"/>
              </a:spcBef>
              <a:tabLst>
                <a:tab pos="363538" algn="l"/>
              </a:tabLst>
              <a:defRPr/>
            </a:pPr>
            <a:r>
              <a:rPr lang="en-US" altLang="zh-TW" dirty="0" smtClean="0"/>
              <a:t>The </a:t>
            </a:r>
            <a:r>
              <a:rPr lang="en-US" altLang="zh-TW" dirty="0">
                <a:solidFill>
                  <a:srgbClr val="000000"/>
                </a:solidFill>
              </a:rPr>
              <a:t>the total number of calls made to </a:t>
            </a:r>
            <a:r>
              <a:rPr lang="en-US" altLang="zh-TW" dirty="0" err="1" smtClean="0">
                <a:solidFill>
                  <a:srgbClr val="000000"/>
                </a:solidFill>
              </a:rPr>
              <a:t>line1</a:t>
            </a:r>
            <a:r>
              <a:rPr lang="en-US" altLang="zh-TW" dirty="0" smtClean="0">
                <a:solidFill>
                  <a:srgbClr val="000000"/>
                </a:solidFill>
              </a:rPr>
              <a:t> and </a:t>
            </a:r>
            <a:r>
              <a:rPr lang="en-US" altLang="zh-TW" dirty="0" err="1" smtClean="0">
                <a:solidFill>
                  <a:srgbClr val="000000"/>
                </a:solidFill>
              </a:rPr>
              <a:t>line2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/>
              <a:t>is</a:t>
            </a:r>
          </a:p>
          <a:p>
            <a:pPr marL="0" indent="0" eaLnBrk="1" hangingPunct="1">
              <a:spcBef>
                <a:spcPct val="40000"/>
              </a:spcBef>
              <a:tabLst>
                <a:tab pos="363538" algn="l"/>
              </a:tabLst>
              <a:defRPr/>
            </a:pPr>
            <a:r>
              <a:rPr lang="en-US" altLang="zh-TW" dirty="0" smtClean="0"/>
              <a:t>	2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2</a:t>
            </a:r>
            <a:r>
              <a:rPr lang="en-US" altLang="zh-TW" baseline="50000" dirty="0" smtClean="0"/>
              <a:t>2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2</a:t>
            </a:r>
            <a:r>
              <a:rPr lang="en-US" altLang="zh-TW" baseline="50000" dirty="0" smtClean="0"/>
              <a:t>3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MT Extra" pitchFamily="18" charset="2"/>
              </a:rPr>
              <a:t>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2</a:t>
            </a:r>
            <a:r>
              <a:rPr lang="en-US" altLang="zh-TW" i="1" spc="300" baseline="50000" dirty="0" err="1" smtClean="0"/>
              <a:t>n</a:t>
            </a:r>
            <a:r>
              <a:rPr lang="en-US" altLang="zh-TW" baseline="50000" dirty="0" smtClean="0">
                <a:latin typeface="Symbol" pitchFamily="18" charset="2"/>
              </a:rPr>
              <a:t>-</a:t>
            </a:r>
            <a:r>
              <a:rPr lang="en-US" altLang="zh-TW" baseline="50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2</a:t>
            </a:r>
            <a:r>
              <a:rPr lang="en-US" altLang="zh-TW" i="1" baseline="50000" dirty="0" smtClean="0"/>
              <a:t>n</a:t>
            </a:r>
            <a:endParaRPr lang="en-US" altLang="zh-TW" dirty="0" smtClean="0"/>
          </a:p>
          <a:p>
            <a:pPr marL="0" indent="0" eaLnBrk="1" hangingPunct="1">
              <a:spcBef>
                <a:spcPct val="40000"/>
              </a:spcBef>
              <a:tabLst>
                <a:tab pos="363538" algn="l"/>
              </a:tabLst>
              <a:defRPr/>
            </a:pP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	(1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2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2</a:t>
            </a:r>
            <a:r>
              <a:rPr lang="en-US" altLang="zh-TW" baseline="50000" dirty="0" smtClean="0"/>
              <a:t>2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2</a:t>
            </a:r>
            <a:r>
              <a:rPr lang="en-US" altLang="zh-TW" baseline="50000" dirty="0" smtClean="0"/>
              <a:t>3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MT Extra" pitchFamily="18" charset="2"/>
              </a:rPr>
              <a:t>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2</a:t>
            </a:r>
            <a:r>
              <a:rPr lang="en-US" altLang="zh-TW" i="1" spc="300" baseline="50000" dirty="0" err="1" smtClean="0"/>
              <a:t>n</a:t>
            </a:r>
            <a:r>
              <a:rPr lang="en-US" altLang="zh-TW" baseline="50000" dirty="0" smtClean="0">
                <a:latin typeface="Symbol" pitchFamily="18" charset="2"/>
              </a:rPr>
              <a:t>-</a:t>
            </a:r>
            <a:r>
              <a:rPr lang="en-US" altLang="zh-TW" baseline="50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2</a:t>
            </a:r>
            <a:r>
              <a:rPr lang="en-US" altLang="zh-TW" i="1" spc="300" baseline="50000" dirty="0" smtClean="0"/>
              <a:t>n</a:t>
            </a:r>
            <a:r>
              <a:rPr lang="en-US" altLang="zh-TW" dirty="0" smtClean="0"/>
              <a:t>)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/>
              <a:t> 1</a:t>
            </a:r>
          </a:p>
          <a:p>
            <a:pPr marL="0" indent="0" eaLnBrk="1" hangingPunct="1">
              <a:spcBef>
                <a:spcPct val="40000"/>
              </a:spcBef>
              <a:tabLst>
                <a:tab pos="363538" algn="l"/>
              </a:tabLst>
              <a:defRPr/>
            </a:pP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	</a:t>
            </a:r>
            <a:r>
              <a:rPr lang="en-US" altLang="zh-TW" dirty="0" err="1" smtClean="0"/>
              <a:t>2</a:t>
            </a:r>
            <a:r>
              <a:rPr lang="en-US" altLang="zh-TW" i="1" spc="200" baseline="50000" dirty="0" err="1" smtClean="0"/>
              <a:t>n</a:t>
            </a:r>
            <a:r>
              <a:rPr lang="en-US" altLang="zh-TW" baseline="50000" dirty="0" err="1" smtClean="0">
                <a:latin typeface="Symbol" pitchFamily="18" charset="2"/>
              </a:rPr>
              <a:t>+</a:t>
            </a:r>
            <a:r>
              <a:rPr lang="en-US" altLang="zh-TW" baseline="50000" dirty="0" err="1" smtClean="0"/>
              <a:t>1</a:t>
            </a:r>
            <a:r>
              <a:rPr lang="en-US" altLang="zh-TW" dirty="0" smtClean="0"/>
              <a:t>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/>
              <a:t> 1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/>
              <a:t> 1</a:t>
            </a:r>
          </a:p>
          <a:p>
            <a:pPr marL="0" indent="0" eaLnBrk="1" hangingPunct="1">
              <a:spcBef>
                <a:spcPct val="40000"/>
              </a:spcBef>
              <a:tabLst>
                <a:tab pos="363538" algn="l"/>
              </a:tabLst>
              <a:defRPr/>
            </a:pP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	</a:t>
            </a:r>
            <a:r>
              <a:rPr lang="en-US" altLang="zh-TW" dirty="0" err="1" smtClean="0"/>
              <a:t>2</a:t>
            </a:r>
            <a:r>
              <a:rPr lang="en-US" altLang="zh-TW" i="1" spc="200" baseline="50000" dirty="0" err="1" smtClean="0"/>
              <a:t>n</a:t>
            </a:r>
            <a:r>
              <a:rPr lang="en-US" altLang="zh-TW" baseline="50000" dirty="0" err="1" smtClean="0">
                <a:latin typeface="Symbol" pitchFamily="18" charset="2"/>
              </a:rPr>
              <a:t>+</a:t>
            </a:r>
            <a:r>
              <a:rPr lang="en-US" altLang="zh-TW" baseline="50000" dirty="0" err="1" smtClean="0"/>
              <a:t>1</a:t>
            </a:r>
            <a:r>
              <a:rPr lang="en-US" altLang="zh-TW" dirty="0" smtClean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/>
              <a:t> 2</a:t>
            </a:r>
            <a:endParaRPr lang="en-US" altLang="zh-TW" dirty="0" smtClean="0">
              <a:sym typeface="Symbol" pitchFamily="18" charset="2"/>
            </a:endParaRPr>
          </a:p>
          <a:p>
            <a:pPr marL="0" indent="0" eaLnBrk="1" hangingPunct="1">
              <a:spcBef>
                <a:spcPct val="40000"/>
              </a:spcBef>
              <a:tabLst>
                <a:tab pos="363538" algn="l"/>
              </a:tabLst>
              <a:defRPr/>
            </a:pP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	</a:t>
            </a:r>
            <a:r>
              <a:rPr lang="en-US" altLang="zh-TW" dirty="0" smtClean="0">
                <a:sym typeface="Symbol" pitchFamily="18" charset="2"/>
              </a:rPr>
              <a:t>(</a:t>
            </a:r>
            <a:r>
              <a:rPr lang="en-US" altLang="zh-TW" dirty="0" smtClean="0"/>
              <a:t>2</a:t>
            </a:r>
            <a:r>
              <a:rPr lang="en-US" altLang="zh-TW" i="1" spc="300" baseline="50000" dirty="0" smtClean="0"/>
              <a:t>n</a:t>
            </a:r>
            <a:r>
              <a:rPr lang="en-US" altLang="zh-TW" dirty="0" smtClean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52000" y="1269000"/>
            <a:ext cx="6840001" cy="431708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Suppose the time to </a:t>
            </a:r>
            <a:r>
              <a:rPr lang="en-US" altLang="zh-TW" dirty="0" smtClean="0">
                <a:solidFill>
                  <a:srgbClr val="0000FF"/>
                </a:solidFill>
                <a:cs typeface="Times New Roman" pitchFamily="18" charset="0"/>
              </a:rPr>
              <a:t>make 10</a:t>
            </a:r>
            <a:r>
              <a:rPr lang="en-US" altLang="zh-TW" baseline="50000" dirty="0" smtClean="0">
                <a:solidFill>
                  <a:srgbClr val="0000FF"/>
                </a:solidFill>
                <a:cs typeface="Times New Roman" pitchFamily="18" charset="0"/>
              </a:rPr>
              <a:t>8</a:t>
            </a:r>
            <a:r>
              <a:rPr lang="en-US" altLang="zh-TW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(</a:t>
            </a:r>
            <a:r>
              <a:rPr lang="en-US" altLang="zh-TW" dirty="0" smtClean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zh-TW" altLang="en-US" dirty="0" smtClean="0">
                <a:solidFill>
                  <a:srgbClr val="0000FF"/>
                </a:solidFill>
                <a:ea typeface="標楷體" pitchFamily="65" charset="-120"/>
                <a:cs typeface="Times New Roman" pitchFamily="18" charset="0"/>
              </a:rPr>
              <a:t>億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) </a:t>
            </a:r>
            <a:r>
              <a:rPr lang="en-US" altLang="zh-TW" dirty="0" smtClean="0">
                <a:solidFill>
                  <a:srgbClr val="0000FF"/>
                </a:solidFill>
                <a:cs typeface="Times New Roman" pitchFamily="18" charset="0"/>
              </a:rPr>
              <a:t>calls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is 1 second.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801380"/>
              </p:ext>
            </p:extLst>
          </p:nvPr>
        </p:nvGraphicFramePr>
        <p:xfrm>
          <a:off x="972000" y="1989000"/>
          <a:ext cx="7200000" cy="3455988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175148023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712138329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8962574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63448695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5906616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</a:t>
                      </a:r>
                    </a:p>
                  </a:txBody>
                  <a:tcPr marL="90000" marR="90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</a:t>
                      </a:r>
                      <a:r>
                        <a:rPr kumimoji="1" lang="en-US" altLang="zh-TW" sz="2400" b="0" i="0" u="none" strike="noStrike" cap="none" normalizeH="0" baseline="30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endParaRPr kumimoji="1" lang="en-US" altLang="zh-TW" sz="2400" b="0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新細明體" pitchFamily="18" charset="-120"/>
                          <a:cs typeface="+mn-cs"/>
                        </a:rPr>
                        <a:t>n</a:t>
                      </a:r>
                      <a:r>
                        <a:rPr kumimoji="1" lang="en-US" altLang="zh-TW" sz="2400" b="0" i="0" u="none" strike="noStrike" kern="1200" cap="none" spc="0" normalizeH="0" baseline="3000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新細明體" pitchFamily="18" charset="-120"/>
                          <a:cs typeface="+mn-cs"/>
                        </a:rPr>
                        <a:t>3</a:t>
                      </a:r>
                      <a:endParaRPr kumimoji="1" lang="en-US" altLang="zh-TW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sym typeface="Symbol" pitchFamily="18" charset="2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400" b="0" i="1" u="none" strike="noStrike" cap="none" normalizeH="0" baseline="42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</a:t>
                      </a:r>
                      <a:endParaRPr kumimoji="1" lang="en-US" altLang="zh-TW" sz="2400" b="0" i="0" u="none" strike="noStrike" cap="none" normalizeH="0" baseline="42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新細明體" pitchFamily="18" charset="-120"/>
                          <a:cs typeface="+mn-cs"/>
                        </a:rPr>
                        <a:t>2</a:t>
                      </a:r>
                      <a:r>
                        <a:rPr kumimoji="1" lang="en-US" altLang="zh-TW" sz="2400" b="0" i="1" u="none" strike="noStrike" kern="1200" cap="none" spc="0" normalizeH="0" baseline="4200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新細明體" pitchFamily="18" charset="-120"/>
                          <a:cs typeface="+mn-cs"/>
                        </a:rPr>
                        <a:t>n</a:t>
                      </a:r>
                      <a:endParaRPr kumimoji="1" lang="en-US" altLang="zh-TW" sz="2400" b="0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99616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0.00001 seconds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新細明體" pitchFamily="18" charset="-120"/>
                          <a:cs typeface="+mn-cs"/>
                        </a:rPr>
                        <a:t>0.00001024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seconds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310053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0.00008 seconds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r>
                        <a:rPr kumimoji="1" lang="en-US" altLang="zh-TW" sz="2000" b="0" i="0" u="none" strike="noStrike" cap="none" normalizeH="0" baseline="5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0.01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seconds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8345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27000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0.00027 seconds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r>
                        <a:rPr kumimoji="1" lang="en-US" altLang="zh-TW" sz="2000" b="0" i="0" u="none" strike="noStrike" cap="none" normalizeH="0" baseline="5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 second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36378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  <a:endParaRPr kumimoji="1" lang="en-US" altLang="zh-TW" sz="2000" b="0" i="0" u="none" strike="noStrike" cap="none" normalizeH="0" baseline="5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64000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0.00064 seconds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r>
                        <a:rPr kumimoji="1" lang="en-US" altLang="zh-TW" sz="2000" b="0" i="0" u="none" strike="noStrike" cap="none" normalizeH="0" baseline="5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新細明體" pitchFamily="18" charset="-120"/>
                          <a:cs typeface="+mn-cs"/>
                        </a:rPr>
                        <a:t>3 hours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47030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50</a:t>
                      </a:r>
                      <a:endParaRPr kumimoji="1" lang="en-US" altLang="zh-TW" sz="2000" b="0" i="0" u="none" strike="noStrike" cap="none" normalizeH="0" baseline="5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125000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0.00125 seconds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r>
                        <a:rPr kumimoji="1" lang="en-US" altLang="zh-TW" sz="2000" b="0" i="0" u="none" strike="noStrike" cap="none" normalizeH="0" baseline="5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15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 months</a:t>
                      </a:r>
                      <a:endParaRPr kumimoji="1" lang="en-US" altLang="zh-TW" sz="1800" b="0" i="0" u="none" strike="noStrike" cap="none" normalizeH="0" baseline="5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37643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60</a:t>
                      </a:r>
                      <a:endParaRPr kumimoji="1" lang="en-US" altLang="zh-TW" sz="2000" b="0" i="0" u="none" strike="noStrike" cap="none" normalizeH="0" baseline="5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216000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0.00216 second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r>
                        <a:rPr kumimoji="1" lang="en-US" altLang="zh-TW" sz="2000" b="0" i="0" u="none" strike="noStrike" cap="none" normalizeH="0" baseline="5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 centuries</a:t>
                      </a:r>
                      <a:endParaRPr kumimoji="1" lang="en-US" altLang="zh-TW" sz="1800" b="0" i="0" u="none" strike="noStrike" cap="none" normalizeH="0" baseline="5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03035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70</a:t>
                      </a:r>
                      <a:endParaRPr kumimoji="1" lang="en-US" altLang="zh-TW" sz="2000" b="0" i="0" u="none" strike="noStrike" cap="none" normalizeH="0" baseline="5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343000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0.00343 seconds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  <a:r>
                        <a:rPr kumimoji="1" lang="en-US" altLang="zh-TW" sz="2000" b="0" i="0" u="none" strike="noStrike" cap="none" normalizeH="0" baseline="5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21</a:t>
                      </a: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5156 centuries</a:t>
                      </a:r>
                      <a:endParaRPr kumimoji="1" lang="en-US" altLang="zh-TW" sz="1800" b="0" i="0" u="none" strike="noStrike" cap="none" normalizeH="0" baseline="5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412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651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Recursive Algorithm with </a:t>
            </a:r>
            <a:r>
              <a:rPr lang="en-US" altLang="zh-TW" sz="4000" dirty="0" err="1"/>
              <a:t>Memoization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12925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Recursive Algorithm with </a:t>
            </a:r>
            <a:r>
              <a:rPr lang="en-US" altLang="zh-TW" dirty="0" err="1" smtClean="0"/>
              <a:t>Memoization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7589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&gt;=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e1 +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a1[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&gt;=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e2 + a2[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1648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pPr lvl="0"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e1 + a1[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 smtClean="0"/>
          </a:p>
          <a:p>
            <a:pPr marL="0" indent="0" eaLnBrk="1" hangingPunct="1">
              <a:spcBef>
                <a:spcPct val="0"/>
              </a:spcBef>
              <a:tabLst>
                <a:tab pos="450000" algn="l"/>
                <a:tab pos="2520000" algn="l"/>
              </a:tabLst>
              <a:defRPr/>
            </a:pPr>
            <a:endParaRPr lang="en-US" altLang="zh-TW" dirty="0"/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035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pPr lvl="0"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e2 + a2[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 smtClean="0"/>
          </a:p>
          <a:p>
            <a:pPr marL="0" indent="0" eaLnBrk="1" hangingPunct="1">
              <a:spcBef>
                <a:spcPct val="0"/>
              </a:spcBef>
              <a:tabLst>
                <a:tab pos="450000" algn="l"/>
                <a:tab pos="2520000" algn="l"/>
              </a:tabLst>
              <a:defRPr/>
            </a:pPr>
            <a:endParaRPr lang="en-US" altLang="zh-TW" dirty="0" smtClean="0"/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67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矩形 3"/>
          <p:cNvSpPr>
            <a:spLocks noChangeArrowheads="1"/>
          </p:cNvSpPr>
          <p:nvPr/>
        </p:nvSpPr>
        <p:spPr bwMode="auto">
          <a:xfrm>
            <a:off x="2988000" y="6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1" name="矩形 4"/>
          <p:cNvSpPr>
            <a:spLocks noChangeArrowheads="1"/>
          </p:cNvSpPr>
          <p:nvPr/>
        </p:nvSpPr>
        <p:spPr bwMode="auto">
          <a:xfrm>
            <a:off x="6876016" y="116977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2" name="矩形 5"/>
          <p:cNvSpPr>
            <a:spLocks noChangeArrowheads="1"/>
          </p:cNvSpPr>
          <p:nvPr/>
        </p:nvSpPr>
        <p:spPr bwMode="auto">
          <a:xfrm>
            <a:off x="6875997" y="119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3" name="矩形 6"/>
          <p:cNvSpPr>
            <a:spLocks noChangeArrowheads="1"/>
          </p:cNvSpPr>
          <p:nvPr/>
        </p:nvSpPr>
        <p:spPr bwMode="auto">
          <a:xfrm>
            <a:off x="6875997" y="191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4" name="矩形 7"/>
          <p:cNvSpPr>
            <a:spLocks noChangeArrowheads="1"/>
          </p:cNvSpPr>
          <p:nvPr/>
        </p:nvSpPr>
        <p:spPr bwMode="auto">
          <a:xfrm>
            <a:off x="6875997" y="227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5" name="矩形 8"/>
          <p:cNvSpPr>
            <a:spLocks noChangeArrowheads="1"/>
          </p:cNvSpPr>
          <p:nvPr/>
        </p:nvSpPr>
        <p:spPr bwMode="auto">
          <a:xfrm>
            <a:off x="6875997" y="47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6" name="矩形 9"/>
          <p:cNvSpPr>
            <a:spLocks noChangeArrowheads="1"/>
          </p:cNvSpPr>
          <p:nvPr/>
        </p:nvSpPr>
        <p:spPr bwMode="auto">
          <a:xfrm>
            <a:off x="6875997" y="83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7" name="矩形 10"/>
          <p:cNvSpPr>
            <a:spLocks noChangeArrowheads="1"/>
          </p:cNvSpPr>
          <p:nvPr/>
        </p:nvSpPr>
        <p:spPr bwMode="auto">
          <a:xfrm>
            <a:off x="6875997" y="155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8" name="矩形 11"/>
          <p:cNvSpPr>
            <a:spLocks noChangeArrowheads="1"/>
          </p:cNvSpPr>
          <p:nvPr/>
        </p:nvSpPr>
        <p:spPr bwMode="auto">
          <a:xfrm>
            <a:off x="6875997" y="263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9" name="矩形 12"/>
          <p:cNvSpPr>
            <a:spLocks noChangeArrowheads="1"/>
          </p:cNvSpPr>
          <p:nvPr/>
        </p:nvSpPr>
        <p:spPr bwMode="auto">
          <a:xfrm>
            <a:off x="5004003" y="260978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0" name="矩形 13"/>
          <p:cNvSpPr>
            <a:spLocks noChangeArrowheads="1"/>
          </p:cNvSpPr>
          <p:nvPr/>
        </p:nvSpPr>
        <p:spPr bwMode="auto">
          <a:xfrm>
            <a:off x="5003999" y="98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1" name="矩形 14"/>
          <p:cNvSpPr>
            <a:spLocks noChangeArrowheads="1"/>
          </p:cNvSpPr>
          <p:nvPr/>
        </p:nvSpPr>
        <p:spPr bwMode="auto">
          <a:xfrm>
            <a:off x="5003999" y="17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2" name="矩形 15"/>
          <p:cNvSpPr>
            <a:spLocks noChangeArrowheads="1"/>
          </p:cNvSpPr>
          <p:nvPr/>
        </p:nvSpPr>
        <p:spPr bwMode="auto">
          <a:xfrm>
            <a:off x="5003999" y="24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3" name="矩形 16"/>
          <p:cNvSpPr>
            <a:spLocks noChangeArrowheads="1"/>
          </p:cNvSpPr>
          <p:nvPr/>
        </p:nvSpPr>
        <p:spPr bwMode="auto">
          <a:xfrm>
            <a:off x="2988000" y="206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50544" name="直線單箭頭接點 18"/>
          <p:cNvCxnSpPr>
            <a:cxnSpLocks noChangeShapeType="1"/>
            <a:stCxn id="150530" idx="3"/>
            <a:endCxn id="150539" idx="1"/>
          </p:cNvCxnSpPr>
          <p:nvPr/>
        </p:nvCxnSpPr>
        <p:spPr bwMode="auto">
          <a:xfrm flipV="1">
            <a:off x="3996000" y="404978"/>
            <a:ext cx="1008003" cy="36002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5" name="直線單箭頭接點 19"/>
          <p:cNvCxnSpPr>
            <a:cxnSpLocks noChangeShapeType="1"/>
            <a:stCxn id="150530" idx="3"/>
            <a:endCxn id="150540" idx="1"/>
          </p:cNvCxnSpPr>
          <p:nvPr/>
        </p:nvCxnSpPr>
        <p:spPr bwMode="auto">
          <a:xfrm>
            <a:off x="3996000" y="76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6" name="直線單箭頭接點 22"/>
          <p:cNvCxnSpPr>
            <a:cxnSpLocks noChangeShapeType="1"/>
            <a:stCxn id="150543" idx="3"/>
            <a:endCxn id="150541" idx="1"/>
          </p:cNvCxnSpPr>
          <p:nvPr/>
        </p:nvCxnSpPr>
        <p:spPr bwMode="auto">
          <a:xfrm flipV="1">
            <a:off x="3996000" y="184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7" name="直線單箭頭接點 23"/>
          <p:cNvCxnSpPr>
            <a:cxnSpLocks noChangeShapeType="1"/>
            <a:stCxn id="150543" idx="3"/>
            <a:endCxn id="150542" idx="1"/>
          </p:cNvCxnSpPr>
          <p:nvPr/>
        </p:nvCxnSpPr>
        <p:spPr bwMode="auto">
          <a:xfrm>
            <a:off x="3996000" y="220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8" name="直線單箭頭接點 28"/>
          <p:cNvCxnSpPr>
            <a:cxnSpLocks noChangeShapeType="1"/>
            <a:stCxn id="150539" idx="3"/>
            <a:endCxn id="150531" idx="1"/>
          </p:cNvCxnSpPr>
          <p:nvPr/>
        </p:nvCxnSpPr>
        <p:spPr bwMode="auto">
          <a:xfrm flipV="1">
            <a:off x="6012003" y="260977"/>
            <a:ext cx="864013" cy="14400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9" name="直線單箭頭接點 29"/>
          <p:cNvCxnSpPr>
            <a:cxnSpLocks noChangeShapeType="1"/>
            <a:stCxn id="150539" idx="3"/>
            <a:endCxn id="150535" idx="1"/>
          </p:cNvCxnSpPr>
          <p:nvPr/>
        </p:nvCxnSpPr>
        <p:spPr bwMode="auto">
          <a:xfrm>
            <a:off x="6012003" y="404978"/>
            <a:ext cx="863994" cy="21602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0" name="直線單箭頭接點 34"/>
          <p:cNvCxnSpPr>
            <a:cxnSpLocks noChangeShapeType="1"/>
            <a:stCxn id="150540" idx="3"/>
            <a:endCxn id="150536" idx="1"/>
          </p:cNvCxnSpPr>
          <p:nvPr/>
        </p:nvCxnSpPr>
        <p:spPr bwMode="auto">
          <a:xfrm flipV="1">
            <a:off x="6011999" y="98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1" name="直線單箭頭接點 35"/>
          <p:cNvCxnSpPr>
            <a:cxnSpLocks noChangeShapeType="1"/>
            <a:stCxn id="150540" idx="3"/>
            <a:endCxn id="150532" idx="1"/>
          </p:cNvCxnSpPr>
          <p:nvPr/>
        </p:nvCxnSpPr>
        <p:spPr bwMode="auto">
          <a:xfrm>
            <a:off x="6011999" y="112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2" name="直線單箭頭接點 40"/>
          <p:cNvCxnSpPr>
            <a:cxnSpLocks noChangeShapeType="1"/>
            <a:stCxn id="150541" idx="3"/>
            <a:endCxn id="150537" idx="1"/>
          </p:cNvCxnSpPr>
          <p:nvPr/>
        </p:nvCxnSpPr>
        <p:spPr bwMode="auto">
          <a:xfrm flipV="1">
            <a:off x="6011999" y="170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3" name="直線單箭頭接點 41"/>
          <p:cNvCxnSpPr>
            <a:cxnSpLocks noChangeShapeType="1"/>
            <a:stCxn id="150541" idx="3"/>
            <a:endCxn id="150533" idx="1"/>
          </p:cNvCxnSpPr>
          <p:nvPr/>
        </p:nvCxnSpPr>
        <p:spPr bwMode="auto">
          <a:xfrm>
            <a:off x="6011999" y="184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4" name="直線單箭頭接點 42"/>
          <p:cNvCxnSpPr>
            <a:cxnSpLocks noChangeShapeType="1"/>
            <a:stCxn id="150542" idx="3"/>
            <a:endCxn id="150534" idx="1"/>
          </p:cNvCxnSpPr>
          <p:nvPr/>
        </p:nvCxnSpPr>
        <p:spPr bwMode="auto">
          <a:xfrm flipV="1">
            <a:off x="6011999" y="242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5" name="直線單箭頭接點 43"/>
          <p:cNvCxnSpPr>
            <a:cxnSpLocks noChangeShapeType="1"/>
            <a:stCxn id="150542" idx="3"/>
            <a:endCxn id="150538" idx="1"/>
          </p:cNvCxnSpPr>
          <p:nvPr/>
        </p:nvCxnSpPr>
        <p:spPr bwMode="auto">
          <a:xfrm>
            <a:off x="6011999" y="256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56" name="矩形 135"/>
          <p:cNvSpPr>
            <a:spLocks noChangeArrowheads="1"/>
          </p:cNvSpPr>
          <p:nvPr/>
        </p:nvSpPr>
        <p:spPr bwMode="auto">
          <a:xfrm>
            <a:off x="2988000" y="35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57" name="矩形 136"/>
          <p:cNvSpPr>
            <a:spLocks noChangeArrowheads="1"/>
          </p:cNvSpPr>
          <p:nvPr/>
        </p:nvSpPr>
        <p:spPr bwMode="auto">
          <a:xfrm>
            <a:off x="6875997" y="299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58" name="矩形 137"/>
          <p:cNvSpPr>
            <a:spLocks noChangeArrowheads="1"/>
          </p:cNvSpPr>
          <p:nvPr/>
        </p:nvSpPr>
        <p:spPr bwMode="auto">
          <a:xfrm>
            <a:off x="6875997" y="407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59" name="矩形 138"/>
          <p:cNvSpPr>
            <a:spLocks noChangeArrowheads="1"/>
          </p:cNvSpPr>
          <p:nvPr/>
        </p:nvSpPr>
        <p:spPr bwMode="auto">
          <a:xfrm>
            <a:off x="6875997" y="479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0" name="矩形 139"/>
          <p:cNvSpPr>
            <a:spLocks noChangeArrowheads="1"/>
          </p:cNvSpPr>
          <p:nvPr/>
        </p:nvSpPr>
        <p:spPr bwMode="auto">
          <a:xfrm>
            <a:off x="6875997" y="515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1" name="矩形 140"/>
          <p:cNvSpPr>
            <a:spLocks noChangeArrowheads="1"/>
          </p:cNvSpPr>
          <p:nvPr/>
        </p:nvSpPr>
        <p:spPr bwMode="auto">
          <a:xfrm>
            <a:off x="6875997" y="335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2" name="矩形 141"/>
          <p:cNvSpPr>
            <a:spLocks noChangeArrowheads="1"/>
          </p:cNvSpPr>
          <p:nvPr/>
        </p:nvSpPr>
        <p:spPr bwMode="auto">
          <a:xfrm>
            <a:off x="6875997" y="371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3" name="矩形 142"/>
          <p:cNvSpPr>
            <a:spLocks noChangeArrowheads="1"/>
          </p:cNvSpPr>
          <p:nvPr/>
        </p:nvSpPr>
        <p:spPr bwMode="auto">
          <a:xfrm>
            <a:off x="6875997" y="443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4" name="矩形 143"/>
          <p:cNvSpPr>
            <a:spLocks noChangeArrowheads="1"/>
          </p:cNvSpPr>
          <p:nvPr/>
        </p:nvSpPr>
        <p:spPr bwMode="auto">
          <a:xfrm>
            <a:off x="6875997" y="551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5" name="矩形 144"/>
          <p:cNvSpPr>
            <a:spLocks noChangeArrowheads="1"/>
          </p:cNvSpPr>
          <p:nvPr/>
        </p:nvSpPr>
        <p:spPr bwMode="auto">
          <a:xfrm>
            <a:off x="5003999" y="31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6" name="矩形 145"/>
          <p:cNvSpPr>
            <a:spLocks noChangeArrowheads="1"/>
          </p:cNvSpPr>
          <p:nvPr/>
        </p:nvSpPr>
        <p:spPr bwMode="auto">
          <a:xfrm>
            <a:off x="5003999" y="386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7" name="矩形 146"/>
          <p:cNvSpPr>
            <a:spLocks noChangeArrowheads="1"/>
          </p:cNvSpPr>
          <p:nvPr/>
        </p:nvSpPr>
        <p:spPr bwMode="auto">
          <a:xfrm>
            <a:off x="5003999" y="458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8" name="矩形 147"/>
          <p:cNvSpPr>
            <a:spLocks noChangeArrowheads="1"/>
          </p:cNvSpPr>
          <p:nvPr/>
        </p:nvSpPr>
        <p:spPr bwMode="auto">
          <a:xfrm>
            <a:off x="5003999" y="53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9" name="矩形 148"/>
          <p:cNvSpPr>
            <a:spLocks noChangeArrowheads="1"/>
          </p:cNvSpPr>
          <p:nvPr/>
        </p:nvSpPr>
        <p:spPr bwMode="auto">
          <a:xfrm>
            <a:off x="2988000" y="49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50570" name="直線單箭頭接點 149"/>
          <p:cNvCxnSpPr>
            <a:cxnSpLocks noChangeShapeType="1"/>
            <a:stCxn id="150556" idx="3"/>
            <a:endCxn id="150565" idx="1"/>
          </p:cNvCxnSpPr>
          <p:nvPr/>
        </p:nvCxnSpPr>
        <p:spPr bwMode="auto">
          <a:xfrm flipV="1">
            <a:off x="3996000" y="328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1" name="直線單箭頭接點 150"/>
          <p:cNvCxnSpPr>
            <a:cxnSpLocks noChangeShapeType="1"/>
            <a:stCxn id="150556" idx="3"/>
            <a:endCxn id="150566" idx="1"/>
          </p:cNvCxnSpPr>
          <p:nvPr/>
        </p:nvCxnSpPr>
        <p:spPr bwMode="auto">
          <a:xfrm>
            <a:off x="3996000" y="364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2" name="直線單箭頭接點 151"/>
          <p:cNvCxnSpPr>
            <a:cxnSpLocks noChangeShapeType="1"/>
            <a:stCxn id="150569" idx="3"/>
            <a:endCxn id="150567" idx="1"/>
          </p:cNvCxnSpPr>
          <p:nvPr/>
        </p:nvCxnSpPr>
        <p:spPr bwMode="auto">
          <a:xfrm flipV="1">
            <a:off x="3996000" y="472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3" name="直線單箭頭接點 152"/>
          <p:cNvCxnSpPr>
            <a:cxnSpLocks noChangeShapeType="1"/>
            <a:stCxn id="150569" idx="3"/>
            <a:endCxn id="150568" idx="1"/>
          </p:cNvCxnSpPr>
          <p:nvPr/>
        </p:nvCxnSpPr>
        <p:spPr bwMode="auto">
          <a:xfrm>
            <a:off x="3996000" y="508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4" name="直線單箭頭接點 153"/>
          <p:cNvCxnSpPr>
            <a:cxnSpLocks noChangeShapeType="1"/>
            <a:stCxn id="150565" idx="3"/>
            <a:endCxn id="150557" idx="1"/>
          </p:cNvCxnSpPr>
          <p:nvPr/>
        </p:nvCxnSpPr>
        <p:spPr bwMode="auto">
          <a:xfrm flipV="1">
            <a:off x="6011999" y="314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5" name="直線單箭頭接點 154"/>
          <p:cNvCxnSpPr>
            <a:cxnSpLocks noChangeShapeType="1"/>
            <a:stCxn id="150565" idx="3"/>
            <a:endCxn id="150561" idx="1"/>
          </p:cNvCxnSpPr>
          <p:nvPr/>
        </p:nvCxnSpPr>
        <p:spPr bwMode="auto">
          <a:xfrm>
            <a:off x="6011999" y="328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6" name="直線單箭頭接點 155"/>
          <p:cNvCxnSpPr>
            <a:cxnSpLocks noChangeShapeType="1"/>
            <a:stCxn id="150566" idx="3"/>
            <a:endCxn id="150562" idx="1"/>
          </p:cNvCxnSpPr>
          <p:nvPr/>
        </p:nvCxnSpPr>
        <p:spPr bwMode="auto">
          <a:xfrm flipV="1">
            <a:off x="6011999" y="386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7" name="直線單箭頭接點 156"/>
          <p:cNvCxnSpPr>
            <a:cxnSpLocks noChangeShapeType="1"/>
            <a:stCxn id="150566" idx="3"/>
            <a:endCxn id="150558" idx="1"/>
          </p:cNvCxnSpPr>
          <p:nvPr/>
        </p:nvCxnSpPr>
        <p:spPr bwMode="auto">
          <a:xfrm>
            <a:off x="6011999" y="400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8" name="直線單箭頭接點 157"/>
          <p:cNvCxnSpPr>
            <a:cxnSpLocks noChangeShapeType="1"/>
            <a:stCxn id="150567" idx="3"/>
            <a:endCxn id="150563" idx="1"/>
          </p:cNvCxnSpPr>
          <p:nvPr/>
        </p:nvCxnSpPr>
        <p:spPr bwMode="auto">
          <a:xfrm flipV="1">
            <a:off x="6011999" y="458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79" name="直線單箭頭接點 158"/>
          <p:cNvCxnSpPr>
            <a:cxnSpLocks noChangeShapeType="1"/>
            <a:stCxn id="150567" idx="3"/>
            <a:endCxn id="150559" idx="1"/>
          </p:cNvCxnSpPr>
          <p:nvPr/>
        </p:nvCxnSpPr>
        <p:spPr bwMode="auto">
          <a:xfrm>
            <a:off x="6011999" y="472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0" name="直線單箭頭接點 159"/>
          <p:cNvCxnSpPr>
            <a:cxnSpLocks noChangeShapeType="1"/>
            <a:stCxn id="150568" idx="3"/>
            <a:endCxn id="150560" idx="1"/>
          </p:cNvCxnSpPr>
          <p:nvPr/>
        </p:nvCxnSpPr>
        <p:spPr bwMode="auto">
          <a:xfrm flipV="1">
            <a:off x="6011999" y="530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1" name="直線單箭頭接點 160"/>
          <p:cNvCxnSpPr>
            <a:cxnSpLocks noChangeShapeType="1"/>
            <a:stCxn id="150568" idx="3"/>
            <a:endCxn id="150564" idx="1"/>
          </p:cNvCxnSpPr>
          <p:nvPr/>
        </p:nvCxnSpPr>
        <p:spPr bwMode="auto">
          <a:xfrm>
            <a:off x="6011999" y="544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82" name="矩形 163"/>
          <p:cNvSpPr>
            <a:spLocks noChangeArrowheads="1"/>
          </p:cNvSpPr>
          <p:nvPr/>
        </p:nvSpPr>
        <p:spPr bwMode="auto">
          <a:xfrm>
            <a:off x="828000" y="13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4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83" name="矩形 164"/>
          <p:cNvSpPr>
            <a:spLocks noChangeArrowheads="1"/>
          </p:cNvSpPr>
          <p:nvPr/>
        </p:nvSpPr>
        <p:spPr bwMode="auto">
          <a:xfrm>
            <a:off x="828000" y="42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4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50584" name="直線單箭頭接點 165"/>
          <p:cNvCxnSpPr>
            <a:cxnSpLocks noChangeShapeType="1"/>
            <a:stCxn id="150582" idx="3"/>
            <a:endCxn id="150530" idx="1"/>
          </p:cNvCxnSpPr>
          <p:nvPr/>
        </p:nvCxnSpPr>
        <p:spPr bwMode="auto">
          <a:xfrm flipV="1">
            <a:off x="1836000" y="76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5" name="直線單箭頭接點 166"/>
          <p:cNvCxnSpPr>
            <a:cxnSpLocks noChangeShapeType="1"/>
            <a:stCxn id="150583" idx="3"/>
            <a:endCxn id="150556" idx="1"/>
          </p:cNvCxnSpPr>
          <p:nvPr/>
        </p:nvCxnSpPr>
        <p:spPr bwMode="auto">
          <a:xfrm flipV="1">
            <a:off x="1836000" y="364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6" name="直線單箭頭接點 195"/>
          <p:cNvCxnSpPr>
            <a:cxnSpLocks noChangeShapeType="1"/>
            <a:stCxn id="150582" idx="3"/>
            <a:endCxn id="150543" idx="1"/>
          </p:cNvCxnSpPr>
          <p:nvPr/>
        </p:nvCxnSpPr>
        <p:spPr bwMode="auto">
          <a:xfrm>
            <a:off x="1836000" y="148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7" name="直線單箭頭接點 200"/>
          <p:cNvCxnSpPr>
            <a:cxnSpLocks noChangeShapeType="1"/>
            <a:stCxn id="150583" idx="3"/>
            <a:endCxn id="150569" idx="1"/>
          </p:cNvCxnSpPr>
          <p:nvPr/>
        </p:nvCxnSpPr>
        <p:spPr bwMode="auto">
          <a:xfrm>
            <a:off x="1836000" y="436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88" name="文字方塊 299"/>
          <p:cNvSpPr txBox="1">
            <a:spLocks noChangeArrowheads="1"/>
          </p:cNvSpPr>
          <p:nvPr/>
        </p:nvSpPr>
        <p:spPr bwMode="auto">
          <a:xfrm>
            <a:off x="1115976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89" name="文字方塊 300"/>
          <p:cNvSpPr txBox="1">
            <a:spLocks noChangeArrowheads="1"/>
          </p:cNvSpPr>
          <p:nvPr/>
        </p:nvSpPr>
        <p:spPr bwMode="auto">
          <a:xfrm>
            <a:off x="3275991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9" name="文字方塊 299"/>
          <p:cNvSpPr txBox="1">
            <a:spLocks noChangeArrowheads="1"/>
          </p:cNvSpPr>
          <p:nvPr/>
        </p:nvSpPr>
        <p:spPr bwMode="auto">
          <a:xfrm>
            <a:off x="5292005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0" name="文字方塊 300"/>
          <p:cNvSpPr txBox="1">
            <a:spLocks noChangeArrowheads="1"/>
          </p:cNvSpPr>
          <p:nvPr/>
        </p:nvSpPr>
        <p:spPr bwMode="auto">
          <a:xfrm>
            <a:off x="7164018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42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矩形 3"/>
          <p:cNvSpPr>
            <a:spLocks noChangeArrowheads="1"/>
          </p:cNvSpPr>
          <p:nvPr/>
        </p:nvSpPr>
        <p:spPr bwMode="auto">
          <a:xfrm>
            <a:off x="2988000" y="6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1" name="矩形 4"/>
          <p:cNvSpPr>
            <a:spLocks noChangeArrowheads="1"/>
          </p:cNvSpPr>
          <p:nvPr/>
        </p:nvSpPr>
        <p:spPr bwMode="auto">
          <a:xfrm>
            <a:off x="6876016" y="116977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2" name="矩形 5"/>
          <p:cNvSpPr>
            <a:spLocks noChangeArrowheads="1"/>
          </p:cNvSpPr>
          <p:nvPr/>
        </p:nvSpPr>
        <p:spPr bwMode="auto">
          <a:xfrm>
            <a:off x="6875997" y="119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5" name="矩形 8"/>
          <p:cNvSpPr>
            <a:spLocks noChangeArrowheads="1"/>
          </p:cNvSpPr>
          <p:nvPr/>
        </p:nvSpPr>
        <p:spPr bwMode="auto">
          <a:xfrm>
            <a:off x="6875997" y="47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6" name="矩形 9"/>
          <p:cNvSpPr>
            <a:spLocks noChangeArrowheads="1"/>
          </p:cNvSpPr>
          <p:nvPr/>
        </p:nvSpPr>
        <p:spPr bwMode="auto">
          <a:xfrm>
            <a:off x="6875997" y="837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39" name="矩形 12"/>
          <p:cNvSpPr>
            <a:spLocks noChangeArrowheads="1"/>
          </p:cNvSpPr>
          <p:nvPr/>
        </p:nvSpPr>
        <p:spPr bwMode="auto">
          <a:xfrm>
            <a:off x="5004003" y="260978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0" name="矩形 13"/>
          <p:cNvSpPr>
            <a:spLocks noChangeArrowheads="1"/>
          </p:cNvSpPr>
          <p:nvPr/>
        </p:nvSpPr>
        <p:spPr bwMode="auto">
          <a:xfrm>
            <a:off x="5003999" y="98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1" name="矩形 14"/>
          <p:cNvSpPr>
            <a:spLocks noChangeArrowheads="1"/>
          </p:cNvSpPr>
          <p:nvPr/>
        </p:nvSpPr>
        <p:spPr bwMode="auto">
          <a:xfrm>
            <a:off x="5003999" y="17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2" name="矩形 15"/>
          <p:cNvSpPr>
            <a:spLocks noChangeArrowheads="1"/>
          </p:cNvSpPr>
          <p:nvPr/>
        </p:nvSpPr>
        <p:spPr bwMode="auto">
          <a:xfrm>
            <a:off x="5003999" y="24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43" name="矩形 16"/>
          <p:cNvSpPr>
            <a:spLocks noChangeArrowheads="1"/>
          </p:cNvSpPr>
          <p:nvPr/>
        </p:nvSpPr>
        <p:spPr bwMode="auto">
          <a:xfrm>
            <a:off x="2988000" y="206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50544" name="直線單箭頭接點 18"/>
          <p:cNvCxnSpPr>
            <a:cxnSpLocks noChangeShapeType="1"/>
            <a:stCxn id="150530" idx="3"/>
            <a:endCxn id="150539" idx="1"/>
          </p:cNvCxnSpPr>
          <p:nvPr/>
        </p:nvCxnSpPr>
        <p:spPr bwMode="auto">
          <a:xfrm flipV="1">
            <a:off x="3996000" y="404978"/>
            <a:ext cx="1008003" cy="36002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5" name="直線單箭頭接點 19"/>
          <p:cNvCxnSpPr>
            <a:cxnSpLocks noChangeShapeType="1"/>
            <a:stCxn id="150530" idx="3"/>
            <a:endCxn id="150540" idx="1"/>
          </p:cNvCxnSpPr>
          <p:nvPr/>
        </p:nvCxnSpPr>
        <p:spPr bwMode="auto">
          <a:xfrm>
            <a:off x="3996000" y="76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6" name="直線單箭頭接點 22"/>
          <p:cNvCxnSpPr>
            <a:cxnSpLocks noChangeShapeType="1"/>
            <a:stCxn id="150543" idx="3"/>
            <a:endCxn id="150541" idx="1"/>
          </p:cNvCxnSpPr>
          <p:nvPr/>
        </p:nvCxnSpPr>
        <p:spPr bwMode="auto">
          <a:xfrm flipV="1">
            <a:off x="3996000" y="184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7" name="直線單箭頭接點 23"/>
          <p:cNvCxnSpPr>
            <a:cxnSpLocks noChangeShapeType="1"/>
            <a:stCxn id="150543" idx="3"/>
            <a:endCxn id="150542" idx="1"/>
          </p:cNvCxnSpPr>
          <p:nvPr/>
        </p:nvCxnSpPr>
        <p:spPr bwMode="auto">
          <a:xfrm>
            <a:off x="3996000" y="2205000"/>
            <a:ext cx="1007999" cy="36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8" name="直線單箭頭接點 28"/>
          <p:cNvCxnSpPr>
            <a:cxnSpLocks noChangeShapeType="1"/>
            <a:stCxn id="150539" idx="3"/>
            <a:endCxn id="150531" idx="1"/>
          </p:cNvCxnSpPr>
          <p:nvPr/>
        </p:nvCxnSpPr>
        <p:spPr bwMode="auto">
          <a:xfrm flipV="1">
            <a:off x="6012003" y="260977"/>
            <a:ext cx="864013" cy="14400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49" name="直線單箭頭接點 29"/>
          <p:cNvCxnSpPr>
            <a:cxnSpLocks noChangeShapeType="1"/>
            <a:stCxn id="150539" idx="3"/>
            <a:endCxn id="150535" idx="1"/>
          </p:cNvCxnSpPr>
          <p:nvPr/>
        </p:nvCxnSpPr>
        <p:spPr bwMode="auto">
          <a:xfrm>
            <a:off x="6012003" y="404978"/>
            <a:ext cx="863994" cy="21602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0" name="直線單箭頭接點 34"/>
          <p:cNvCxnSpPr>
            <a:cxnSpLocks noChangeShapeType="1"/>
            <a:stCxn id="150540" idx="3"/>
            <a:endCxn id="150536" idx="1"/>
          </p:cNvCxnSpPr>
          <p:nvPr/>
        </p:nvCxnSpPr>
        <p:spPr bwMode="auto">
          <a:xfrm flipV="1">
            <a:off x="6011999" y="981000"/>
            <a:ext cx="863998" cy="144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51" name="直線單箭頭接點 35"/>
          <p:cNvCxnSpPr>
            <a:cxnSpLocks noChangeShapeType="1"/>
            <a:stCxn id="150540" idx="3"/>
            <a:endCxn id="150532" idx="1"/>
          </p:cNvCxnSpPr>
          <p:nvPr/>
        </p:nvCxnSpPr>
        <p:spPr bwMode="auto">
          <a:xfrm>
            <a:off x="6011999" y="1125000"/>
            <a:ext cx="863998" cy="216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56" name="矩形 135"/>
          <p:cNvSpPr>
            <a:spLocks noChangeArrowheads="1"/>
          </p:cNvSpPr>
          <p:nvPr/>
        </p:nvSpPr>
        <p:spPr bwMode="auto">
          <a:xfrm>
            <a:off x="2988000" y="350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69" name="矩形 148"/>
          <p:cNvSpPr>
            <a:spLocks noChangeArrowheads="1"/>
          </p:cNvSpPr>
          <p:nvPr/>
        </p:nvSpPr>
        <p:spPr bwMode="auto">
          <a:xfrm>
            <a:off x="2988000" y="49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82" name="矩形 163"/>
          <p:cNvSpPr>
            <a:spLocks noChangeArrowheads="1"/>
          </p:cNvSpPr>
          <p:nvPr/>
        </p:nvSpPr>
        <p:spPr bwMode="auto">
          <a:xfrm>
            <a:off x="828000" y="134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line1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4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83" name="矩形 164"/>
          <p:cNvSpPr>
            <a:spLocks noChangeArrowheads="1"/>
          </p:cNvSpPr>
          <p:nvPr/>
        </p:nvSpPr>
        <p:spPr bwMode="auto">
          <a:xfrm>
            <a:off x="828000" y="4221000"/>
            <a:ext cx="1008000" cy="2880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line2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4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)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50584" name="直線單箭頭接點 165"/>
          <p:cNvCxnSpPr>
            <a:cxnSpLocks noChangeShapeType="1"/>
            <a:stCxn id="150582" idx="3"/>
            <a:endCxn id="150530" idx="1"/>
          </p:cNvCxnSpPr>
          <p:nvPr/>
        </p:nvCxnSpPr>
        <p:spPr bwMode="auto">
          <a:xfrm flipV="1">
            <a:off x="1836000" y="76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5" name="直線單箭頭接點 166"/>
          <p:cNvCxnSpPr>
            <a:cxnSpLocks noChangeShapeType="1"/>
            <a:stCxn id="150583" idx="3"/>
            <a:endCxn id="150556" idx="1"/>
          </p:cNvCxnSpPr>
          <p:nvPr/>
        </p:nvCxnSpPr>
        <p:spPr bwMode="auto">
          <a:xfrm flipV="1">
            <a:off x="1836000" y="364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6" name="直線單箭頭接點 195"/>
          <p:cNvCxnSpPr>
            <a:cxnSpLocks noChangeShapeType="1"/>
            <a:stCxn id="150582" idx="3"/>
            <a:endCxn id="150543" idx="1"/>
          </p:cNvCxnSpPr>
          <p:nvPr/>
        </p:nvCxnSpPr>
        <p:spPr bwMode="auto">
          <a:xfrm>
            <a:off x="1836000" y="148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0587" name="直線單箭頭接點 200"/>
          <p:cNvCxnSpPr>
            <a:cxnSpLocks noChangeShapeType="1"/>
            <a:stCxn id="150583" idx="3"/>
            <a:endCxn id="150569" idx="1"/>
          </p:cNvCxnSpPr>
          <p:nvPr/>
        </p:nvCxnSpPr>
        <p:spPr bwMode="auto">
          <a:xfrm>
            <a:off x="1836000" y="4365000"/>
            <a:ext cx="1152000" cy="720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0588" name="文字方塊 299"/>
          <p:cNvSpPr txBox="1">
            <a:spLocks noChangeArrowheads="1"/>
          </p:cNvSpPr>
          <p:nvPr/>
        </p:nvSpPr>
        <p:spPr bwMode="auto">
          <a:xfrm>
            <a:off x="1115976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0589" name="文字方塊 300"/>
          <p:cNvSpPr txBox="1">
            <a:spLocks noChangeArrowheads="1"/>
          </p:cNvSpPr>
          <p:nvPr/>
        </p:nvSpPr>
        <p:spPr bwMode="auto">
          <a:xfrm>
            <a:off x="3275991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9" name="文字方塊 299"/>
          <p:cNvSpPr txBox="1">
            <a:spLocks noChangeArrowheads="1"/>
          </p:cNvSpPr>
          <p:nvPr/>
        </p:nvSpPr>
        <p:spPr bwMode="auto">
          <a:xfrm>
            <a:off x="5292005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0" name="文字方塊 300"/>
          <p:cNvSpPr txBox="1">
            <a:spLocks noChangeArrowheads="1"/>
          </p:cNvSpPr>
          <p:nvPr/>
        </p:nvSpPr>
        <p:spPr bwMode="auto">
          <a:xfrm>
            <a:off x="7164018" y="6021018"/>
            <a:ext cx="720000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3200" b="0" i="0" u="none" strike="noStrike" kern="1200" cap="none" spc="0" normalizeH="0" baseline="4000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3200" b="0" i="0" u="none" strike="noStrike" kern="1200" cap="none" spc="0" normalizeH="0" baseline="4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028024" y="116977"/>
            <a:ext cx="576000" cy="288000"/>
          </a:xfrm>
          <a:prstGeom prst="rect">
            <a:avLst/>
          </a:prstGeom>
        </p:spPr>
        <p:txBody>
          <a:bodyPr wrap="none" lIns="72000" tIns="0" rIns="36000" bIns="0">
            <a:noAutofit/>
          </a:bodyPr>
          <a:lstStyle/>
          <a:p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[1]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027998" y="477000"/>
            <a:ext cx="576000" cy="288000"/>
          </a:xfrm>
          <a:prstGeom prst="rect">
            <a:avLst/>
          </a:prstGeom>
        </p:spPr>
        <p:txBody>
          <a:bodyPr wrap="none" lIns="72000" tIns="0" rIns="36000" bIns="0">
            <a:noAutofit/>
          </a:bodyPr>
          <a:lstStyle/>
          <a:p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[1]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292000" y="621000"/>
            <a:ext cx="720000" cy="288000"/>
          </a:xfrm>
          <a:prstGeom prst="rect">
            <a:avLst/>
          </a:prstGeom>
        </p:spPr>
        <p:txBody>
          <a:bodyPr wrap="none" lIns="36000" tIns="0" rIns="36000" bIns="0">
            <a:noAutofit/>
          </a:bodyPr>
          <a:lstStyle/>
          <a:p>
            <a:pPr algn="ctr"/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[2]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292000" y="1341000"/>
            <a:ext cx="720000" cy="288000"/>
          </a:xfrm>
          <a:prstGeom prst="rect">
            <a:avLst/>
          </a:prstGeom>
        </p:spPr>
        <p:txBody>
          <a:bodyPr wrap="none" lIns="36000" tIns="0" rIns="36000" bIns="0">
            <a:noAutofit/>
          </a:bodyPr>
          <a:lstStyle/>
          <a:p>
            <a:pPr algn="ctr"/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[2]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275991" y="980983"/>
            <a:ext cx="720000" cy="288000"/>
          </a:xfrm>
          <a:prstGeom prst="rect">
            <a:avLst/>
          </a:prstGeom>
        </p:spPr>
        <p:txBody>
          <a:bodyPr wrap="none" lIns="36000" tIns="0" rIns="36000" bIns="0">
            <a:noAutofit/>
          </a:bodyPr>
          <a:lstStyle/>
          <a:p>
            <a:pPr algn="ctr"/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[3]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275991" y="2420993"/>
            <a:ext cx="720000" cy="288000"/>
          </a:xfrm>
          <a:prstGeom prst="rect">
            <a:avLst/>
          </a:prstGeom>
        </p:spPr>
        <p:txBody>
          <a:bodyPr wrap="none" lIns="36000" tIns="0" rIns="36000" bIns="0">
            <a:noAutofit/>
          </a:bodyPr>
          <a:lstStyle/>
          <a:p>
            <a:pPr algn="ctr"/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[3]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15976" y="1700988"/>
            <a:ext cx="720000" cy="288000"/>
          </a:xfrm>
          <a:prstGeom prst="rect">
            <a:avLst/>
          </a:prstGeom>
        </p:spPr>
        <p:txBody>
          <a:bodyPr wrap="none" lIns="36000" tIns="0" rIns="36000" bIns="0">
            <a:noAutofit/>
          </a:bodyPr>
          <a:lstStyle/>
          <a:p>
            <a:pPr algn="ctr"/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[4]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115976" y="4581008"/>
            <a:ext cx="720000" cy="288000"/>
          </a:xfrm>
          <a:prstGeom prst="rect">
            <a:avLst/>
          </a:prstGeom>
        </p:spPr>
        <p:txBody>
          <a:bodyPr wrap="none" lIns="36000" tIns="0" rIns="36000" bIns="0">
            <a:noAutofit/>
          </a:bodyPr>
          <a:lstStyle/>
          <a:p>
            <a:pPr algn="ctr"/>
            <a:r>
              <a:rPr lang="en-US" altLang="zh-TW" sz="1800" i="1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f</a:t>
            </a:r>
            <a:r>
              <a:rPr lang="en-US" altLang="zh-TW" sz="1800" kern="0" baseline="-25000" dirty="0" smtClean="0">
                <a:solidFill>
                  <a:srgbClr val="FF0000"/>
                </a:solidFill>
                <a:latin typeface="Times New Roman"/>
                <a:ea typeface="新細明體"/>
              </a:rPr>
              <a:t>2</a:t>
            </a:r>
            <a:r>
              <a:rPr lang="en-US" altLang="zh-TW" sz="1800" kern="0" dirty="0" smtClean="0">
                <a:solidFill>
                  <a:srgbClr val="FF0000"/>
                </a:solidFill>
                <a:latin typeface="Times New Roman"/>
                <a:ea typeface="新細明體"/>
              </a:rPr>
              <a:t>[4]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26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&gt;=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e1 + a1[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f1[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&gt;=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1 )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</a:t>
            </a:r>
            <a:r>
              <a:rPr lang="pt-B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e2 + a2[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],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f2[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9359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Recursive Algorithm with </a:t>
            </a:r>
            <a:r>
              <a:rPr lang="en-US" altLang="zh-TW" dirty="0" err="1" smtClean="0"/>
              <a:t>Memoization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f2[ i ] = </a:t>
            </a:r>
            <a:r>
              <a:rPr lang="en-US" altLang="zh-TW" dirty="0" err="1" smtClean="0">
                <a:solidFill>
                  <a:srgbClr val="6F008A"/>
                </a:solidFill>
                <a:ea typeface="細明體" panose="02020509000000000000" pitchFamily="49" charset="-120"/>
              </a:rPr>
              <a:t>INT_MIN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line2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0" lvl="0" indent="0" eaLnBrk="1" hangingPunct="1">
              <a:buClr>
                <a:srgbClr val="000000"/>
              </a:buClr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worst case running time of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recursiveFastestWay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(</a:t>
            </a:r>
            <a:r>
              <a:rPr lang="en-US" altLang="zh-TW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).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13600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Iterative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9388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void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fastestWay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{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f1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= </a:t>
                </a:r>
                <a:r>
                  <a:rPr lang="en-US" altLang="zh-TW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e1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a1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];</a:t>
                </a:r>
                <a:endParaRPr lang="en-US" altLang="zh-TW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f2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= </a:t>
                </a:r>
                <a:r>
                  <a:rPr lang="en-US" altLang="zh-TW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e2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a2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];</a:t>
                </a:r>
                <a:endParaRPr lang="en-US" altLang="zh-TW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endParaRPr lang="zh-TW" altLang="en-US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for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j = 2; j &lt;= n; </a:t>
                </a:r>
                <a:r>
                  <a:rPr lang="en-US" altLang="zh-TW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j++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)</a:t>
                </a:r>
              </a:p>
              <a:p>
                <a:r>
                  <a:rPr lang="zh-TW" altLang="en-US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{</a:t>
                </a:r>
                <a:endParaRPr lang="en-US" altLang="zh-TW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f1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= min( f1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[j-1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a1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], f2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[j-1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t2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[j-1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a1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];</a:t>
                </a:r>
                <a:endParaRPr lang="en-US" altLang="zh-TW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   f2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=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min( f2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[j-1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a2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], f1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[j-1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t1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[j-1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a2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[j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];</a:t>
                </a:r>
                <a:endParaRPr lang="en-US" altLang="zh-TW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r>
                  <a:rPr lang="zh-TW" altLang="en-US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}</a:t>
                </a:r>
              </a:p>
              <a:p>
                <a:endParaRPr lang="en-US" altLang="zh-TW" dirty="0" smtClean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pt-BR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f 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=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min( f1</a:t>
                </a:r>
                <a:r>
                  <a:rPr lang="pt-BR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[n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x1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, f2</a:t>
                </a:r>
                <a:r>
                  <a:rPr lang="pt-BR" altLang="zh-TW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[n</a:t>
                </a:r>
                <a:r>
                  <a:rPr lang="en-US" altLang="zh-TW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 + </a:t>
                </a:r>
                <a:r>
                  <a:rPr lang="en-US" altLang="zh-TW" dirty="0" err="1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x2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 );</a:t>
                </a:r>
                <a:endParaRPr lang="en-US" altLang="zh-TW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US" altLang="zh-TW" dirty="0" smtClean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}</a:t>
                </a:r>
              </a:p>
              <a:p>
                <a:pPr lvl="0">
                  <a:buClr>
                    <a:srgbClr val="000000"/>
                  </a:buClr>
                </a:pPr>
                <a:endParaRPr lang="en-US" altLang="zh-TW" dirty="0">
                  <a:solidFill>
                    <a:srgbClr val="000000"/>
                  </a:solidFill>
                  <a:latin typeface="Lucida Console" panose="020B0609040504020204" pitchFamily="49" charset="0"/>
                  <a:ea typeface="細明體" panose="02020509000000000000" pitchFamily="49" charset="-120"/>
                </a:endParaRPr>
              </a:p>
              <a:p>
                <a:pPr marL="449263" lvl="0" indent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sz="2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 </m:t>
                      </m:r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  <m: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1,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baseline="-25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2.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 lvl="0" indent="0">
                  <a:buClr>
                    <a:srgbClr val="000000"/>
                  </a:buClr>
                </a:pPr>
                <a:endParaRPr lang="en-US" altLang="zh-TW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 lvl="0" indent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sz="22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 </m:t>
                      </m:r>
                      <m:r>
                        <m:rPr>
                          <m:nor/>
                        </m:rPr>
                        <a:rPr lang="en-US" altLang="zh-TW" sz="22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8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1,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[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5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baseline="-25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baseline="-250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00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dirty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2.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 lvl="0" indent="0">
                  <a:buClr>
                    <a:srgbClr val="000000"/>
                  </a:buClr>
                </a:pPr>
                <a:endParaRPr lang="en-US" altLang="zh-TW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 lvl="0" indent="0">
                  <a:buClr>
                    <a:srgbClr val="000000"/>
                  </a:buClr>
                </a:pPr>
                <a:r>
                  <a:rPr lang="en-US" altLang="zh-TW" sz="22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min( </a:t>
                </a:r>
                <a:r>
                  <a:rPr lang="en-US" altLang="zh-TW" sz="22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2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2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200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2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2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200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TW" sz="2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 t="-317" r="-2356" b="-2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Iterative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8738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 = min( f1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f2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204417"/>
              </p:ext>
            </p:extLst>
          </p:nvPr>
        </p:nvGraphicFramePr>
        <p:xfrm>
          <a:off x="5652000" y="360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823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 = min( f1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f2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954049"/>
              </p:ext>
            </p:extLst>
          </p:nvPr>
        </p:nvGraphicFramePr>
        <p:xfrm>
          <a:off x="5652000" y="360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973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 = min( f1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f2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750195"/>
              </p:ext>
            </p:extLst>
          </p:nvPr>
        </p:nvGraphicFramePr>
        <p:xfrm>
          <a:off x="5652000" y="360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100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 = min( f1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f2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32737"/>
              </p:ext>
            </p:extLst>
          </p:nvPr>
        </p:nvGraphicFramePr>
        <p:xfrm>
          <a:off x="5652000" y="360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871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 = min( f1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f2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175335"/>
              </p:ext>
            </p:extLst>
          </p:nvPr>
        </p:nvGraphicFramePr>
        <p:xfrm>
          <a:off x="5652000" y="360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1" name="Text Box 71"/>
          <p:cNvSpPr txBox="1">
            <a:spLocks noChangeArrowheads="1"/>
          </p:cNvSpPr>
          <p:nvPr/>
        </p:nvSpPr>
        <p:spPr bwMode="auto">
          <a:xfrm>
            <a:off x="61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25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805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 = min( f1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f2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053203"/>
              </p:ext>
            </p:extLst>
          </p:nvPr>
        </p:nvGraphicFramePr>
        <p:xfrm>
          <a:off x="5652000" y="360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Text Box 66"/>
          <p:cNvSpPr txBox="1">
            <a:spLocks noChangeArrowheads="1"/>
          </p:cNvSpPr>
          <p:nvPr/>
        </p:nvSpPr>
        <p:spPr bwMode="auto">
          <a:xfrm>
            <a:off x="78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1" name="Text Box 71"/>
          <p:cNvSpPr txBox="1">
            <a:spLocks noChangeArrowheads="1"/>
          </p:cNvSpPr>
          <p:nvPr/>
        </p:nvSpPr>
        <p:spPr bwMode="auto">
          <a:xfrm>
            <a:off x="61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25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2" name="Text Box 72"/>
          <p:cNvSpPr txBox="1"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13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min(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 = min( f1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f2</a:t>
            </a:r>
            <a:r>
              <a:rPr lang="pt-BR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699945"/>
              </p:ext>
            </p:extLst>
          </p:nvPr>
        </p:nvGraphicFramePr>
        <p:xfrm>
          <a:off x="5652000" y="360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Text Box 66"/>
          <p:cNvSpPr txBox="1">
            <a:spLocks noChangeArrowheads="1"/>
          </p:cNvSpPr>
          <p:nvPr/>
        </p:nvSpPr>
        <p:spPr bwMode="auto">
          <a:xfrm>
            <a:off x="78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1" name="Text Box 71"/>
          <p:cNvSpPr txBox="1">
            <a:spLocks noChangeArrowheads="1"/>
          </p:cNvSpPr>
          <p:nvPr/>
        </p:nvSpPr>
        <p:spPr bwMode="auto">
          <a:xfrm>
            <a:off x="61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25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2" name="Text Box 72"/>
          <p:cNvSpPr txBox="1"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Text Box 157"/>
          <p:cNvSpPr txBox="1">
            <a:spLocks noChangeArrowheads="1"/>
          </p:cNvSpPr>
          <p:nvPr/>
        </p:nvSpPr>
        <p:spPr bwMode="auto">
          <a:xfrm>
            <a:off x="4212000" y="378900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f 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990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fastestWay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en-US" altLang="zh-TW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en-US" altLang="zh-TW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a1</a:t>
            </a:r>
            <a:r>
              <a:rPr lang="en-US" altLang="zh-TW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2;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2;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t1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[j-1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l2</a:t>
            </a:r>
            <a:r>
              <a:rPr lang="en-US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Iterative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5135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pt-BR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pt-BR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pt-BR" altLang="zh-TW" spc="3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[n</a:t>
            </a:r>
            <a:r>
              <a:rPr lang="pt-BR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x1 &lt;= </a:t>
            </a:r>
            <a:r>
              <a:rPr lang="pt-BR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pt-BR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[n</a:t>
            </a:r>
            <a:r>
              <a:rPr lang="pt-BR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x2 )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f 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f1</a:t>
            </a:r>
            <a:r>
              <a:rPr lang="pt-BR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x1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l = 1;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f =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f2</a:t>
            </a:r>
            <a:r>
              <a:rPr lang="pt-BR" altLang="zh-TW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x2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l = 2;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Iterative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2665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2;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5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16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193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8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85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34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72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34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5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160404"/>
              </p:ext>
            </p:extLst>
          </p:nvPr>
        </p:nvGraphicFramePr>
        <p:xfrm>
          <a:off x="4932000" y="306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812033"/>
              </p:ext>
            </p:extLst>
          </p:nvPr>
        </p:nvGraphicFramePr>
        <p:xfrm>
          <a:off x="6372000" y="504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989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2;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5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16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193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8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85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34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72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34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5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8408"/>
              </p:ext>
            </p:extLst>
          </p:nvPr>
        </p:nvGraphicFramePr>
        <p:xfrm>
          <a:off x="4932000" y="306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9</a:t>
            </a:r>
            <a:endParaRPr lang="en-US" altLang="zh-TW" baseline="-25000"/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12</a:t>
            </a:r>
            <a:endParaRPr lang="en-US" altLang="zh-TW" baseline="-25000"/>
          </a:p>
        </p:txBody>
      </p:sp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812033"/>
              </p:ext>
            </p:extLst>
          </p:nvPr>
        </p:nvGraphicFramePr>
        <p:xfrm>
          <a:off x="6372000" y="504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735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2;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08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85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5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16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193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8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85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34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72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34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5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636911"/>
              </p:ext>
            </p:extLst>
          </p:nvPr>
        </p:nvGraphicFramePr>
        <p:xfrm>
          <a:off x="4932000" y="306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9</a:t>
            </a:r>
            <a:endParaRPr lang="en-US" altLang="zh-TW" baseline="-25000"/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18</a:t>
            </a:r>
            <a:endParaRPr lang="en-US" altLang="zh-TW" baseline="-25000"/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12</a:t>
            </a:r>
            <a:endParaRPr lang="en-US" altLang="zh-TW" baseline="-25000"/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16</a:t>
            </a:r>
            <a:endParaRPr lang="en-US" altLang="zh-TW" baseline="-25000"/>
          </a:p>
        </p:txBody>
      </p:sp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742877"/>
              </p:ext>
            </p:extLst>
          </p:nvPr>
        </p:nvGraphicFramePr>
        <p:xfrm>
          <a:off x="6372000" y="504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7166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2;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08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85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62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193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8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34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5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16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193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8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85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34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72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34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5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13439"/>
              </p:ext>
            </p:extLst>
          </p:nvPr>
        </p:nvGraphicFramePr>
        <p:xfrm>
          <a:off x="4932000" y="306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9</a:t>
            </a:r>
            <a:endParaRPr lang="en-US" altLang="zh-TW" baseline="-25000"/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18</a:t>
            </a:r>
            <a:endParaRPr lang="en-US" altLang="zh-TW" baseline="-25000"/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20</a:t>
            </a:r>
            <a:endParaRPr lang="en-US" altLang="zh-TW" baseline="-25000"/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12</a:t>
            </a:r>
            <a:endParaRPr lang="en-US" altLang="zh-TW" baseline="-25000"/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16</a:t>
            </a:r>
            <a:endParaRPr lang="en-US" altLang="zh-TW" baseline="-25000"/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22</a:t>
            </a:r>
            <a:endParaRPr lang="en-US" altLang="zh-TW" baseline="-25000"/>
          </a:p>
        </p:txBody>
      </p:sp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520627"/>
              </p:ext>
            </p:extLst>
          </p:nvPr>
        </p:nvGraphicFramePr>
        <p:xfrm>
          <a:off x="6372000" y="504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218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2;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08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85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62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193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8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34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5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16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08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193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8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85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34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72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34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5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410329"/>
              </p:ext>
            </p:extLst>
          </p:nvPr>
        </p:nvGraphicFramePr>
        <p:xfrm>
          <a:off x="4932000" y="306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9</a:t>
            </a:r>
            <a:endParaRPr lang="en-US" altLang="zh-TW" baseline="-25000"/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18</a:t>
            </a:r>
            <a:endParaRPr lang="en-US" altLang="zh-TW" baseline="-25000"/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20</a:t>
            </a:r>
            <a:endParaRPr lang="en-US" altLang="zh-TW" baseline="-25000"/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619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24</a:t>
            </a:r>
            <a:endParaRPr lang="en-US" altLang="zh-TW" baseline="-25000"/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12</a:t>
            </a:r>
            <a:endParaRPr lang="en-US" altLang="zh-TW" baseline="-25000"/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16</a:t>
            </a:r>
            <a:endParaRPr lang="en-US" altLang="zh-TW" baseline="-25000"/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22</a:t>
            </a:r>
            <a:endParaRPr lang="en-US" altLang="zh-TW" baseline="-25000"/>
          </a:p>
        </p:txBody>
      </p:sp>
      <p:sp>
        <p:nvSpPr>
          <p:cNvPr id="171" name="Text Box 71"/>
          <p:cNvSpPr txBox="1">
            <a:spLocks noChangeArrowheads="1"/>
          </p:cNvSpPr>
          <p:nvPr/>
        </p:nvSpPr>
        <p:spPr bwMode="auto">
          <a:xfrm>
            <a:off x="619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25</a:t>
            </a:r>
            <a:endParaRPr lang="en-US" altLang="zh-TW" baseline="-25000"/>
          </a:p>
        </p:txBody>
      </p:sp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962495"/>
              </p:ext>
            </p:extLst>
          </p:nvPr>
        </p:nvGraphicFramePr>
        <p:xfrm>
          <a:off x="6372000" y="504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309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2;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08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85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62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193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8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34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5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16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08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193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8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85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34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729000"/>
            <a:ext cx="1259999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349000"/>
            <a:ext cx="1259999" cy="1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5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09070"/>
              </p:ext>
            </p:extLst>
          </p:nvPr>
        </p:nvGraphicFramePr>
        <p:xfrm>
          <a:off x="4932000" y="306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9</a:t>
            </a:r>
            <a:endParaRPr lang="en-US" altLang="zh-TW" baseline="-25000"/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18</a:t>
            </a:r>
            <a:endParaRPr lang="en-US" altLang="zh-TW" baseline="-25000"/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20</a:t>
            </a:r>
            <a:endParaRPr lang="en-US" altLang="zh-TW" baseline="-25000"/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619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24</a:t>
            </a:r>
            <a:endParaRPr lang="en-US" altLang="zh-TW" baseline="-25000"/>
          </a:p>
        </p:txBody>
      </p:sp>
      <p:sp>
        <p:nvSpPr>
          <p:cNvPr id="73" name="Text Box 66"/>
          <p:cNvSpPr txBox="1">
            <a:spLocks noChangeArrowheads="1"/>
          </p:cNvSpPr>
          <p:nvPr/>
        </p:nvSpPr>
        <p:spPr bwMode="auto">
          <a:xfrm>
            <a:off x="781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32</a:t>
            </a:r>
            <a:endParaRPr lang="en-US" altLang="zh-TW" baseline="-25000"/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12</a:t>
            </a:r>
            <a:endParaRPr lang="en-US" altLang="zh-TW" baseline="-25000"/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16</a:t>
            </a:r>
            <a:endParaRPr lang="en-US" altLang="zh-TW" baseline="-25000"/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22</a:t>
            </a:r>
            <a:endParaRPr lang="en-US" altLang="zh-TW" baseline="-25000"/>
          </a:p>
        </p:txBody>
      </p:sp>
      <p:sp>
        <p:nvSpPr>
          <p:cNvPr id="171" name="Text Box 71"/>
          <p:cNvSpPr txBox="1">
            <a:spLocks noChangeArrowheads="1"/>
          </p:cNvSpPr>
          <p:nvPr/>
        </p:nvSpPr>
        <p:spPr bwMode="auto">
          <a:xfrm>
            <a:off x="619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25</a:t>
            </a:r>
            <a:endParaRPr lang="en-US" altLang="zh-TW" baseline="-25000"/>
          </a:p>
        </p:txBody>
      </p:sp>
      <p:sp>
        <p:nvSpPr>
          <p:cNvPr id="172" name="Text Box 72"/>
          <p:cNvSpPr txBox="1">
            <a:spLocks noChangeArrowheads="1"/>
          </p:cNvSpPr>
          <p:nvPr/>
        </p:nvSpPr>
        <p:spPr bwMode="auto">
          <a:xfrm>
            <a:off x="78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30</a:t>
            </a:r>
            <a:endParaRPr lang="en-US" altLang="zh-TW" baseline="-25000"/>
          </a:p>
        </p:txBody>
      </p:sp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989555"/>
              </p:ext>
            </p:extLst>
          </p:nvPr>
        </p:nvGraphicFramePr>
        <p:xfrm>
          <a:off x="6372000" y="504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651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2;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f2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t2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[j-1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2;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08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85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39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34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62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193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8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72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34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5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16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62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08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193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8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85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39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72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34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62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08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8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39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729000"/>
            <a:ext cx="1259999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349000"/>
            <a:ext cx="1259999" cy="1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5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16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62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08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193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85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193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54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graphicFrame>
        <p:nvGraphicFramePr>
          <p:cNvPr id="68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09070"/>
              </p:ext>
            </p:extLst>
          </p:nvPr>
        </p:nvGraphicFramePr>
        <p:xfrm>
          <a:off x="4932000" y="3069000"/>
          <a:ext cx="252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</a:t>
                      </a:r>
                      <a:r>
                        <a:rPr kumimoji="1" lang="en-US" altLang="zh-TW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9</a:t>
            </a:r>
            <a:endParaRPr lang="en-US" altLang="zh-TW" baseline="-25000"/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18</a:t>
            </a:r>
            <a:endParaRPr lang="en-US" altLang="zh-TW" baseline="-25000"/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20</a:t>
            </a:r>
            <a:endParaRPr lang="en-US" altLang="zh-TW" baseline="-25000"/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619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24</a:t>
            </a:r>
            <a:endParaRPr lang="en-US" altLang="zh-TW" baseline="-25000"/>
          </a:p>
        </p:txBody>
      </p:sp>
      <p:sp>
        <p:nvSpPr>
          <p:cNvPr id="73" name="Text Box 66"/>
          <p:cNvSpPr txBox="1">
            <a:spLocks noChangeArrowheads="1"/>
          </p:cNvSpPr>
          <p:nvPr/>
        </p:nvSpPr>
        <p:spPr bwMode="auto">
          <a:xfrm>
            <a:off x="7812000" y="1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algn="ctr"/>
            <a:r>
              <a:rPr lang="en-US" altLang="zh-TW"/>
              <a:t>32</a:t>
            </a:r>
            <a:endParaRPr lang="en-US" altLang="zh-TW" baseline="-25000"/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12</a:t>
            </a:r>
            <a:endParaRPr lang="en-US" altLang="zh-TW" baseline="-25000"/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16</a:t>
            </a:r>
            <a:endParaRPr lang="en-US" altLang="zh-TW" baseline="-25000"/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22</a:t>
            </a:r>
            <a:endParaRPr lang="en-US" altLang="zh-TW" baseline="-25000"/>
          </a:p>
        </p:txBody>
      </p:sp>
      <p:sp>
        <p:nvSpPr>
          <p:cNvPr id="171" name="Text Box 71"/>
          <p:cNvSpPr txBox="1">
            <a:spLocks noChangeArrowheads="1"/>
          </p:cNvSpPr>
          <p:nvPr/>
        </p:nvSpPr>
        <p:spPr bwMode="auto">
          <a:xfrm>
            <a:off x="619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25</a:t>
            </a:r>
            <a:endParaRPr lang="en-US" altLang="zh-TW" baseline="-25000"/>
          </a:p>
        </p:txBody>
      </p:sp>
      <p:sp>
        <p:nvSpPr>
          <p:cNvPr id="172" name="Text Box 72"/>
          <p:cNvSpPr txBox="1">
            <a:spLocks noChangeArrowheads="1"/>
          </p:cNvSpPr>
          <p:nvPr/>
        </p:nvSpPr>
        <p:spPr bwMode="auto">
          <a:xfrm>
            <a:off x="781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/>
              <a:t>30</a:t>
            </a:r>
            <a:endParaRPr lang="en-US" altLang="zh-TW" baseline="-25000"/>
          </a:p>
        </p:txBody>
      </p:sp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989555"/>
              </p:ext>
            </p:extLst>
          </p:nvPr>
        </p:nvGraphicFramePr>
        <p:xfrm>
          <a:off x="6372000" y="504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" name="Text Box 157"/>
          <p:cNvSpPr txBox="1">
            <a:spLocks noChangeArrowheads="1"/>
          </p:cNvSpPr>
          <p:nvPr/>
        </p:nvSpPr>
        <p:spPr bwMode="auto">
          <a:xfrm>
            <a:off x="7812000" y="3429000"/>
            <a:ext cx="9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altLang="zh-TW" i="1" dirty="0" smtClean="0">
                <a:solidFill>
                  <a:srgbClr val="0000FF"/>
                </a:solidFill>
              </a:rPr>
              <a:t>f 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32</a:t>
            </a:r>
            <a:endParaRPr lang="en-US" altLang="zh-TW" dirty="0">
              <a:solidFill>
                <a:srgbClr val="0000FF"/>
              </a:solidFill>
            </a:endParaRPr>
          </a:p>
        </p:txBody>
      </p:sp>
      <p:sp>
        <p:nvSpPr>
          <p:cNvPr id="74" name="Text Box 158"/>
          <p:cNvSpPr txBox="1">
            <a:spLocks noChangeArrowheads="1"/>
          </p:cNvSpPr>
          <p:nvPr/>
        </p:nvSpPr>
        <p:spPr bwMode="auto">
          <a:xfrm>
            <a:off x="7812000" y="3789000"/>
            <a:ext cx="90011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en-US" altLang="zh-TW" i="1" spc="200" dirty="0" smtClean="0">
                <a:solidFill>
                  <a:srgbClr val="0000FF"/>
                </a:solidFill>
              </a:rPr>
              <a:t>l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2</a:t>
            </a:r>
            <a:endParaRPr lang="en-US" altLang="zh-TW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7813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The worst case running time of </a:t>
            </a:r>
            <a:r>
              <a:rPr lang="en-US" altLang="zh-TW" sz="1600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fastestWay</a:t>
            </a:r>
            <a:r>
              <a:rPr lang="en-US" altLang="zh-TW" dirty="0" smtClean="0"/>
              <a:t> </a:t>
            </a:r>
            <a:r>
              <a:rPr lang="en-US" altLang="zh-TW" dirty="0" smtClean="0"/>
              <a:t>is </a:t>
            </a:r>
            <a:r>
              <a:rPr lang="en-US" altLang="zh-TW" dirty="0" smtClean="0">
                <a:sym typeface="Symbol" pitchFamily="18" charset="2"/>
              </a:rPr>
              <a:t>(</a:t>
            </a:r>
            <a:r>
              <a:rPr lang="en-US" altLang="zh-TW" i="1" dirty="0" smtClean="0">
                <a:sym typeface="Symbol" pitchFamily="18" charset="2"/>
              </a:rPr>
              <a:t>n</a:t>
            </a:r>
            <a:r>
              <a:rPr lang="en-US" altLang="zh-TW" dirty="0" smtClean="0">
                <a:sym typeface="Symbol" pitchFamily="18" charset="2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539" y="2708908"/>
            <a:ext cx="7380943" cy="1440184"/>
          </a:xfrm>
        </p:spPr>
        <p:txBody>
          <a:bodyPr/>
          <a:lstStyle/>
          <a:p>
            <a:pPr algn="l" eaLnBrk="1" hangingPunct="1">
              <a:tabLst>
                <a:tab pos="1790700" algn="l"/>
              </a:tabLst>
            </a:pPr>
            <a:r>
              <a:rPr lang="en-US" altLang="zh-TW" dirty="0" smtClean="0"/>
              <a:t>Step 4:	Constructing the fastest 	way through the factory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printStation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"line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", station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2; j--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 ==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"line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", station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 smtClean="0"/>
          </a:p>
        </p:txBody>
      </p:sp>
      <p:sp>
        <p:nvSpPr>
          <p:cNvPr id="173059" name="Text Box 4"/>
          <p:cNvSpPr txBox="1">
            <a:spLocks noChangeArrowheads="1"/>
          </p:cNvSpPr>
          <p:nvPr/>
        </p:nvSpPr>
        <p:spPr bwMode="auto">
          <a:xfrm>
            <a:off x="6313488" y="2324100"/>
            <a:ext cx="2373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zh-TW" altLang="zh-TW" sz="2400" b="1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printStation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l;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"line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", station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2; j--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 ==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];</a:t>
            </a:r>
          </a:p>
          <a:p>
            <a:pPr lvl="0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"line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", station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0" name="AutoShape 8"/>
          <p:cNvCxnSpPr>
            <a:cxnSpLocks noChangeShapeType="1"/>
            <a:stCxn id="5" idx="7"/>
            <a:endCxn id="6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9"/>
          <p:cNvCxnSpPr>
            <a:cxnSpLocks noChangeShapeType="1"/>
            <a:stCxn id="6" idx="7"/>
            <a:endCxn id="16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" name="AutoShape 10"/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13" name="AutoShape 11"/>
          <p:cNvCxnSpPr>
            <a:cxnSpLocks noChangeShapeType="1"/>
            <a:stCxn id="7" idx="5"/>
            <a:endCxn id="17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20" name="AutoShape 18"/>
          <p:cNvCxnSpPr>
            <a:cxnSpLocks noChangeShapeType="1"/>
            <a:stCxn id="17" idx="7"/>
            <a:endCxn id="18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1" name="AutoShape 19"/>
          <p:cNvCxnSpPr>
            <a:cxnSpLocks noChangeShapeType="1"/>
            <a:stCxn id="18" idx="7"/>
            <a:endCxn id="26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22" name="AutoShape 20"/>
          <p:cNvCxnSpPr>
            <a:cxnSpLocks noChangeShapeType="1"/>
            <a:stCxn id="16" idx="5"/>
            <a:endCxn id="19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21"/>
          <p:cNvCxnSpPr>
            <a:cxnSpLocks noChangeShapeType="1"/>
            <a:stCxn id="19" idx="5"/>
            <a:endCxn id="27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30" name="AutoShape 28"/>
          <p:cNvCxnSpPr>
            <a:cxnSpLocks noChangeShapeType="1"/>
            <a:stCxn id="27" idx="7"/>
            <a:endCxn id="28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1" name="AutoShape 29"/>
          <p:cNvCxnSpPr>
            <a:cxnSpLocks noChangeShapeType="1"/>
            <a:stCxn id="28" idx="7"/>
            <a:endCxn id="36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2" name="AutoShape 30"/>
          <p:cNvCxnSpPr>
            <a:cxnSpLocks noChangeShapeType="1"/>
            <a:stCxn id="26" idx="5"/>
            <a:endCxn id="29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33" name="AutoShape 31"/>
          <p:cNvCxnSpPr>
            <a:cxnSpLocks noChangeShapeType="1"/>
            <a:stCxn id="29" idx="5"/>
            <a:endCxn id="37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0" name="AutoShape 38"/>
          <p:cNvCxnSpPr>
            <a:cxnSpLocks noChangeShapeType="1"/>
            <a:stCxn id="37" idx="7"/>
            <a:endCxn id="38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1" name="AutoShape 39"/>
          <p:cNvCxnSpPr>
            <a:cxnSpLocks noChangeShapeType="1"/>
            <a:stCxn id="38" idx="7"/>
            <a:endCxn id="46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2" name="AutoShape 40"/>
          <p:cNvCxnSpPr>
            <a:cxnSpLocks noChangeShapeType="1"/>
            <a:stCxn id="36" idx="5"/>
            <a:endCxn id="39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43" name="AutoShape 41"/>
          <p:cNvCxnSpPr>
            <a:cxnSpLocks noChangeShapeType="1"/>
            <a:stCxn id="39" idx="5"/>
            <a:endCxn id="47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8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9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60" name="AutoShape 58"/>
          <p:cNvCxnSpPr>
            <a:cxnSpLocks noChangeShapeType="1"/>
            <a:stCxn id="47" idx="7"/>
            <a:endCxn id="58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rgbClr val="FF99FF"/>
            </a:solidFill>
            <a:miter lim="800000"/>
            <a:headEnd/>
            <a:tailEnd type="arrow" w="lg" len="lg"/>
          </a:ln>
        </p:spPr>
      </p:cxnSp>
      <p:cxnSp>
        <p:nvCxnSpPr>
          <p:cNvPr id="61" name="AutoShape 59"/>
          <p:cNvCxnSpPr>
            <a:cxnSpLocks noChangeShapeType="1"/>
            <a:stCxn id="46" idx="5"/>
            <a:endCxn id="59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60"/>
          <p:cNvCxnSpPr>
            <a:cxnSpLocks noChangeShapeType="1"/>
            <a:stCxn id="9" idx="7"/>
            <a:endCxn id="4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61"/>
          <p:cNvCxnSpPr>
            <a:cxnSpLocks noChangeShapeType="1"/>
            <a:stCxn id="8" idx="5"/>
            <a:endCxn id="5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4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2</a:t>
            </a:r>
          </a:p>
        </p:txBody>
      </p:sp>
      <p:sp>
        <p:nvSpPr>
          <p:cNvPr id="69" name="Text Box 62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Text Box 63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1" name="Text Box 64"/>
          <p:cNvSpPr txBox="1">
            <a:spLocks noChangeArrowheads="1"/>
          </p:cNvSpPr>
          <p:nvPr/>
        </p:nvSpPr>
        <p:spPr bwMode="auto">
          <a:xfrm>
            <a:off x="45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Text Box 66"/>
          <p:cNvSpPr txBox="1">
            <a:spLocks noChangeArrowheads="1"/>
          </p:cNvSpPr>
          <p:nvPr/>
        </p:nvSpPr>
        <p:spPr bwMode="auto">
          <a:xfrm>
            <a:off x="78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8" name="Text Box 68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9" name="Text Box 69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0" name="Text Box 70"/>
          <p:cNvSpPr txBox="1">
            <a:spLocks noChangeArrowheads="1"/>
          </p:cNvSpPr>
          <p:nvPr/>
        </p:nvSpPr>
        <p:spPr bwMode="auto">
          <a:xfrm>
            <a:off x="45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22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1" name="Text Box 71"/>
          <p:cNvSpPr txBox="1">
            <a:spLocks noChangeArrowheads="1"/>
          </p:cNvSpPr>
          <p:nvPr/>
        </p:nvSpPr>
        <p:spPr bwMode="auto">
          <a:xfrm>
            <a:off x="61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25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2" name="Text Box 72"/>
          <p:cNvSpPr txBox="1"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30</a:t>
            </a:r>
            <a:endParaRPr kumimoji="1" lang="en-US" altLang="zh-TW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175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800646"/>
              </p:ext>
            </p:extLst>
          </p:nvPr>
        </p:nvGraphicFramePr>
        <p:xfrm>
          <a:off x="4392000" y="4509000"/>
          <a:ext cx="2160000" cy="10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90000" marR="9000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</a:t>
                      </a:r>
                      <a:r>
                        <a:rPr kumimoji="1" lang="en-US" altLang="zh-TW" sz="20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[ </a:t>
                      </a:r>
                      <a:r>
                        <a:rPr kumimoji="1" lang="en-US" altLang="zh-TW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 Box 158"/>
          <p:cNvSpPr txBox="1">
            <a:spLocks noChangeArrowheads="1"/>
          </p:cNvSpPr>
          <p:nvPr/>
        </p:nvSpPr>
        <p:spPr bwMode="auto">
          <a:xfrm>
            <a:off x="5292000" y="34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Rectangle 79"/>
          <p:cNvSpPr txBox="1">
            <a:spLocks noChangeArrowheads="1"/>
          </p:cNvSpPr>
          <p:nvPr/>
        </p:nvSpPr>
        <p:spPr>
          <a:xfrm>
            <a:off x="7092000" y="3429000"/>
            <a:ext cx="1800000" cy="162000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5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34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41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ts val="0"/>
              </a:spcBef>
            </a:pPr>
            <a:r>
              <a:rPr lang="en-US" altLang="zh-TW" sz="2000" kern="0" dirty="0" smtClean="0"/>
              <a:t>line 2, station 5</a:t>
            </a:r>
          </a:p>
          <a:p>
            <a:pPr marL="0" indent="0" eaLnBrk="1" hangingPunct="1">
              <a:spcBef>
                <a:spcPts val="0"/>
              </a:spcBef>
            </a:pPr>
            <a:r>
              <a:rPr lang="en-US" altLang="zh-TW" sz="2000" kern="0" dirty="0" smtClean="0"/>
              <a:t>line 2, station 4</a:t>
            </a:r>
          </a:p>
          <a:p>
            <a:pPr marL="0" indent="0" eaLnBrk="1" hangingPunct="1">
              <a:spcBef>
                <a:spcPts val="0"/>
              </a:spcBef>
            </a:pPr>
            <a:r>
              <a:rPr lang="en-US" altLang="zh-TW" sz="2000" kern="0" dirty="0" smtClean="0"/>
              <a:t>line 1, station 3</a:t>
            </a:r>
          </a:p>
          <a:p>
            <a:pPr marL="0" indent="0" eaLnBrk="1" hangingPunct="1">
              <a:spcBef>
                <a:spcPts val="0"/>
              </a:spcBef>
            </a:pPr>
            <a:r>
              <a:rPr lang="en-US" altLang="zh-TW" sz="2000" kern="0" dirty="0" smtClean="0"/>
              <a:t>line 2, station 2</a:t>
            </a:r>
          </a:p>
          <a:p>
            <a:pPr marL="0" indent="0" eaLnBrk="1" hangingPunct="1">
              <a:spcBef>
                <a:spcPts val="0"/>
              </a:spcBef>
            </a:pPr>
            <a:r>
              <a:rPr lang="en-US" altLang="zh-TW" sz="2000" kern="0" dirty="0" smtClean="0"/>
              <a:t>line 1, station 1</a:t>
            </a:r>
          </a:p>
        </p:txBody>
      </p:sp>
      <p:sp>
        <p:nvSpPr>
          <p:cNvPr id="76" name="Text Box 120"/>
          <p:cNvSpPr txBox="1">
            <a:spLocks noChangeArrowheads="1"/>
          </p:cNvSpPr>
          <p:nvPr/>
        </p:nvSpPr>
        <p:spPr bwMode="auto">
          <a:xfrm>
            <a:off x="7452000" y="5049000"/>
            <a:ext cx="108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sz="2800" dirty="0" smtClean="0">
                <a:ea typeface="標楷體" pitchFamily="65" charset="-120"/>
                <a:cs typeface="Times New Roman" panose="02020603050405020304" pitchFamily="18" charset="0"/>
              </a:rPr>
              <a:t>Output</a:t>
            </a:r>
            <a:endParaRPr lang="zh-TW" altLang="en-US" sz="2800" dirty="0"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0157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505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Box 197"/>
          <p:cNvSpPr txBox="1">
            <a:spLocks noChangeArrowheads="1"/>
          </p:cNvSpPr>
          <p:nvPr/>
        </p:nvSpPr>
        <p:spPr bwMode="auto">
          <a:xfrm>
            <a:off x="133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 dirty="0" err="1"/>
              <a:t>S</a:t>
            </a:r>
            <a:r>
              <a:rPr lang="en-US" altLang="zh-TW" baseline="-25000" dirty="0" err="1"/>
              <a:t>1,1</a:t>
            </a:r>
            <a:endParaRPr lang="en-US" altLang="zh-TW" baseline="-25000" dirty="0"/>
          </a:p>
        </p:txBody>
      </p:sp>
      <p:sp>
        <p:nvSpPr>
          <p:cNvPr id="107" name="Text Box 198"/>
          <p:cNvSpPr txBox="1">
            <a:spLocks noChangeArrowheads="1"/>
          </p:cNvSpPr>
          <p:nvPr/>
        </p:nvSpPr>
        <p:spPr bwMode="auto">
          <a:xfrm>
            <a:off x="29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1,2</a:t>
            </a:r>
          </a:p>
        </p:txBody>
      </p:sp>
      <p:sp>
        <p:nvSpPr>
          <p:cNvPr id="108" name="Text Box 199"/>
          <p:cNvSpPr txBox="1">
            <a:spLocks noChangeArrowheads="1"/>
          </p:cNvSpPr>
          <p:nvPr/>
        </p:nvSpPr>
        <p:spPr bwMode="auto">
          <a:xfrm>
            <a:off x="45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1,3</a:t>
            </a:r>
          </a:p>
        </p:txBody>
      </p:sp>
      <p:sp>
        <p:nvSpPr>
          <p:cNvPr id="109" name="Text Box 200"/>
          <p:cNvSpPr txBox="1"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1,4</a:t>
            </a:r>
          </a:p>
        </p:txBody>
      </p:sp>
      <p:sp>
        <p:nvSpPr>
          <p:cNvPr id="110" name="Text Box 201"/>
          <p:cNvSpPr txBox="1">
            <a:spLocks noChangeArrowheads="1"/>
          </p:cNvSpPr>
          <p:nvPr/>
        </p:nvSpPr>
        <p:spPr bwMode="auto">
          <a:xfrm>
            <a:off x="78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1,5</a:t>
            </a:r>
          </a:p>
        </p:txBody>
      </p:sp>
      <p:sp>
        <p:nvSpPr>
          <p:cNvPr id="111" name="Text Box 214"/>
          <p:cNvSpPr txBox="1"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2,1</a:t>
            </a:r>
          </a:p>
        </p:txBody>
      </p:sp>
      <p:sp>
        <p:nvSpPr>
          <p:cNvPr id="112" name="Text Box 215"/>
          <p:cNvSpPr txBox="1"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2,2</a:t>
            </a:r>
          </a:p>
        </p:txBody>
      </p:sp>
      <p:sp>
        <p:nvSpPr>
          <p:cNvPr id="113" name="Text Box 216"/>
          <p:cNvSpPr txBox="1">
            <a:spLocks noChangeArrowheads="1"/>
          </p:cNvSpPr>
          <p:nvPr/>
        </p:nvSpPr>
        <p:spPr bwMode="auto">
          <a:xfrm>
            <a:off x="45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2,3</a:t>
            </a:r>
          </a:p>
        </p:txBody>
      </p:sp>
      <p:sp>
        <p:nvSpPr>
          <p:cNvPr id="114" name="Text Box 217"/>
          <p:cNvSpPr txBox="1">
            <a:spLocks noChangeArrowheads="1"/>
          </p:cNvSpPr>
          <p:nvPr/>
        </p:nvSpPr>
        <p:spPr bwMode="auto">
          <a:xfrm>
            <a:off x="61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2,4</a:t>
            </a:r>
          </a:p>
        </p:txBody>
      </p:sp>
      <p:sp>
        <p:nvSpPr>
          <p:cNvPr id="115" name="Text Box 218"/>
          <p:cNvSpPr txBox="1"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2,5</a:t>
            </a:r>
          </a:p>
        </p:txBody>
      </p:sp>
      <p:sp>
        <p:nvSpPr>
          <p:cNvPr id="116" name="Oval 2"/>
          <p:cNvSpPr>
            <a:spLocks noChangeArrowheads="1"/>
          </p:cNvSpPr>
          <p:nvPr/>
        </p:nvSpPr>
        <p:spPr bwMode="auto">
          <a:xfrm>
            <a:off x="133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117" name="Oval 3"/>
          <p:cNvSpPr>
            <a:spLocks noChangeArrowheads="1"/>
          </p:cNvSpPr>
          <p:nvPr/>
        </p:nvSpPr>
        <p:spPr bwMode="auto">
          <a:xfrm>
            <a:off x="133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118" name="Oval 4"/>
          <p:cNvSpPr>
            <a:spLocks noChangeArrowheads="1"/>
          </p:cNvSpPr>
          <p:nvPr/>
        </p:nvSpPr>
        <p:spPr bwMode="auto">
          <a:xfrm>
            <a:off x="187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19" name="Oval 5"/>
          <p:cNvSpPr>
            <a:spLocks noChangeArrowheads="1"/>
          </p:cNvSpPr>
          <p:nvPr/>
        </p:nvSpPr>
        <p:spPr bwMode="auto">
          <a:xfrm>
            <a:off x="187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20" name="Oval 6"/>
          <p:cNvSpPr>
            <a:spLocks noChangeArrowheads="1"/>
          </p:cNvSpPr>
          <p:nvPr/>
        </p:nvSpPr>
        <p:spPr bwMode="auto">
          <a:xfrm>
            <a:off x="79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4</a:t>
            </a:r>
          </a:p>
        </p:txBody>
      </p:sp>
      <p:sp>
        <p:nvSpPr>
          <p:cNvPr id="121" name="Oval 7"/>
          <p:cNvSpPr>
            <a:spLocks noChangeArrowheads="1"/>
          </p:cNvSpPr>
          <p:nvPr/>
        </p:nvSpPr>
        <p:spPr bwMode="auto">
          <a:xfrm>
            <a:off x="79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dirty="0"/>
              <a:t>2</a:t>
            </a:r>
          </a:p>
        </p:txBody>
      </p:sp>
      <p:cxnSp>
        <p:nvCxnSpPr>
          <p:cNvPr id="122" name="AutoShape 8"/>
          <p:cNvCxnSpPr>
            <a:cxnSpLocks noChangeShapeType="1"/>
            <a:stCxn id="117" idx="7"/>
            <a:endCxn id="118" idx="3"/>
          </p:cNvCxnSpPr>
          <p:nvPr/>
        </p:nvCxnSpPr>
        <p:spPr bwMode="auto">
          <a:xfrm flipV="1">
            <a:off x="163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3" name="AutoShape 9"/>
          <p:cNvCxnSpPr>
            <a:cxnSpLocks noChangeShapeType="1"/>
            <a:stCxn id="118" idx="7"/>
            <a:endCxn id="128" idx="3"/>
          </p:cNvCxnSpPr>
          <p:nvPr/>
        </p:nvCxnSpPr>
        <p:spPr bwMode="auto">
          <a:xfrm flipV="1">
            <a:off x="217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4" name="AutoShape 10"/>
          <p:cNvCxnSpPr>
            <a:cxnSpLocks noChangeShapeType="1"/>
            <a:stCxn id="116" idx="5"/>
            <a:endCxn id="119" idx="1"/>
          </p:cNvCxnSpPr>
          <p:nvPr/>
        </p:nvCxnSpPr>
        <p:spPr bwMode="auto">
          <a:xfrm>
            <a:off x="163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25" name="AutoShape 11"/>
          <p:cNvCxnSpPr>
            <a:cxnSpLocks noChangeShapeType="1"/>
            <a:stCxn id="119" idx="5"/>
            <a:endCxn id="129" idx="1"/>
          </p:cNvCxnSpPr>
          <p:nvPr/>
        </p:nvCxnSpPr>
        <p:spPr bwMode="auto">
          <a:xfrm>
            <a:off x="217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6" name="Line 12"/>
          <p:cNvSpPr>
            <a:spLocks noChangeShapeType="1"/>
          </p:cNvSpPr>
          <p:nvPr/>
        </p:nvSpPr>
        <p:spPr bwMode="auto">
          <a:xfrm>
            <a:off x="169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7" name="Line 13"/>
          <p:cNvSpPr>
            <a:spLocks noChangeShapeType="1"/>
          </p:cNvSpPr>
          <p:nvPr/>
        </p:nvSpPr>
        <p:spPr bwMode="auto">
          <a:xfrm flipV="1">
            <a:off x="169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8" name="Oval 14"/>
          <p:cNvSpPr>
            <a:spLocks noChangeArrowheads="1"/>
          </p:cNvSpPr>
          <p:nvPr/>
        </p:nvSpPr>
        <p:spPr bwMode="auto">
          <a:xfrm>
            <a:off x="295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29" name="Oval 15"/>
          <p:cNvSpPr>
            <a:spLocks noChangeArrowheads="1"/>
          </p:cNvSpPr>
          <p:nvPr/>
        </p:nvSpPr>
        <p:spPr bwMode="auto">
          <a:xfrm>
            <a:off x="295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30" name="Oval 16"/>
          <p:cNvSpPr>
            <a:spLocks noChangeArrowheads="1"/>
          </p:cNvSpPr>
          <p:nvPr/>
        </p:nvSpPr>
        <p:spPr bwMode="auto">
          <a:xfrm>
            <a:off x="349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sp>
        <p:nvSpPr>
          <p:cNvPr id="131" name="Oval 17"/>
          <p:cNvSpPr>
            <a:spLocks noChangeArrowheads="1"/>
          </p:cNvSpPr>
          <p:nvPr/>
        </p:nvSpPr>
        <p:spPr bwMode="auto">
          <a:xfrm>
            <a:off x="349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132" name="AutoShape 18"/>
          <p:cNvCxnSpPr>
            <a:cxnSpLocks noChangeShapeType="1"/>
            <a:stCxn id="129" idx="7"/>
            <a:endCxn id="130" idx="3"/>
          </p:cNvCxnSpPr>
          <p:nvPr/>
        </p:nvCxnSpPr>
        <p:spPr bwMode="auto">
          <a:xfrm flipV="1">
            <a:off x="325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33" name="AutoShape 19"/>
          <p:cNvCxnSpPr>
            <a:cxnSpLocks noChangeShapeType="1"/>
            <a:stCxn id="130" idx="7"/>
            <a:endCxn id="138" idx="3"/>
          </p:cNvCxnSpPr>
          <p:nvPr/>
        </p:nvCxnSpPr>
        <p:spPr bwMode="auto">
          <a:xfrm flipV="1">
            <a:off x="379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34" name="AutoShape 20"/>
          <p:cNvCxnSpPr>
            <a:cxnSpLocks noChangeShapeType="1"/>
            <a:stCxn id="128" idx="5"/>
            <a:endCxn id="131" idx="1"/>
          </p:cNvCxnSpPr>
          <p:nvPr/>
        </p:nvCxnSpPr>
        <p:spPr bwMode="auto">
          <a:xfrm>
            <a:off x="325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35" name="AutoShape 21"/>
          <p:cNvCxnSpPr>
            <a:cxnSpLocks noChangeShapeType="1"/>
            <a:stCxn id="131" idx="5"/>
            <a:endCxn id="139" idx="1"/>
          </p:cNvCxnSpPr>
          <p:nvPr/>
        </p:nvCxnSpPr>
        <p:spPr bwMode="auto">
          <a:xfrm>
            <a:off x="379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36" name="Line 22"/>
          <p:cNvSpPr>
            <a:spLocks noChangeShapeType="1"/>
          </p:cNvSpPr>
          <p:nvPr/>
        </p:nvSpPr>
        <p:spPr bwMode="auto">
          <a:xfrm>
            <a:off x="331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7" name="Line 23"/>
          <p:cNvSpPr>
            <a:spLocks noChangeShapeType="1"/>
          </p:cNvSpPr>
          <p:nvPr/>
        </p:nvSpPr>
        <p:spPr bwMode="auto">
          <a:xfrm flipV="1">
            <a:off x="3312000" y="270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8" name="Oval 24"/>
          <p:cNvSpPr>
            <a:spLocks noChangeArrowheads="1"/>
          </p:cNvSpPr>
          <p:nvPr/>
        </p:nvSpPr>
        <p:spPr bwMode="auto">
          <a:xfrm>
            <a:off x="4572000" y="90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139" name="Oval 25"/>
          <p:cNvSpPr>
            <a:spLocks noChangeArrowheads="1"/>
          </p:cNvSpPr>
          <p:nvPr/>
        </p:nvSpPr>
        <p:spPr bwMode="auto">
          <a:xfrm>
            <a:off x="4572000" y="252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140" name="Oval 26"/>
          <p:cNvSpPr>
            <a:spLocks noChangeArrowheads="1"/>
          </p:cNvSpPr>
          <p:nvPr/>
        </p:nvSpPr>
        <p:spPr bwMode="auto">
          <a:xfrm>
            <a:off x="511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41" name="Oval 27"/>
          <p:cNvSpPr>
            <a:spLocks noChangeArrowheads="1"/>
          </p:cNvSpPr>
          <p:nvPr/>
        </p:nvSpPr>
        <p:spPr bwMode="auto">
          <a:xfrm>
            <a:off x="511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1</a:t>
            </a:r>
          </a:p>
        </p:txBody>
      </p:sp>
      <p:cxnSp>
        <p:nvCxnSpPr>
          <p:cNvPr id="142" name="AutoShape 28"/>
          <p:cNvCxnSpPr>
            <a:cxnSpLocks noChangeShapeType="1"/>
            <a:stCxn id="139" idx="7"/>
            <a:endCxn id="140" idx="3"/>
          </p:cNvCxnSpPr>
          <p:nvPr/>
        </p:nvCxnSpPr>
        <p:spPr bwMode="auto">
          <a:xfrm flipV="1">
            <a:off x="4879589" y="2296589"/>
            <a:ext cx="285185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43" name="AutoShape 29"/>
          <p:cNvCxnSpPr>
            <a:cxnSpLocks noChangeShapeType="1"/>
            <a:stCxn id="140" idx="7"/>
            <a:endCxn id="148" idx="3"/>
          </p:cNvCxnSpPr>
          <p:nvPr/>
        </p:nvCxnSpPr>
        <p:spPr bwMode="auto">
          <a:xfrm flipV="1">
            <a:off x="5419588" y="121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44" name="AutoShape 30"/>
          <p:cNvCxnSpPr>
            <a:cxnSpLocks noChangeShapeType="1"/>
            <a:stCxn id="138" idx="5"/>
            <a:endCxn id="141" idx="1"/>
          </p:cNvCxnSpPr>
          <p:nvPr/>
        </p:nvCxnSpPr>
        <p:spPr bwMode="auto">
          <a:xfrm>
            <a:off x="4879589" y="1216588"/>
            <a:ext cx="285185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45" name="AutoShape 31"/>
          <p:cNvCxnSpPr>
            <a:cxnSpLocks noChangeShapeType="1"/>
            <a:stCxn id="141" idx="5"/>
            <a:endCxn id="149" idx="1"/>
          </p:cNvCxnSpPr>
          <p:nvPr/>
        </p:nvCxnSpPr>
        <p:spPr bwMode="auto">
          <a:xfrm>
            <a:off x="5419588" y="1756588"/>
            <a:ext cx="825186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46" name="Line 32"/>
          <p:cNvSpPr>
            <a:spLocks noChangeShapeType="1"/>
          </p:cNvSpPr>
          <p:nvPr/>
        </p:nvSpPr>
        <p:spPr bwMode="auto">
          <a:xfrm>
            <a:off x="4932000" y="1089000"/>
            <a:ext cx="126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7" name="Line 33"/>
          <p:cNvSpPr>
            <a:spLocks noChangeShapeType="1"/>
          </p:cNvSpPr>
          <p:nvPr/>
        </p:nvSpPr>
        <p:spPr bwMode="auto">
          <a:xfrm flipV="1">
            <a:off x="4932000" y="2709000"/>
            <a:ext cx="126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8" name="Oval 34"/>
          <p:cNvSpPr>
            <a:spLocks noChangeArrowheads="1"/>
          </p:cNvSpPr>
          <p:nvPr/>
        </p:nvSpPr>
        <p:spPr bwMode="auto">
          <a:xfrm>
            <a:off x="619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149" name="Oval 35"/>
          <p:cNvSpPr>
            <a:spLocks noChangeArrowheads="1"/>
          </p:cNvSpPr>
          <p:nvPr/>
        </p:nvSpPr>
        <p:spPr bwMode="auto">
          <a:xfrm>
            <a:off x="619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150" name="Oval 36"/>
          <p:cNvSpPr>
            <a:spLocks noChangeArrowheads="1"/>
          </p:cNvSpPr>
          <p:nvPr/>
        </p:nvSpPr>
        <p:spPr bwMode="auto">
          <a:xfrm>
            <a:off x="6732000" y="1989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51" name="Oval 37"/>
          <p:cNvSpPr>
            <a:spLocks noChangeArrowheads="1"/>
          </p:cNvSpPr>
          <p:nvPr/>
        </p:nvSpPr>
        <p:spPr bwMode="auto">
          <a:xfrm>
            <a:off x="6732000" y="1449000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152" name="AutoShape 38"/>
          <p:cNvCxnSpPr>
            <a:cxnSpLocks noChangeShapeType="1"/>
            <a:stCxn id="149" idx="7"/>
            <a:endCxn id="150" idx="3"/>
          </p:cNvCxnSpPr>
          <p:nvPr/>
        </p:nvCxnSpPr>
        <p:spPr bwMode="auto">
          <a:xfrm flipV="1">
            <a:off x="64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3" name="AutoShape 39"/>
          <p:cNvCxnSpPr>
            <a:cxnSpLocks noChangeShapeType="1"/>
            <a:stCxn id="150" idx="7"/>
            <a:endCxn id="158" idx="3"/>
          </p:cNvCxnSpPr>
          <p:nvPr/>
        </p:nvCxnSpPr>
        <p:spPr bwMode="auto">
          <a:xfrm flipV="1">
            <a:off x="7039589" y="121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4" name="AutoShape 40"/>
          <p:cNvCxnSpPr>
            <a:cxnSpLocks noChangeShapeType="1"/>
            <a:stCxn id="148" idx="5"/>
            <a:endCxn id="151" idx="1"/>
          </p:cNvCxnSpPr>
          <p:nvPr/>
        </p:nvCxnSpPr>
        <p:spPr bwMode="auto">
          <a:xfrm>
            <a:off x="64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55" name="AutoShape 41"/>
          <p:cNvCxnSpPr>
            <a:cxnSpLocks noChangeShapeType="1"/>
            <a:stCxn id="151" idx="5"/>
            <a:endCxn id="159" idx="1"/>
          </p:cNvCxnSpPr>
          <p:nvPr/>
        </p:nvCxnSpPr>
        <p:spPr bwMode="auto">
          <a:xfrm>
            <a:off x="7039589" y="1756588"/>
            <a:ext cx="825185" cy="82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56" name="Line 42"/>
          <p:cNvSpPr>
            <a:spLocks noChangeShapeType="1"/>
          </p:cNvSpPr>
          <p:nvPr/>
        </p:nvSpPr>
        <p:spPr bwMode="auto">
          <a:xfrm flipV="1">
            <a:off x="6552000" y="1089000"/>
            <a:ext cx="1259999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7" name="Line 43"/>
          <p:cNvSpPr>
            <a:spLocks noChangeShapeType="1"/>
          </p:cNvSpPr>
          <p:nvPr/>
        </p:nvSpPr>
        <p:spPr bwMode="auto">
          <a:xfrm flipV="1">
            <a:off x="6552000" y="2709000"/>
            <a:ext cx="1259999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8" name="Oval 44"/>
          <p:cNvSpPr>
            <a:spLocks noChangeArrowheads="1"/>
          </p:cNvSpPr>
          <p:nvPr/>
        </p:nvSpPr>
        <p:spPr bwMode="auto">
          <a:xfrm>
            <a:off x="7812000" y="90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159" name="Oval 45"/>
          <p:cNvSpPr>
            <a:spLocks noChangeArrowheads="1"/>
          </p:cNvSpPr>
          <p:nvPr/>
        </p:nvSpPr>
        <p:spPr bwMode="auto">
          <a:xfrm>
            <a:off x="7812000" y="252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160" name="Oval 56"/>
          <p:cNvSpPr>
            <a:spLocks noChangeArrowheads="1"/>
          </p:cNvSpPr>
          <p:nvPr/>
        </p:nvSpPr>
        <p:spPr bwMode="auto">
          <a:xfrm>
            <a:off x="8352000" y="19890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2</a:t>
            </a:r>
          </a:p>
        </p:txBody>
      </p:sp>
      <p:sp>
        <p:nvSpPr>
          <p:cNvPr id="161" name="Oval 57"/>
          <p:cNvSpPr>
            <a:spLocks noChangeArrowheads="1"/>
          </p:cNvSpPr>
          <p:nvPr/>
        </p:nvSpPr>
        <p:spPr bwMode="auto">
          <a:xfrm>
            <a:off x="8352000" y="144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/>
              <a:t>3</a:t>
            </a:r>
          </a:p>
        </p:txBody>
      </p:sp>
      <p:cxnSp>
        <p:nvCxnSpPr>
          <p:cNvPr id="162" name="AutoShape 58"/>
          <p:cNvCxnSpPr>
            <a:cxnSpLocks noChangeShapeType="1"/>
            <a:stCxn id="159" idx="7"/>
            <a:endCxn id="160" idx="3"/>
          </p:cNvCxnSpPr>
          <p:nvPr/>
        </p:nvCxnSpPr>
        <p:spPr bwMode="auto">
          <a:xfrm flipV="1">
            <a:off x="811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63" name="AutoShape 59"/>
          <p:cNvCxnSpPr>
            <a:cxnSpLocks noChangeShapeType="1"/>
            <a:stCxn id="158" idx="5"/>
            <a:endCxn id="161" idx="1"/>
          </p:cNvCxnSpPr>
          <p:nvPr/>
        </p:nvCxnSpPr>
        <p:spPr bwMode="auto">
          <a:xfrm>
            <a:off x="811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64" name="AutoShape 60"/>
          <p:cNvCxnSpPr>
            <a:cxnSpLocks noChangeShapeType="1"/>
            <a:stCxn id="121" idx="7"/>
            <a:endCxn id="116" idx="3"/>
          </p:cNvCxnSpPr>
          <p:nvPr/>
        </p:nvCxnSpPr>
        <p:spPr bwMode="auto">
          <a:xfrm flipV="1">
            <a:off x="1099588" y="1216588"/>
            <a:ext cx="285186" cy="2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65" name="AutoShape 61"/>
          <p:cNvCxnSpPr>
            <a:cxnSpLocks noChangeShapeType="1"/>
            <a:stCxn id="120" idx="5"/>
            <a:endCxn id="117" idx="1"/>
          </p:cNvCxnSpPr>
          <p:nvPr/>
        </p:nvCxnSpPr>
        <p:spPr bwMode="auto">
          <a:xfrm>
            <a:off x="1099588" y="2296589"/>
            <a:ext cx="285186" cy="28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66" name="Text Box 74"/>
          <p:cNvSpPr txBox="1">
            <a:spLocks noChangeArrowheads="1"/>
          </p:cNvSpPr>
          <p:nvPr/>
        </p:nvSpPr>
        <p:spPr bwMode="auto">
          <a:xfrm>
            <a:off x="432000" y="90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1</a:t>
            </a:r>
          </a:p>
        </p:txBody>
      </p:sp>
      <p:sp>
        <p:nvSpPr>
          <p:cNvPr id="167" name="Text Box 75"/>
          <p:cNvSpPr txBox="1">
            <a:spLocks noChangeArrowheads="1"/>
          </p:cNvSpPr>
          <p:nvPr/>
        </p:nvSpPr>
        <p:spPr bwMode="auto">
          <a:xfrm>
            <a:off x="432000" y="2529000"/>
            <a:ext cx="72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algn="r"/>
            <a:r>
              <a:rPr lang="en-US" altLang="zh-TW"/>
              <a:t>line 2</a:t>
            </a:r>
          </a:p>
        </p:txBody>
      </p:sp>
      <p:sp>
        <p:nvSpPr>
          <p:cNvPr id="168" name="Text Box 197"/>
          <p:cNvSpPr txBox="1">
            <a:spLocks noChangeArrowheads="1"/>
          </p:cNvSpPr>
          <p:nvPr/>
        </p:nvSpPr>
        <p:spPr bwMode="auto">
          <a:xfrm>
            <a:off x="169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 dirty="0" err="1"/>
              <a:t>S</a:t>
            </a:r>
            <a:r>
              <a:rPr lang="en-US" altLang="zh-TW" baseline="-25000" dirty="0" err="1"/>
              <a:t>1,1</a:t>
            </a:r>
            <a:endParaRPr lang="en-US" altLang="zh-TW" baseline="-25000" dirty="0"/>
          </a:p>
        </p:txBody>
      </p:sp>
      <p:sp>
        <p:nvSpPr>
          <p:cNvPr id="169" name="Text Box 198"/>
          <p:cNvSpPr txBox="1"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1,2</a:t>
            </a:r>
          </a:p>
        </p:txBody>
      </p:sp>
      <p:sp>
        <p:nvSpPr>
          <p:cNvPr id="170" name="Text Box 199"/>
          <p:cNvSpPr txBox="1">
            <a:spLocks noChangeArrowheads="1"/>
          </p:cNvSpPr>
          <p:nvPr/>
        </p:nvSpPr>
        <p:spPr bwMode="auto">
          <a:xfrm>
            <a:off x="457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1,3</a:t>
            </a:r>
          </a:p>
        </p:txBody>
      </p:sp>
      <p:sp>
        <p:nvSpPr>
          <p:cNvPr id="171" name="Text Box 200"/>
          <p:cNvSpPr txBox="1">
            <a:spLocks noChangeArrowheads="1"/>
          </p:cNvSpPr>
          <p:nvPr/>
        </p:nvSpPr>
        <p:spPr bwMode="auto">
          <a:xfrm>
            <a:off x="601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1,4</a:t>
            </a:r>
          </a:p>
        </p:txBody>
      </p:sp>
      <p:sp>
        <p:nvSpPr>
          <p:cNvPr id="172" name="Text Box 201"/>
          <p:cNvSpPr txBox="1">
            <a:spLocks noChangeArrowheads="1"/>
          </p:cNvSpPr>
          <p:nvPr/>
        </p:nvSpPr>
        <p:spPr bwMode="auto">
          <a:xfrm>
            <a:off x="74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44000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1,5</a:t>
            </a:r>
          </a:p>
        </p:txBody>
      </p:sp>
      <p:sp>
        <p:nvSpPr>
          <p:cNvPr id="173" name="Text Box 214"/>
          <p:cNvSpPr txBox="1">
            <a:spLocks noChangeArrowheads="1"/>
          </p:cNvSpPr>
          <p:nvPr/>
        </p:nvSpPr>
        <p:spPr bwMode="auto">
          <a:xfrm>
            <a:off x="16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2,1</a:t>
            </a:r>
          </a:p>
        </p:txBody>
      </p:sp>
      <p:sp>
        <p:nvSpPr>
          <p:cNvPr id="174" name="Text Box 215"/>
          <p:cNvSpPr txBox="1">
            <a:spLocks noChangeArrowheads="1"/>
          </p:cNvSpPr>
          <p:nvPr/>
        </p:nvSpPr>
        <p:spPr bwMode="auto">
          <a:xfrm>
            <a:off x="313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2,2</a:t>
            </a:r>
          </a:p>
        </p:txBody>
      </p:sp>
      <p:sp>
        <p:nvSpPr>
          <p:cNvPr id="175" name="Text Box 216"/>
          <p:cNvSpPr txBox="1">
            <a:spLocks noChangeArrowheads="1"/>
          </p:cNvSpPr>
          <p:nvPr/>
        </p:nvSpPr>
        <p:spPr bwMode="auto">
          <a:xfrm>
            <a:off x="45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2,3</a:t>
            </a:r>
          </a:p>
        </p:txBody>
      </p:sp>
      <p:sp>
        <p:nvSpPr>
          <p:cNvPr id="176" name="Text Box 217"/>
          <p:cNvSpPr txBox="1">
            <a:spLocks noChangeArrowheads="1"/>
          </p:cNvSpPr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2,4</a:t>
            </a:r>
          </a:p>
        </p:txBody>
      </p:sp>
      <p:sp>
        <p:nvSpPr>
          <p:cNvPr id="177" name="Text Box 218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 anchorCtr="1">
            <a:noAutofit/>
          </a:bodyPr>
          <a:lstStyle/>
          <a:p>
            <a:r>
              <a:rPr lang="en-US" altLang="zh-TW" i="1"/>
              <a:t>S</a:t>
            </a:r>
            <a:r>
              <a:rPr lang="en-US" altLang="zh-TW" baseline="-25000"/>
              <a:t>2,5</a:t>
            </a:r>
          </a:p>
        </p:txBody>
      </p:sp>
      <p:sp>
        <p:nvSpPr>
          <p:cNvPr id="178" name="Oval 2"/>
          <p:cNvSpPr>
            <a:spLocks noChangeArrowheads="1"/>
          </p:cNvSpPr>
          <p:nvPr/>
        </p:nvSpPr>
        <p:spPr bwMode="auto">
          <a:xfrm>
            <a:off x="1692000" y="41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sp>
        <p:nvSpPr>
          <p:cNvPr id="179" name="Oval 3"/>
          <p:cNvSpPr>
            <a:spLocks noChangeArrowheads="1"/>
          </p:cNvSpPr>
          <p:nvPr/>
        </p:nvSpPr>
        <p:spPr bwMode="auto">
          <a:xfrm>
            <a:off x="1692000" y="55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sp>
        <p:nvSpPr>
          <p:cNvPr id="183" name="Oval 7"/>
          <p:cNvSpPr>
            <a:spLocks noChangeArrowheads="1"/>
          </p:cNvSpPr>
          <p:nvPr/>
        </p:nvSpPr>
        <p:spPr bwMode="auto">
          <a:xfrm>
            <a:off x="972000" y="486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cxnSp>
        <p:nvCxnSpPr>
          <p:cNvPr id="185" name="AutoShape 9"/>
          <p:cNvCxnSpPr>
            <a:cxnSpLocks noChangeShapeType="1"/>
            <a:stCxn id="179" idx="7"/>
            <a:endCxn id="190" idx="3"/>
          </p:cNvCxnSpPr>
          <p:nvPr/>
        </p:nvCxnSpPr>
        <p:spPr bwMode="auto">
          <a:xfrm flipV="1">
            <a:off x="1999588" y="445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87" name="AutoShape 11"/>
          <p:cNvCxnSpPr>
            <a:cxnSpLocks noChangeShapeType="1"/>
            <a:stCxn id="178" idx="5"/>
            <a:endCxn id="191" idx="1"/>
          </p:cNvCxnSpPr>
          <p:nvPr/>
        </p:nvCxnSpPr>
        <p:spPr bwMode="auto">
          <a:xfrm>
            <a:off x="1999588" y="445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8" name="Line 12"/>
          <p:cNvSpPr>
            <a:spLocks noChangeShapeType="1"/>
          </p:cNvSpPr>
          <p:nvPr/>
        </p:nvSpPr>
        <p:spPr bwMode="auto">
          <a:xfrm>
            <a:off x="2052000" y="432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89" name="Line 13"/>
          <p:cNvSpPr>
            <a:spLocks noChangeShapeType="1"/>
          </p:cNvSpPr>
          <p:nvPr/>
        </p:nvSpPr>
        <p:spPr bwMode="auto">
          <a:xfrm flipV="1">
            <a:off x="2052000" y="576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90" name="Oval 14"/>
          <p:cNvSpPr>
            <a:spLocks noChangeArrowheads="1"/>
          </p:cNvSpPr>
          <p:nvPr/>
        </p:nvSpPr>
        <p:spPr bwMode="auto">
          <a:xfrm>
            <a:off x="3132000" y="41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sp>
        <p:nvSpPr>
          <p:cNvPr id="191" name="Oval 15"/>
          <p:cNvSpPr>
            <a:spLocks noChangeArrowheads="1"/>
          </p:cNvSpPr>
          <p:nvPr/>
        </p:nvSpPr>
        <p:spPr bwMode="auto">
          <a:xfrm>
            <a:off x="3132000" y="55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cxnSp>
        <p:nvCxnSpPr>
          <p:cNvPr id="195" name="AutoShape 19"/>
          <p:cNvCxnSpPr>
            <a:cxnSpLocks noChangeShapeType="1"/>
            <a:stCxn id="191" idx="7"/>
            <a:endCxn id="200" idx="3"/>
          </p:cNvCxnSpPr>
          <p:nvPr/>
        </p:nvCxnSpPr>
        <p:spPr bwMode="auto">
          <a:xfrm flipV="1">
            <a:off x="3439588" y="445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97" name="AutoShape 21"/>
          <p:cNvCxnSpPr>
            <a:cxnSpLocks noChangeShapeType="1"/>
            <a:stCxn id="190" idx="5"/>
            <a:endCxn id="201" idx="1"/>
          </p:cNvCxnSpPr>
          <p:nvPr/>
        </p:nvCxnSpPr>
        <p:spPr bwMode="auto">
          <a:xfrm>
            <a:off x="3439588" y="445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98" name="Line 22"/>
          <p:cNvSpPr>
            <a:spLocks noChangeShapeType="1"/>
          </p:cNvSpPr>
          <p:nvPr/>
        </p:nvSpPr>
        <p:spPr bwMode="auto">
          <a:xfrm>
            <a:off x="3492000" y="432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99" name="Line 23"/>
          <p:cNvSpPr>
            <a:spLocks noChangeShapeType="1"/>
          </p:cNvSpPr>
          <p:nvPr/>
        </p:nvSpPr>
        <p:spPr bwMode="auto">
          <a:xfrm flipV="1">
            <a:off x="3492000" y="576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00" name="Oval 24"/>
          <p:cNvSpPr>
            <a:spLocks noChangeArrowheads="1"/>
          </p:cNvSpPr>
          <p:nvPr/>
        </p:nvSpPr>
        <p:spPr bwMode="auto">
          <a:xfrm>
            <a:off x="4572000" y="4149000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sp>
        <p:nvSpPr>
          <p:cNvPr id="201" name="Oval 25"/>
          <p:cNvSpPr>
            <a:spLocks noChangeArrowheads="1"/>
          </p:cNvSpPr>
          <p:nvPr/>
        </p:nvSpPr>
        <p:spPr bwMode="auto">
          <a:xfrm>
            <a:off x="4572000" y="558900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cxnSp>
        <p:nvCxnSpPr>
          <p:cNvPr id="205" name="AutoShape 29"/>
          <p:cNvCxnSpPr>
            <a:cxnSpLocks noChangeShapeType="1"/>
            <a:stCxn id="201" idx="7"/>
            <a:endCxn id="210" idx="3"/>
          </p:cNvCxnSpPr>
          <p:nvPr/>
        </p:nvCxnSpPr>
        <p:spPr bwMode="auto">
          <a:xfrm flipV="1">
            <a:off x="4879589" y="445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07" name="AutoShape 31"/>
          <p:cNvCxnSpPr>
            <a:cxnSpLocks noChangeShapeType="1"/>
            <a:stCxn id="200" idx="5"/>
            <a:endCxn id="211" idx="1"/>
          </p:cNvCxnSpPr>
          <p:nvPr/>
        </p:nvCxnSpPr>
        <p:spPr bwMode="auto">
          <a:xfrm>
            <a:off x="4879589" y="445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08" name="Line 32"/>
          <p:cNvSpPr>
            <a:spLocks noChangeShapeType="1"/>
          </p:cNvSpPr>
          <p:nvPr/>
        </p:nvSpPr>
        <p:spPr bwMode="auto">
          <a:xfrm>
            <a:off x="4932000" y="432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09" name="Line 33"/>
          <p:cNvSpPr>
            <a:spLocks noChangeShapeType="1"/>
          </p:cNvSpPr>
          <p:nvPr/>
        </p:nvSpPr>
        <p:spPr bwMode="auto">
          <a:xfrm flipV="1">
            <a:off x="4932000" y="5768999"/>
            <a:ext cx="108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10" name="Oval 34"/>
          <p:cNvSpPr>
            <a:spLocks noChangeArrowheads="1"/>
          </p:cNvSpPr>
          <p:nvPr/>
        </p:nvSpPr>
        <p:spPr bwMode="auto">
          <a:xfrm>
            <a:off x="6012000" y="41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sp>
        <p:nvSpPr>
          <p:cNvPr id="211" name="Oval 35"/>
          <p:cNvSpPr>
            <a:spLocks noChangeArrowheads="1"/>
          </p:cNvSpPr>
          <p:nvPr/>
        </p:nvSpPr>
        <p:spPr bwMode="auto">
          <a:xfrm>
            <a:off x="6012000" y="55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cxnSp>
        <p:nvCxnSpPr>
          <p:cNvPr id="215" name="AutoShape 39"/>
          <p:cNvCxnSpPr>
            <a:cxnSpLocks noChangeShapeType="1"/>
            <a:stCxn id="211" idx="7"/>
            <a:endCxn id="220" idx="3"/>
          </p:cNvCxnSpPr>
          <p:nvPr/>
        </p:nvCxnSpPr>
        <p:spPr bwMode="auto">
          <a:xfrm flipV="1">
            <a:off x="6319588" y="445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17" name="AutoShape 41"/>
          <p:cNvCxnSpPr>
            <a:cxnSpLocks noChangeShapeType="1"/>
            <a:stCxn id="210" idx="5"/>
            <a:endCxn id="221" idx="1"/>
          </p:cNvCxnSpPr>
          <p:nvPr/>
        </p:nvCxnSpPr>
        <p:spPr bwMode="auto">
          <a:xfrm>
            <a:off x="6319588" y="445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18" name="Line 42"/>
          <p:cNvSpPr>
            <a:spLocks noChangeShapeType="1"/>
          </p:cNvSpPr>
          <p:nvPr/>
        </p:nvSpPr>
        <p:spPr bwMode="auto">
          <a:xfrm flipV="1">
            <a:off x="6372001" y="432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19" name="Line 43"/>
          <p:cNvSpPr>
            <a:spLocks noChangeShapeType="1"/>
          </p:cNvSpPr>
          <p:nvPr/>
        </p:nvSpPr>
        <p:spPr bwMode="auto">
          <a:xfrm flipV="1">
            <a:off x="6372001" y="5768999"/>
            <a:ext cx="1080000" cy="1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220" name="Oval 44"/>
          <p:cNvSpPr>
            <a:spLocks noChangeArrowheads="1"/>
          </p:cNvSpPr>
          <p:nvPr/>
        </p:nvSpPr>
        <p:spPr bwMode="auto">
          <a:xfrm>
            <a:off x="7452000" y="4149000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sp>
        <p:nvSpPr>
          <p:cNvPr id="221" name="Oval 45"/>
          <p:cNvSpPr>
            <a:spLocks noChangeArrowheads="1"/>
          </p:cNvSpPr>
          <p:nvPr/>
        </p:nvSpPr>
        <p:spPr bwMode="auto">
          <a:xfrm>
            <a:off x="7452000" y="5589000"/>
            <a:ext cx="360362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sp>
        <p:nvSpPr>
          <p:cNvPr id="223" name="Oval 57"/>
          <p:cNvSpPr>
            <a:spLocks noChangeArrowheads="1"/>
          </p:cNvSpPr>
          <p:nvPr/>
        </p:nvSpPr>
        <p:spPr bwMode="auto">
          <a:xfrm>
            <a:off x="8172000" y="4869000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 dirty="0"/>
          </a:p>
        </p:txBody>
      </p:sp>
      <p:cxnSp>
        <p:nvCxnSpPr>
          <p:cNvPr id="224" name="AutoShape 58"/>
          <p:cNvCxnSpPr>
            <a:cxnSpLocks noChangeShapeType="1"/>
            <a:stCxn id="221" idx="7"/>
            <a:endCxn id="223" idx="3"/>
          </p:cNvCxnSpPr>
          <p:nvPr/>
        </p:nvCxnSpPr>
        <p:spPr bwMode="auto">
          <a:xfrm flipV="1">
            <a:off x="7759588" y="517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5" name="AutoShape 59"/>
          <p:cNvCxnSpPr>
            <a:cxnSpLocks noChangeShapeType="1"/>
            <a:stCxn id="220" idx="5"/>
            <a:endCxn id="223" idx="1"/>
          </p:cNvCxnSpPr>
          <p:nvPr/>
        </p:nvCxnSpPr>
        <p:spPr bwMode="auto">
          <a:xfrm>
            <a:off x="7759588" y="445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6" name="AutoShape 60"/>
          <p:cNvCxnSpPr>
            <a:cxnSpLocks noChangeShapeType="1"/>
            <a:stCxn id="183" idx="7"/>
            <a:endCxn id="178" idx="3"/>
          </p:cNvCxnSpPr>
          <p:nvPr/>
        </p:nvCxnSpPr>
        <p:spPr bwMode="auto">
          <a:xfrm flipV="1">
            <a:off x="1279588" y="445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27" name="AutoShape 61"/>
          <p:cNvCxnSpPr>
            <a:cxnSpLocks noChangeShapeType="1"/>
            <a:stCxn id="183" idx="5"/>
            <a:endCxn id="179" idx="1"/>
          </p:cNvCxnSpPr>
          <p:nvPr/>
        </p:nvCxnSpPr>
        <p:spPr bwMode="auto">
          <a:xfrm>
            <a:off x="1279588" y="517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59" name="Text Box 201"/>
          <p:cNvSpPr txBox="1">
            <a:spLocks noChangeArrowheads="1"/>
          </p:cNvSpPr>
          <p:nvPr/>
        </p:nvSpPr>
        <p:spPr bwMode="auto">
          <a:xfrm>
            <a:off x="2232000" y="45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algn="ctr"/>
            <a:r>
              <a:rPr lang="en-US" altLang="zh-TW"/>
              <a:t>7</a:t>
            </a:r>
          </a:p>
        </p:txBody>
      </p:sp>
      <p:sp>
        <p:nvSpPr>
          <p:cNvPr id="260" name="Text Box 202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261" name="Text Box 203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262" name="Text Box 204"/>
          <p:cNvSpPr txBox="1">
            <a:spLocks noChangeArrowheads="1"/>
          </p:cNvSpPr>
          <p:nvPr/>
        </p:nvSpPr>
        <p:spPr bwMode="auto">
          <a:xfrm>
            <a:off x="6552000" y="45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263" name="Text Box 205"/>
          <p:cNvSpPr txBox="1">
            <a:spLocks noChangeArrowheads="1"/>
          </p:cNvSpPr>
          <p:nvPr/>
        </p:nvSpPr>
        <p:spPr bwMode="auto">
          <a:xfrm>
            <a:off x="7812000" y="43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algn="ctr"/>
            <a:r>
              <a:rPr lang="en-US" altLang="zh-TW" dirty="0" smtClean="0"/>
              <a:t>3</a:t>
            </a:r>
            <a:endParaRPr lang="en-US" altLang="zh-TW" dirty="0"/>
          </a:p>
        </p:txBody>
      </p:sp>
      <p:sp>
        <p:nvSpPr>
          <p:cNvPr id="264" name="Text Box 206"/>
          <p:cNvSpPr txBox="1">
            <a:spLocks noChangeArrowheads="1"/>
          </p:cNvSpPr>
          <p:nvPr/>
        </p:nvSpPr>
        <p:spPr bwMode="auto">
          <a:xfrm>
            <a:off x="2232000" y="522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/>
          <a:lstStyle/>
          <a:p>
            <a:pPr algn="ctr"/>
            <a:r>
              <a:rPr lang="en-US" altLang="zh-TW"/>
              <a:t>11</a:t>
            </a:r>
          </a:p>
        </p:txBody>
      </p:sp>
      <p:sp>
        <p:nvSpPr>
          <p:cNvPr id="265" name="Text Box 207"/>
          <p:cNvSpPr txBox="1">
            <a:spLocks noChangeArrowheads="1"/>
          </p:cNvSpPr>
          <p:nvPr/>
        </p:nvSpPr>
        <p:spPr bwMode="auto">
          <a:xfrm>
            <a:off x="3672000" y="522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266" name="Text Box 208"/>
          <p:cNvSpPr txBox="1">
            <a:spLocks noChangeArrowheads="1"/>
          </p:cNvSpPr>
          <p:nvPr/>
        </p:nvSpPr>
        <p:spPr bwMode="auto">
          <a:xfrm>
            <a:off x="5112000" y="522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67" name="Text Box 209"/>
          <p:cNvSpPr txBox="1">
            <a:spLocks noChangeArrowheads="1"/>
          </p:cNvSpPr>
          <p:nvPr/>
        </p:nvSpPr>
        <p:spPr bwMode="auto">
          <a:xfrm>
            <a:off x="6552000" y="522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/>
          <a:lstStyle/>
          <a:p>
            <a:pPr algn="ctr"/>
            <a:r>
              <a:rPr lang="en-US" altLang="zh-TW"/>
              <a:t>10</a:t>
            </a:r>
          </a:p>
        </p:txBody>
      </p:sp>
      <p:sp>
        <p:nvSpPr>
          <p:cNvPr id="268" name="Text Box 210"/>
          <p:cNvSpPr txBox="1">
            <a:spLocks noChangeArrowheads="1"/>
          </p:cNvSpPr>
          <p:nvPr/>
        </p:nvSpPr>
        <p:spPr bwMode="auto">
          <a:xfrm>
            <a:off x="781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algn="ctr"/>
            <a:r>
              <a:rPr lang="en-US" altLang="zh-TW" dirty="0" smtClean="0"/>
              <a:t>2</a:t>
            </a:r>
            <a:endParaRPr lang="en-US" altLang="zh-TW" dirty="0"/>
          </a:p>
        </p:txBody>
      </p:sp>
      <p:sp>
        <p:nvSpPr>
          <p:cNvPr id="269" name="Text Box 189"/>
          <p:cNvSpPr txBox="1">
            <a:spLocks noChangeArrowheads="1"/>
          </p:cNvSpPr>
          <p:nvPr/>
        </p:nvSpPr>
        <p:spPr bwMode="auto">
          <a:xfrm>
            <a:off x="1152000" y="43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 dirty="0"/>
              <a:t>9</a:t>
            </a:r>
          </a:p>
        </p:txBody>
      </p:sp>
      <p:sp>
        <p:nvSpPr>
          <p:cNvPr id="270" name="Text Box 190"/>
          <p:cNvSpPr txBox="1">
            <a:spLocks noChangeArrowheads="1"/>
          </p:cNvSpPr>
          <p:nvPr/>
        </p:nvSpPr>
        <p:spPr bwMode="auto">
          <a:xfrm>
            <a:off x="115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08000" bIns="0" anchor="ctr"/>
          <a:lstStyle/>
          <a:p>
            <a:pPr algn="ctr"/>
            <a:r>
              <a:rPr lang="en-US" altLang="zh-TW"/>
              <a:t>12</a:t>
            </a:r>
          </a:p>
        </p:txBody>
      </p:sp>
      <p:sp>
        <p:nvSpPr>
          <p:cNvPr id="271" name="Text Box 191"/>
          <p:cNvSpPr txBox="1">
            <a:spLocks noChangeArrowheads="1"/>
          </p:cNvSpPr>
          <p:nvPr/>
        </p:nvSpPr>
        <p:spPr bwMode="auto">
          <a:xfrm>
            <a:off x="2411999" y="39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272" name="Text Box 192"/>
          <p:cNvSpPr txBox="1">
            <a:spLocks noChangeArrowheads="1"/>
          </p:cNvSpPr>
          <p:nvPr/>
        </p:nvSpPr>
        <p:spPr bwMode="auto">
          <a:xfrm>
            <a:off x="3852000" y="39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273" name="Text Box 193"/>
          <p:cNvSpPr txBox="1">
            <a:spLocks noChangeArrowheads="1"/>
          </p:cNvSpPr>
          <p:nvPr/>
        </p:nvSpPr>
        <p:spPr bwMode="auto">
          <a:xfrm>
            <a:off x="5292000" y="39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274" name="Text Box 194"/>
          <p:cNvSpPr txBox="1">
            <a:spLocks noChangeArrowheads="1"/>
          </p:cNvSpPr>
          <p:nvPr/>
        </p:nvSpPr>
        <p:spPr bwMode="auto">
          <a:xfrm>
            <a:off x="6732000" y="39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8</a:t>
            </a:r>
          </a:p>
        </p:txBody>
      </p:sp>
      <p:sp>
        <p:nvSpPr>
          <p:cNvPr id="275" name="Text Box 196"/>
          <p:cNvSpPr txBox="1">
            <a:spLocks noChangeArrowheads="1"/>
          </p:cNvSpPr>
          <p:nvPr/>
        </p:nvSpPr>
        <p:spPr bwMode="auto">
          <a:xfrm>
            <a:off x="2411999" y="57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5</a:t>
            </a:r>
          </a:p>
        </p:txBody>
      </p:sp>
      <p:sp>
        <p:nvSpPr>
          <p:cNvPr id="276" name="Text Box 197"/>
          <p:cNvSpPr txBox="1">
            <a:spLocks noChangeArrowheads="1"/>
          </p:cNvSpPr>
          <p:nvPr/>
        </p:nvSpPr>
        <p:spPr bwMode="auto">
          <a:xfrm>
            <a:off x="3852000" y="57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6</a:t>
            </a:r>
          </a:p>
        </p:txBody>
      </p:sp>
      <p:sp>
        <p:nvSpPr>
          <p:cNvPr id="277" name="Text Box 198"/>
          <p:cNvSpPr txBox="1">
            <a:spLocks noChangeArrowheads="1"/>
          </p:cNvSpPr>
          <p:nvPr/>
        </p:nvSpPr>
        <p:spPr bwMode="auto">
          <a:xfrm>
            <a:off x="5292000" y="57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4</a:t>
            </a:r>
          </a:p>
        </p:txBody>
      </p:sp>
      <p:sp>
        <p:nvSpPr>
          <p:cNvPr id="278" name="Text Box 199"/>
          <p:cNvSpPr txBox="1">
            <a:spLocks noChangeArrowheads="1"/>
          </p:cNvSpPr>
          <p:nvPr/>
        </p:nvSpPr>
        <p:spPr bwMode="auto">
          <a:xfrm>
            <a:off x="6732000" y="576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altLang="zh-TW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5628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Oval 78"/>
          <p:cNvSpPr>
            <a:spLocks noChangeArrowheads="1"/>
          </p:cNvSpPr>
          <p:nvPr/>
        </p:nvSpPr>
        <p:spPr bwMode="auto">
          <a:xfrm>
            <a:off x="1511609" y="1268724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1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119811" name="Oval 79"/>
          <p:cNvSpPr>
            <a:spLocks noChangeArrowheads="1"/>
          </p:cNvSpPr>
          <p:nvPr/>
        </p:nvSpPr>
        <p:spPr bwMode="auto">
          <a:xfrm>
            <a:off x="1511609" y="2708908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2</a:t>
            </a:r>
            <a:endParaRPr lang="en-US" altLang="zh-TW" dirty="0">
              <a:sym typeface="Symbol" pitchFamily="18" charset="2"/>
            </a:endParaRPr>
          </a:p>
        </p:txBody>
      </p:sp>
      <p:cxnSp>
        <p:nvCxnSpPr>
          <p:cNvPr id="119812" name="AutoShape 81"/>
          <p:cNvCxnSpPr>
            <a:cxnSpLocks noChangeShapeType="1"/>
            <a:stCxn id="119811" idx="7"/>
            <a:endCxn id="119816" idx="3"/>
          </p:cNvCxnSpPr>
          <p:nvPr/>
        </p:nvCxnSpPr>
        <p:spPr bwMode="auto">
          <a:xfrm flipV="1">
            <a:off x="1819198" y="1576312"/>
            <a:ext cx="1185369" cy="118537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arrow" w="lg" len="lg"/>
          </a:ln>
        </p:spPr>
      </p:cxnSp>
      <p:cxnSp>
        <p:nvCxnSpPr>
          <p:cNvPr id="119813" name="AutoShape 82"/>
          <p:cNvCxnSpPr>
            <a:cxnSpLocks noChangeShapeType="1"/>
            <a:stCxn id="119810" idx="5"/>
            <a:endCxn id="119817" idx="1"/>
          </p:cNvCxnSpPr>
          <p:nvPr/>
        </p:nvCxnSpPr>
        <p:spPr bwMode="auto">
          <a:xfrm>
            <a:off x="1819198" y="1576312"/>
            <a:ext cx="1185369" cy="1185370"/>
          </a:xfrm>
          <a:prstGeom prst="straightConnector1">
            <a:avLst/>
          </a:prstGeom>
          <a:noFill/>
          <a:ln w="19050">
            <a:solidFill>
              <a:srgbClr val="008000"/>
            </a:solidFill>
            <a:miter lim="800000"/>
            <a:headEnd/>
            <a:tailEnd type="arrow" w="lg" len="lg"/>
          </a:ln>
        </p:spPr>
      </p:cxnSp>
      <p:sp>
        <p:nvSpPr>
          <p:cNvPr id="119816" name="Oval 85"/>
          <p:cNvSpPr>
            <a:spLocks noChangeArrowheads="1"/>
          </p:cNvSpPr>
          <p:nvPr/>
        </p:nvSpPr>
        <p:spPr bwMode="auto">
          <a:xfrm>
            <a:off x="2951793" y="1268724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3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119817" name="Oval 86"/>
          <p:cNvSpPr>
            <a:spLocks noChangeArrowheads="1"/>
          </p:cNvSpPr>
          <p:nvPr/>
        </p:nvSpPr>
        <p:spPr bwMode="auto">
          <a:xfrm>
            <a:off x="2951793" y="2708908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4</a:t>
            </a:r>
            <a:endParaRPr lang="en-US" altLang="zh-TW" dirty="0">
              <a:sym typeface="Symbol" pitchFamily="18" charset="2"/>
            </a:endParaRPr>
          </a:p>
        </p:txBody>
      </p:sp>
      <p:cxnSp>
        <p:nvCxnSpPr>
          <p:cNvPr id="119818" name="AutoShape 87"/>
          <p:cNvCxnSpPr>
            <a:cxnSpLocks noChangeShapeType="1"/>
            <a:stCxn id="119817" idx="7"/>
            <a:endCxn id="119822" idx="3"/>
          </p:cNvCxnSpPr>
          <p:nvPr/>
        </p:nvCxnSpPr>
        <p:spPr bwMode="auto">
          <a:xfrm flipV="1">
            <a:off x="3259382" y="1576312"/>
            <a:ext cx="1185369" cy="118537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arrow" w="lg" len="lg"/>
          </a:ln>
        </p:spPr>
      </p:cxnSp>
      <p:cxnSp>
        <p:nvCxnSpPr>
          <p:cNvPr id="119819" name="AutoShape 88"/>
          <p:cNvCxnSpPr>
            <a:cxnSpLocks noChangeShapeType="1"/>
            <a:stCxn id="119816" idx="5"/>
            <a:endCxn id="119823" idx="1"/>
          </p:cNvCxnSpPr>
          <p:nvPr/>
        </p:nvCxnSpPr>
        <p:spPr bwMode="auto">
          <a:xfrm>
            <a:off x="3259382" y="1576312"/>
            <a:ext cx="1185369" cy="1185370"/>
          </a:xfrm>
          <a:prstGeom prst="straightConnector1">
            <a:avLst/>
          </a:prstGeom>
          <a:noFill/>
          <a:ln w="19050">
            <a:solidFill>
              <a:srgbClr val="008000"/>
            </a:solidFill>
            <a:miter lim="800000"/>
            <a:headEnd/>
            <a:tailEnd type="arrow" w="lg" len="lg"/>
          </a:ln>
        </p:spPr>
      </p:cxnSp>
      <p:sp>
        <p:nvSpPr>
          <p:cNvPr id="119822" name="Oval 91"/>
          <p:cNvSpPr>
            <a:spLocks noChangeArrowheads="1"/>
          </p:cNvSpPr>
          <p:nvPr/>
        </p:nvSpPr>
        <p:spPr bwMode="auto">
          <a:xfrm>
            <a:off x="4391977" y="1268724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5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119823" name="Oval 92"/>
          <p:cNvSpPr>
            <a:spLocks noChangeArrowheads="1"/>
          </p:cNvSpPr>
          <p:nvPr/>
        </p:nvSpPr>
        <p:spPr bwMode="auto">
          <a:xfrm>
            <a:off x="4391977" y="2708908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6</a:t>
            </a:r>
            <a:endParaRPr lang="en-US" altLang="zh-TW" dirty="0"/>
          </a:p>
        </p:txBody>
      </p:sp>
      <p:cxnSp>
        <p:nvCxnSpPr>
          <p:cNvPr id="119824" name="AutoShape 93"/>
          <p:cNvCxnSpPr>
            <a:cxnSpLocks noChangeShapeType="1"/>
            <a:stCxn id="119823" idx="7"/>
            <a:endCxn id="119828" idx="3"/>
          </p:cNvCxnSpPr>
          <p:nvPr/>
        </p:nvCxnSpPr>
        <p:spPr bwMode="auto">
          <a:xfrm flipV="1">
            <a:off x="4699566" y="1576312"/>
            <a:ext cx="1185369" cy="118537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arrow" w="lg" len="lg"/>
          </a:ln>
        </p:spPr>
      </p:cxnSp>
      <p:cxnSp>
        <p:nvCxnSpPr>
          <p:cNvPr id="119825" name="AutoShape 94"/>
          <p:cNvCxnSpPr>
            <a:cxnSpLocks noChangeShapeType="1"/>
            <a:stCxn id="119822" idx="5"/>
            <a:endCxn id="119829" idx="1"/>
          </p:cNvCxnSpPr>
          <p:nvPr/>
        </p:nvCxnSpPr>
        <p:spPr bwMode="auto">
          <a:xfrm>
            <a:off x="4699566" y="1576312"/>
            <a:ext cx="1185369" cy="1185370"/>
          </a:xfrm>
          <a:prstGeom prst="straightConnector1">
            <a:avLst/>
          </a:prstGeom>
          <a:noFill/>
          <a:ln w="19050">
            <a:solidFill>
              <a:srgbClr val="008000"/>
            </a:solidFill>
            <a:miter lim="800000"/>
            <a:headEnd/>
            <a:tailEnd type="arrow" w="lg" len="lg"/>
          </a:ln>
        </p:spPr>
      </p:cxnSp>
      <p:sp>
        <p:nvSpPr>
          <p:cNvPr id="119828" name="Oval 97"/>
          <p:cNvSpPr>
            <a:spLocks noChangeArrowheads="1"/>
          </p:cNvSpPr>
          <p:nvPr/>
        </p:nvSpPr>
        <p:spPr bwMode="auto">
          <a:xfrm>
            <a:off x="5832161" y="1268724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7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119829" name="Oval 98"/>
          <p:cNvSpPr>
            <a:spLocks noChangeArrowheads="1"/>
          </p:cNvSpPr>
          <p:nvPr/>
        </p:nvSpPr>
        <p:spPr bwMode="auto">
          <a:xfrm>
            <a:off x="5832161" y="2708908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8</a:t>
            </a:r>
            <a:endParaRPr lang="en-US" altLang="zh-TW" dirty="0">
              <a:sym typeface="Symbol" pitchFamily="18" charset="2"/>
            </a:endParaRPr>
          </a:p>
        </p:txBody>
      </p:sp>
      <p:cxnSp>
        <p:nvCxnSpPr>
          <p:cNvPr id="119830" name="AutoShape 99"/>
          <p:cNvCxnSpPr>
            <a:cxnSpLocks noChangeShapeType="1"/>
            <a:stCxn id="119829" idx="7"/>
            <a:endCxn id="119834" idx="3"/>
          </p:cNvCxnSpPr>
          <p:nvPr/>
        </p:nvCxnSpPr>
        <p:spPr bwMode="auto">
          <a:xfrm flipV="1">
            <a:off x="6139749" y="1576312"/>
            <a:ext cx="1185370" cy="118537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arrow" w="lg" len="lg"/>
          </a:ln>
        </p:spPr>
      </p:cxnSp>
      <p:cxnSp>
        <p:nvCxnSpPr>
          <p:cNvPr id="119831" name="AutoShape 100"/>
          <p:cNvCxnSpPr>
            <a:cxnSpLocks noChangeShapeType="1"/>
            <a:stCxn id="119828" idx="5"/>
            <a:endCxn id="119835" idx="1"/>
          </p:cNvCxnSpPr>
          <p:nvPr/>
        </p:nvCxnSpPr>
        <p:spPr bwMode="auto">
          <a:xfrm>
            <a:off x="6139749" y="1576312"/>
            <a:ext cx="1185370" cy="1185370"/>
          </a:xfrm>
          <a:prstGeom prst="straightConnector1">
            <a:avLst/>
          </a:prstGeom>
          <a:noFill/>
          <a:ln w="19050">
            <a:solidFill>
              <a:srgbClr val="008000"/>
            </a:solidFill>
            <a:miter lim="800000"/>
            <a:headEnd/>
            <a:tailEnd type="arrow" w="lg" len="lg"/>
          </a:ln>
        </p:spPr>
      </p:cxnSp>
      <p:sp>
        <p:nvSpPr>
          <p:cNvPr id="119834" name="Oval 103"/>
          <p:cNvSpPr>
            <a:spLocks noChangeArrowheads="1"/>
          </p:cNvSpPr>
          <p:nvPr/>
        </p:nvSpPr>
        <p:spPr bwMode="auto">
          <a:xfrm>
            <a:off x="7272345" y="1268724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9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119835" name="Oval 104"/>
          <p:cNvSpPr>
            <a:spLocks noChangeArrowheads="1"/>
          </p:cNvSpPr>
          <p:nvPr/>
        </p:nvSpPr>
        <p:spPr bwMode="auto">
          <a:xfrm>
            <a:off x="7272345" y="2708908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smtClean="0">
                <a:sym typeface="Symbol" pitchFamily="18" charset="2"/>
              </a:rPr>
              <a:t>10</a:t>
            </a:r>
            <a:endParaRPr lang="en-US" altLang="zh-TW" sz="1800" dirty="0">
              <a:sym typeface="Symbol" pitchFamily="18" charset="2"/>
            </a:endParaRPr>
          </a:p>
        </p:txBody>
      </p:sp>
      <p:sp>
        <p:nvSpPr>
          <p:cNvPr id="119842" name="Oval 111"/>
          <p:cNvSpPr>
            <a:spLocks noChangeArrowheads="1"/>
          </p:cNvSpPr>
          <p:nvPr/>
        </p:nvSpPr>
        <p:spPr bwMode="auto">
          <a:xfrm>
            <a:off x="7983057" y="1988816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smtClean="0">
                <a:sym typeface="Symbol" pitchFamily="18" charset="2"/>
              </a:rPr>
              <a:t>11</a:t>
            </a:r>
            <a:endParaRPr lang="en-US" altLang="zh-TW" sz="1800" dirty="0">
              <a:sym typeface="Symbol" pitchFamily="18" charset="2"/>
            </a:endParaRPr>
          </a:p>
        </p:txBody>
      </p:sp>
      <p:cxnSp>
        <p:nvCxnSpPr>
          <p:cNvPr id="119843" name="AutoShape 112"/>
          <p:cNvCxnSpPr>
            <a:cxnSpLocks noChangeShapeType="1"/>
            <a:stCxn id="119835" idx="7"/>
            <a:endCxn id="119842" idx="3"/>
          </p:cNvCxnSpPr>
          <p:nvPr/>
        </p:nvCxnSpPr>
        <p:spPr bwMode="auto">
          <a:xfrm flipV="1">
            <a:off x="7579933" y="2296405"/>
            <a:ext cx="455898" cy="46527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9844" name="AutoShape 113"/>
          <p:cNvCxnSpPr>
            <a:cxnSpLocks noChangeShapeType="1"/>
            <a:stCxn id="119834" idx="5"/>
            <a:endCxn id="119842" idx="1"/>
          </p:cNvCxnSpPr>
          <p:nvPr/>
        </p:nvCxnSpPr>
        <p:spPr bwMode="auto">
          <a:xfrm>
            <a:off x="7579933" y="1576312"/>
            <a:ext cx="455898" cy="465278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9845" name="AutoShape 114"/>
          <p:cNvCxnSpPr>
            <a:cxnSpLocks noChangeShapeType="1"/>
            <a:stCxn id="119871" idx="7"/>
            <a:endCxn id="119810" idx="3"/>
          </p:cNvCxnSpPr>
          <p:nvPr/>
        </p:nvCxnSpPr>
        <p:spPr bwMode="auto">
          <a:xfrm flipV="1">
            <a:off x="1099105" y="1576312"/>
            <a:ext cx="465278" cy="465278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9846" name="AutoShape 115"/>
          <p:cNvCxnSpPr>
            <a:cxnSpLocks noChangeShapeType="1"/>
            <a:stCxn id="119871" idx="5"/>
            <a:endCxn id="119811" idx="1"/>
          </p:cNvCxnSpPr>
          <p:nvPr/>
        </p:nvCxnSpPr>
        <p:spPr bwMode="auto">
          <a:xfrm>
            <a:off x="1099105" y="2296405"/>
            <a:ext cx="465278" cy="46527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19847" name="Text Box 128"/>
          <p:cNvSpPr txBox="1">
            <a:spLocks noChangeArrowheads="1"/>
          </p:cNvSpPr>
          <p:nvPr/>
        </p:nvSpPr>
        <p:spPr bwMode="auto">
          <a:xfrm>
            <a:off x="972000" y="1449000"/>
            <a:ext cx="540000" cy="539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119848" name="Text Box 129"/>
          <p:cNvSpPr txBox="1">
            <a:spLocks noChangeArrowheads="1"/>
          </p:cNvSpPr>
          <p:nvPr/>
        </p:nvSpPr>
        <p:spPr bwMode="auto">
          <a:xfrm>
            <a:off x="972000" y="2349000"/>
            <a:ext cx="540000" cy="540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144000" bIns="0" anchor="ctr" anchorCtr="1"/>
          <a:lstStyle/>
          <a:p>
            <a:pPr algn="ctr"/>
            <a:r>
              <a:rPr lang="en-US" altLang="zh-TW" dirty="0"/>
              <a:t>12</a:t>
            </a:r>
          </a:p>
        </p:txBody>
      </p:sp>
      <p:sp>
        <p:nvSpPr>
          <p:cNvPr id="119849" name="Text Box 130"/>
          <p:cNvSpPr txBox="1">
            <a:spLocks noChangeArrowheads="1"/>
          </p:cNvSpPr>
          <p:nvPr/>
        </p:nvSpPr>
        <p:spPr bwMode="auto">
          <a:xfrm>
            <a:off x="2231701" y="10887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119850" name="Text Box 131"/>
          <p:cNvSpPr txBox="1">
            <a:spLocks noChangeArrowheads="1"/>
          </p:cNvSpPr>
          <p:nvPr/>
        </p:nvSpPr>
        <p:spPr bwMode="auto">
          <a:xfrm>
            <a:off x="3671885" y="10887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119851" name="Text Box 132"/>
          <p:cNvSpPr txBox="1">
            <a:spLocks noChangeArrowheads="1"/>
          </p:cNvSpPr>
          <p:nvPr/>
        </p:nvSpPr>
        <p:spPr bwMode="auto">
          <a:xfrm>
            <a:off x="5112069" y="10887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119852" name="Text Box 133"/>
          <p:cNvSpPr txBox="1">
            <a:spLocks noChangeArrowheads="1"/>
          </p:cNvSpPr>
          <p:nvPr/>
        </p:nvSpPr>
        <p:spPr bwMode="auto">
          <a:xfrm>
            <a:off x="6552253" y="10887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19854" name="Text Box 135"/>
          <p:cNvSpPr txBox="1">
            <a:spLocks noChangeArrowheads="1"/>
          </p:cNvSpPr>
          <p:nvPr/>
        </p:nvSpPr>
        <p:spPr bwMode="auto">
          <a:xfrm>
            <a:off x="2231701" y="288893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9855" name="Text Box 136"/>
          <p:cNvSpPr txBox="1">
            <a:spLocks noChangeArrowheads="1"/>
          </p:cNvSpPr>
          <p:nvPr/>
        </p:nvSpPr>
        <p:spPr bwMode="auto">
          <a:xfrm>
            <a:off x="3671885" y="288893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19856" name="Text Box 137"/>
          <p:cNvSpPr txBox="1">
            <a:spLocks noChangeArrowheads="1"/>
          </p:cNvSpPr>
          <p:nvPr/>
        </p:nvSpPr>
        <p:spPr bwMode="auto">
          <a:xfrm>
            <a:off x="5112069" y="288893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19857" name="Text Box 138"/>
          <p:cNvSpPr txBox="1">
            <a:spLocks noChangeArrowheads="1"/>
          </p:cNvSpPr>
          <p:nvPr/>
        </p:nvSpPr>
        <p:spPr bwMode="auto">
          <a:xfrm>
            <a:off x="6552253" y="288893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9859" name="Text Box 140"/>
          <p:cNvSpPr txBox="1">
            <a:spLocks noChangeArrowheads="1"/>
          </p:cNvSpPr>
          <p:nvPr/>
        </p:nvSpPr>
        <p:spPr bwMode="auto">
          <a:xfrm>
            <a:off x="1691632" y="1808793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7</a:t>
            </a:r>
          </a:p>
        </p:txBody>
      </p:sp>
      <p:sp>
        <p:nvSpPr>
          <p:cNvPr id="119860" name="Text Box 141"/>
          <p:cNvSpPr txBox="1">
            <a:spLocks noChangeArrowheads="1"/>
          </p:cNvSpPr>
          <p:nvPr/>
        </p:nvSpPr>
        <p:spPr bwMode="auto">
          <a:xfrm>
            <a:off x="3131816" y="1808793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9</a:t>
            </a:r>
          </a:p>
        </p:txBody>
      </p:sp>
      <p:sp>
        <p:nvSpPr>
          <p:cNvPr id="119861" name="Text Box 142"/>
          <p:cNvSpPr txBox="1">
            <a:spLocks noChangeArrowheads="1"/>
          </p:cNvSpPr>
          <p:nvPr/>
        </p:nvSpPr>
        <p:spPr bwMode="auto">
          <a:xfrm>
            <a:off x="4572000" y="1808793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5</a:t>
            </a:r>
          </a:p>
        </p:txBody>
      </p:sp>
      <p:sp>
        <p:nvSpPr>
          <p:cNvPr id="119862" name="Text Box 143"/>
          <p:cNvSpPr txBox="1">
            <a:spLocks noChangeArrowheads="1"/>
          </p:cNvSpPr>
          <p:nvPr/>
        </p:nvSpPr>
        <p:spPr bwMode="auto">
          <a:xfrm>
            <a:off x="6012184" y="1808793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0800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8</a:t>
            </a:r>
          </a:p>
        </p:txBody>
      </p:sp>
      <p:sp>
        <p:nvSpPr>
          <p:cNvPr id="119864" name="Text Box 145"/>
          <p:cNvSpPr txBox="1">
            <a:spLocks noChangeArrowheads="1"/>
          </p:cNvSpPr>
          <p:nvPr/>
        </p:nvSpPr>
        <p:spPr bwMode="auto">
          <a:xfrm>
            <a:off x="1691632" y="2168839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0" bIns="0" anchor="ctr" anchorCtr="1"/>
          <a:lstStyle/>
          <a:p>
            <a:pPr algn="ctr"/>
            <a:r>
              <a:rPr lang="en-US" altLang="zh-TW" dirty="0">
                <a:solidFill>
                  <a:srgbClr val="FFC000"/>
                </a:solidFill>
              </a:rPr>
              <a:t>11</a:t>
            </a:r>
          </a:p>
        </p:txBody>
      </p:sp>
      <p:sp>
        <p:nvSpPr>
          <p:cNvPr id="119865" name="Text Box 146"/>
          <p:cNvSpPr txBox="1">
            <a:spLocks noChangeArrowheads="1"/>
          </p:cNvSpPr>
          <p:nvPr/>
        </p:nvSpPr>
        <p:spPr bwMode="auto">
          <a:xfrm>
            <a:off x="3131816" y="2168839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08000" rIns="0" bIns="0" anchor="ctr" anchorCtr="1"/>
          <a:lstStyle/>
          <a:p>
            <a:pPr algn="ctr"/>
            <a:r>
              <a:rPr lang="en-US" altLang="zh-TW">
                <a:solidFill>
                  <a:srgbClr val="FFC000"/>
                </a:solidFill>
              </a:rPr>
              <a:t>4</a:t>
            </a:r>
          </a:p>
        </p:txBody>
      </p:sp>
      <p:sp>
        <p:nvSpPr>
          <p:cNvPr id="119866" name="Text Box 147"/>
          <p:cNvSpPr txBox="1">
            <a:spLocks noChangeArrowheads="1"/>
          </p:cNvSpPr>
          <p:nvPr/>
        </p:nvSpPr>
        <p:spPr bwMode="auto">
          <a:xfrm>
            <a:off x="4572000" y="2168839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108000" rIns="0" bIns="0" anchor="ctr" anchorCtr="1"/>
          <a:lstStyle/>
          <a:p>
            <a:pPr algn="ctr"/>
            <a:r>
              <a:rPr lang="en-US" altLang="zh-TW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119867" name="Text Box 148"/>
          <p:cNvSpPr txBox="1">
            <a:spLocks noChangeArrowheads="1"/>
          </p:cNvSpPr>
          <p:nvPr/>
        </p:nvSpPr>
        <p:spPr bwMode="auto">
          <a:xfrm>
            <a:off x="6012184" y="2168839"/>
            <a:ext cx="54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0" bIns="0" anchor="ctr" anchorCtr="1"/>
          <a:lstStyle/>
          <a:p>
            <a:pPr algn="ctr"/>
            <a:r>
              <a:rPr lang="en-US" altLang="zh-TW">
                <a:solidFill>
                  <a:srgbClr val="FFC000"/>
                </a:solidFill>
              </a:rPr>
              <a:t>10</a:t>
            </a:r>
          </a:p>
        </p:txBody>
      </p:sp>
      <p:sp>
        <p:nvSpPr>
          <p:cNvPr id="119869" name="Text Box 150"/>
          <p:cNvSpPr txBox="1">
            <a:spLocks noChangeArrowheads="1"/>
          </p:cNvSpPr>
          <p:nvPr/>
        </p:nvSpPr>
        <p:spPr bwMode="auto">
          <a:xfrm>
            <a:off x="76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 anchorCtr="1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119870" name="Text Box 151"/>
          <p:cNvSpPr txBox="1">
            <a:spLocks noChangeArrowheads="1"/>
          </p:cNvSpPr>
          <p:nvPr/>
        </p:nvSpPr>
        <p:spPr bwMode="auto">
          <a:xfrm>
            <a:off x="7632000" y="23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 anchorCtr="1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119871" name="Oval 153"/>
          <p:cNvSpPr>
            <a:spLocks noChangeArrowheads="1"/>
          </p:cNvSpPr>
          <p:nvPr/>
        </p:nvSpPr>
        <p:spPr bwMode="auto">
          <a:xfrm>
            <a:off x="791517" y="1988816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0</a:t>
            </a:r>
            <a:endParaRPr lang="en-US" altLang="zh-TW" dirty="0">
              <a:sym typeface="Symbol" pitchFamily="18" charset="2"/>
            </a:endParaRPr>
          </a:p>
        </p:txBody>
      </p:sp>
      <p:cxnSp>
        <p:nvCxnSpPr>
          <p:cNvPr id="113" name="AutoShape 82"/>
          <p:cNvCxnSpPr>
            <a:cxnSpLocks noChangeShapeType="1"/>
            <a:stCxn id="119810" idx="6"/>
            <a:endCxn id="119816" idx="2"/>
          </p:cNvCxnSpPr>
          <p:nvPr/>
        </p:nvCxnSpPr>
        <p:spPr bwMode="auto">
          <a:xfrm>
            <a:off x="1871972" y="1448905"/>
            <a:ext cx="1079821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117" name="AutoShape 82"/>
          <p:cNvCxnSpPr>
            <a:cxnSpLocks noChangeShapeType="1"/>
            <a:stCxn id="119816" idx="6"/>
            <a:endCxn id="119822" idx="2"/>
          </p:cNvCxnSpPr>
          <p:nvPr/>
        </p:nvCxnSpPr>
        <p:spPr bwMode="auto">
          <a:xfrm>
            <a:off x="3312156" y="1448905"/>
            <a:ext cx="1079821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120" name="AutoShape 82"/>
          <p:cNvCxnSpPr>
            <a:cxnSpLocks noChangeShapeType="1"/>
            <a:stCxn id="119822" idx="6"/>
            <a:endCxn id="119828" idx="2"/>
          </p:cNvCxnSpPr>
          <p:nvPr/>
        </p:nvCxnSpPr>
        <p:spPr bwMode="auto">
          <a:xfrm>
            <a:off x="4752340" y="1448905"/>
            <a:ext cx="1079821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123" name="AutoShape 82"/>
          <p:cNvCxnSpPr>
            <a:cxnSpLocks noChangeShapeType="1"/>
            <a:stCxn id="119828" idx="6"/>
            <a:endCxn id="119834" idx="2"/>
          </p:cNvCxnSpPr>
          <p:nvPr/>
        </p:nvCxnSpPr>
        <p:spPr bwMode="auto">
          <a:xfrm>
            <a:off x="6192523" y="1448905"/>
            <a:ext cx="1079822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129" name="AutoShape 82"/>
          <p:cNvCxnSpPr>
            <a:cxnSpLocks noChangeShapeType="1"/>
            <a:stCxn id="119823" idx="6"/>
            <a:endCxn id="119829" idx="2"/>
          </p:cNvCxnSpPr>
          <p:nvPr/>
        </p:nvCxnSpPr>
        <p:spPr bwMode="auto">
          <a:xfrm>
            <a:off x="4752340" y="2889089"/>
            <a:ext cx="1079821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132" name="AutoShape 82"/>
          <p:cNvCxnSpPr>
            <a:cxnSpLocks noChangeShapeType="1"/>
            <a:stCxn id="119817" idx="6"/>
            <a:endCxn id="119823" idx="2"/>
          </p:cNvCxnSpPr>
          <p:nvPr/>
        </p:nvCxnSpPr>
        <p:spPr bwMode="auto">
          <a:xfrm>
            <a:off x="3312156" y="2889089"/>
            <a:ext cx="1079821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135" name="AutoShape 82"/>
          <p:cNvCxnSpPr>
            <a:cxnSpLocks noChangeShapeType="1"/>
            <a:stCxn id="119811" idx="6"/>
            <a:endCxn id="119817" idx="2"/>
          </p:cNvCxnSpPr>
          <p:nvPr/>
        </p:nvCxnSpPr>
        <p:spPr bwMode="auto">
          <a:xfrm>
            <a:off x="1871972" y="2889089"/>
            <a:ext cx="1079821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138" name="AutoShape 82"/>
          <p:cNvCxnSpPr>
            <a:cxnSpLocks noChangeShapeType="1"/>
            <a:stCxn id="119829" idx="6"/>
            <a:endCxn id="119835" idx="2"/>
          </p:cNvCxnSpPr>
          <p:nvPr/>
        </p:nvCxnSpPr>
        <p:spPr bwMode="auto">
          <a:xfrm>
            <a:off x="6192523" y="2889089"/>
            <a:ext cx="1079822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sp>
        <p:nvSpPr>
          <p:cNvPr id="66" name="Oval 78"/>
          <p:cNvSpPr>
            <a:spLocks noChangeArrowheads="1"/>
          </p:cNvSpPr>
          <p:nvPr/>
        </p:nvSpPr>
        <p:spPr bwMode="auto">
          <a:xfrm>
            <a:off x="1151563" y="4689161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1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67" name="Oval 79"/>
          <p:cNvSpPr>
            <a:spLocks noChangeArrowheads="1"/>
          </p:cNvSpPr>
          <p:nvPr/>
        </p:nvSpPr>
        <p:spPr bwMode="auto">
          <a:xfrm>
            <a:off x="1871655" y="4689161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2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68" name="Oval 85"/>
          <p:cNvSpPr>
            <a:spLocks noChangeArrowheads="1"/>
          </p:cNvSpPr>
          <p:nvPr/>
        </p:nvSpPr>
        <p:spPr bwMode="auto">
          <a:xfrm>
            <a:off x="2591747" y="4689161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3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69" name="Oval 86"/>
          <p:cNvSpPr>
            <a:spLocks noChangeArrowheads="1"/>
          </p:cNvSpPr>
          <p:nvPr/>
        </p:nvSpPr>
        <p:spPr bwMode="auto">
          <a:xfrm>
            <a:off x="3311839" y="4689161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4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70" name="Oval 91"/>
          <p:cNvSpPr>
            <a:spLocks noChangeArrowheads="1"/>
          </p:cNvSpPr>
          <p:nvPr/>
        </p:nvSpPr>
        <p:spPr bwMode="auto">
          <a:xfrm>
            <a:off x="4031931" y="4689161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5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71" name="Oval 92"/>
          <p:cNvSpPr>
            <a:spLocks noChangeArrowheads="1"/>
          </p:cNvSpPr>
          <p:nvPr/>
        </p:nvSpPr>
        <p:spPr bwMode="auto">
          <a:xfrm>
            <a:off x="4752023" y="4689161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6</a:t>
            </a:r>
            <a:endParaRPr lang="en-US" altLang="zh-TW" dirty="0"/>
          </a:p>
        </p:txBody>
      </p:sp>
      <p:sp>
        <p:nvSpPr>
          <p:cNvPr id="72" name="Oval 97"/>
          <p:cNvSpPr>
            <a:spLocks noChangeArrowheads="1"/>
          </p:cNvSpPr>
          <p:nvPr/>
        </p:nvSpPr>
        <p:spPr bwMode="auto">
          <a:xfrm>
            <a:off x="5472115" y="4689161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7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73" name="Oval 98"/>
          <p:cNvSpPr>
            <a:spLocks noChangeArrowheads="1"/>
          </p:cNvSpPr>
          <p:nvPr/>
        </p:nvSpPr>
        <p:spPr bwMode="auto">
          <a:xfrm>
            <a:off x="6192207" y="4689161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8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74" name="Oval 103"/>
          <p:cNvSpPr>
            <a:spLocks noChangeArrowheads="1"/>
          </p:cNvSpPr>
          <p:nvPr/>
        </p:nvSpPr>
        <p:spPr bwMode="auto">
          <a:xfrm>
            <a:off x="6912299" y="4689161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9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75" name="Oval 104"/>
          <p:cNvSpPr>
            <a:spLocks noChangeArrowheads="1"/>
          </p:cNvSpPr>
          <p:nvPr/>
        </p:nvSpPr>
        <p:spPr bwMode="auto">
          <a:xfrm>
            <a:off x="7632391" y="4689161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smtClean="0">
                <a:sym typeface="Symbol" pitchFamily="18" charset="2"/>
              </a:rPr>
              <a:t>10</a:t>
            </a:r>
            <a:endParaRPr lang="en-US" altLang="zh-TW" sz="1800" dirty="0">
              <a:sym typeface="Symbol" pitchFamily="18" charset="2"/>
            </a:endParaRPr>
          </a:p>
        </p:txBody>
      </p:sp>
      <p:sp>
        <p:nvSpPr>
          <p:cNvPr id="76" name="Oval 109"/>
          <p:cNvSpPr>
            <a:spLocks noChangeArrowheads="1"/>
          </p:cNvSpPr>
          <p:nvPr/>
        </p:nvSpPr>
        <p:spPr bwMode="auto">
          <a:xfrm>
            <a:off x="8352483" y="4689161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sz="1800" dirty="0" smtClean="0">
                <a:sym typeface="Symbol" pitchFamily="18" charset="2"/>
              </a:rPr>
              <a:t>11</a:t>
            </a:r>
            <a:endParaRPr lang="en-US" altLang="zh-TW" sz="1800" dirty="0">
              <a:sym typeface="Symbol" pitchFamily="18" charset="2"/>
            </a:endParaRPr>
          </a:p>
        </p:txBody>
      </p:sp>
      <p:sp>
        <p:nvSpPr>
          <p:cNvPr id="77" name="Text Box 128"/>
          <p:cNvSpPr txBox="1">
            <a:spLocks noChangeArrowheads="1"/>
          </p:cNvSpPr>
          <p:nvPr/>
        </p:nvSpPr>
        <p:spPr bwMode="auto">
          <a:xfrm>
            <a:off x="791517" y="486918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/>
              <a:t>9</a:t>
            </a:r>
          </a:p>
        </p:txBody>
      </p:sp>
      <p:sp>
        <p:nvSpPr>
          <p:cNvPr id="78" name="Text Box 129"/>
          <p:cNvSpPr txBox="1">
            <a:spLocks noChangeArrowheads="1"/>
          </p:cNvSpPr>
          <p:nvPr/>
        </p:nvSpPr>
        <p:spPr bwMode="auto">
          <a:xfrm>
            <a:off x="1151563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 dirty="0"/>
              <a:t>12</a:t>
            </a:r>
          </a:p>
        </p:txBody>
      </p:sp>
      <p:sp>
        <p:nvSpPr>
          <p:cNvPr id="79" name="Text Box 130"/>
          <p:cNvSpPr txBox="1">
            <a:spLocks noChangeArrowheads="1"/>
          </p:cNvSpPr>
          <p:nvPr/>
        </p:nvSpPr>
        <p:spPr bwMode="auto">
          <a:xfrm>
            <a:off x="1871655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80" name="Text Box 131"/>
          <p:cNvSpPr txBox="1">
            <a:spLocks noChangeArrowheads="1"/>
          </p:cNvSpPr>
          <p:nvPr/>
        </p:nvSpPr>
        <p:spPr bwMode="auto">
          <a:xfrm>
            <a:off x="3311839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81" name="Text Box 132"/>
          <p:cNvSpPr txBox="1">
            <a:spLocks noChangeArrowheads="1"/>
          </p:cNvSpPr>
          <p:nvPr/>
        </p:nvSpPr>
        <p:spPr bwMode="auto">
          <a:xfrm>
            <a:off x="4752023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2" name="Text Box 133"/>
          <p:cNvSpPr txBox="1">
            <a:spLocks noChangeArrowheads="1"/>
          </p:cNvSpPr>
          <p:nvPr/>
        </p:nvSpPr>
        <p:spPr bwMode="auto">
          <a:xfrm>
            <a:off x="6192207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83" name="Text Box 135"/>
          <p:cNvSpPr txBox="1">
            <a:spLocks noChangeArrowheads="1"/>
          </p:cNvSpPr>
          <p:nvPr/>
        </p:nvSpPr>
        <p:spPr bwMode="auto">
          <a:xfrm>
            <a:off x="2591747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4" name="Text Box 136"/>
          <p:cNvSpPr txBox="1">
            <a:spLocks noChangeArrowheads="1"/>
          </p:cNvSpPr>
          <p:nvPr/>
        </p:nvSpPr>
        <p:spPr bwMode="auto">
          <a:xfrm>
            <a:off x="4031931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5" name="Text Box 137"/>
          <p:cNvSpPr txBox="1">
            <a:spLocks noChangeArrowheads="1"/>
          </p:cNvSpPr>
          <p:nvPr/>
        </p:nvSpPr>
        <p:spPr bwMode="auto">
          <a:xfrm>
            <a:off x="5472115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86" name="Text Box 138"/>
          <p:cNvSpPr txBox="1">
            <a:spLocks noChangeArrowheads="1"/>
          </p:cNvSpPr>
          <p:nvPr/>
        </p:nvSpPr>
        <p:spPr bwMode="auto">
          <a:xfrm>
            <a:off x="6912299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7" name="Text Box 140"/>
          <p:cNvSpPr txBox="1">
            <a:spLocks noChangeArrowheads="1"/>
          </p:cNvSpPr>
          <p:nvPr/>
        </p:nvSpPr>
        <p:spPr bwMode="auto">
          <a:xfrm>
            <a:off x="2231701" y="5409253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7</a:t>
            </a:r>
          </a:p>
        </p:txBody>
      </p:sp>
      <p:sp>
        <p:nvSpPr>
          <p:cNvPr id="88" name="Text Box 141"/>
          <p:cNvSpPr txBox="1">
            <a:spLocks noChangeArrowheads="1"/>
          </p:cNvSpPr>
          <p:nvPr/>
        </p:nvSpPr>
        <p:spPr bwMode="auto">
          <a:xfrm>
            <a:off x="3671885" y="5409253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9</a:t>
            </a:r>
          </a:p>
        </p:txBody>
      </p:sp>
      <p:sp>
        <p:nvSpPr>
          <p:cNvPr id="89" name="Text Box 142"/>
          <p:cNvSpPr txBox="1">
            <a:spLocks noChangeArrowheads="1"/>
          </p:cNvSpPr>
          <p:nvPr/>
        </p:nvSpPr>
        <p:spPr bwMode="auto">
          <a:xfrm>
            <a:off x="5112069" y="5409253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5</a:t>
            </a:r>
          </a:p>
        </p:txBody>
      </p:sp>
      <p:sp>
        <p:nvSpPr>
          <p:cNvPr id="90" name="Text Box 143"/>
          <p:cNvSpPr txBox="1">
            <a:spLocks noChangeArrowheads="1"/>
          </p:cNvSpPr>
          <p:nvPr/>
        </p:nvSpPr>
        <p:spPr bwMode="auto">
          <a:xfrm>
            <a:off x="6552253" y="5409253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008000"/>
                </a:solidFill>
              </a:rPr>
              <a:t>8</a:t>
            </a:r>
          </a:p>
        </p:txBody>
      </p:sp>
      <p:sp>
        <p:nvSpPr>
          <p:cNvPr id="91" name="Text Box 145"/>
          <p:cNvSpPr txBox="1">
            <a:spLocks noChangeArrowheads="1"/>
          </p:cNvSpPr>
          <p:nvPr/>
        </p:nvSpPr>
        <p:spPr bwMode="auto">
          <a:xfrm>
            <a:off x="2231701" y="486918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 dirty="0">
                <a:solidFill>
                  <a:srgbClr val="FFC000"/>
                </a:solidFill>
              </a:rPr>
              <a:t>11</a:t>
            </a:r>
          </a:p>
        </p:txBody>
      </p:sp>
      <p:sp>
        <p:nvSpPr>
          <p:cNvPr id="92" name="Text Box 146"/>
          <p:cNvSpPr txBox="1">
            <a:spLocks noChangeArrowheads="1"/>
          </p:cNvSpPr>
          <p:nvPr/>
        </p:nvSpPr>
        <p:spPr bwMode="auto">
          <a:xfrm>
            <a:off x="3671885" y="486918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C000"/>
                </a:solidFill>
              </a:rPr>
              <a:t>4</a:t>
            </a:r>
          </a:p>
        </p:txBody>
      </p:sp>
      <p:sp>
        <p:nvSpPr>
          <p:cNvPr id="93" name="Text Box 147"/>
          <p:cNvSpPr txBox="1">
            <a:spLocks noChangeArrowheads="1"/>
          </p:cNvSpPr>
          <p:nvPr/>
        </p:nvSpPr>
        <p:spPr bwMode="auto">
          <a:xfrm>
            <a:off x="5112069" y="486918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94" name="Text Box 148"/>
          <p:cNvSpPr txBox="1">
            <a:spLocks noChangeArrowheads="1"/>
          </p:cNvSpPr>
          <p:nvPr/>
        </p:nvSpPr>
        <p:spPr bwMode="auto">
          <a:xfrm>
            <a:off x="6552253" y="486918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>
                <a:solidFill>
                  <a:srgbClr val="FFC000"/>
                </a:solidFill>
              </a:rPr>
              <a:t>10</a:t>
            </a:r>
          </a:p>
        </p:txBody>
      </p:sp>
      <p:sp>
        <p:nvSpPr>
          <p:cNvPr id="95" name="Text Box 150"/>
          <p:cNvSpPr txBox="1">
            <a:spLocks noChangeArrowheads="1"/>
          </p:cNvSpPr>
          <p:nvPr/>
        </p:nvSpPr>
        <p:spPr bwMode="auto">
          <a:xfrm>
            <a:off x="7632391" y="3969069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/>
              <a:t>3</a:t>
            </a:r>
          </a:p>
        </p:txBody>
      </p:sp>
      <p:sp>
        <p:nvSpPr>
          <p:cNvPr id="96" name="Text Box 151"/>
          <p:cNvSpPr txBox="1">
            <a:spLocks noChangeArrowheads="1"/>
          </p:cNvSpPr>
          <p:nvPr/>
        </p:nvSpPr>
        <p:spPr bwMode="auto">
          <a:xfrm>
            <a:off x="7992437" y="486918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TW" dirty="0"/>
              <a:t>2</a:t>
            </a:r>
          </a:p>
        </p:txBody>
      </p:sp>
      <p:sp>
        <p:nvSpPr>
          <p:cNvPr id="97" name="Oval 153"/>
          <p:cNvSpPr>
            <a:spLocks noChangeArrowheads="1"/>
          </p:cNvSpPr>
          <p:nvPr/>
        </p:nvSpPr>
        <p:spPr bwMode="auto">
          <a:xfrm>
            <a:off x="431471" y="4689161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 algn="ctr"/>
            <a:r>
              <a:rPr lang="en-US" altLang="zh-TW" dirty="0" smtClean="0">
                <a:sym typeface="Symbol" pitchFamily="18" charset="2"/>
              </a:rPr>
              <a:t>0</a:t>
            </a:r>
            <a:endParaRPr lang="en-US" altLang="zh-TW" dirty="0">
              <a:sym typeface="Symbol" pitchFamily="18" charset="2"/>
            </a:endParaRPr>
          </a:p>
        </p:txBody>
      </p:sp>
      <p:cxnSp>
        <p:nvCxnSpPr>
          <p:cNvPr id="98" name="AutoShape 82"/>
          <p:cNvCxnSpPr>
            <a:cxnSpLocks noChangeShapeType="1"/>
            <a:stCxn id="67" idx="6"/>
            <a:endCxn id="68" idx="2"/>
          </p:cNvCxnSpPr>
          <p:nvPr/>
        </p:nvCxnSpPr>
        <p:spPr bwMode="auto">
          <a:xfrm>
            <a:off x="2232018" y="4869342"/>
            <a:ext cx="359729" cy="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triangle" w="lg" len="lg"/>
          </a:ln>
        </p:spPr>
      </p:cxnSp>
      <p:cxnSp>
        <p:nvCxnSpPr>
          <p:cNvPr id="99" name="AutoShape 82"/>
          <p:cNvCxnSpPr>
            <a:cxnSpLocks noChangeShapeType="1"/>
            <a:stCxn id="69" idx="6"/>
            <a:endCxn id="70" idx="2"/>
          </p:cNvCxnSpPr>
          <p:nvPr/>
        </p:nvCxnSpPr>
        <p:spPr bwMode="auto">
          <a:xfrm>
            <a:off x="3672202" y="4869342"/>
            <a:ext cx="359729" cy="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triangle" w="lg" len="lg"/>
          </a:ln>
        </p:spPr>
      </p:cxnSp>
      <p:cxnSp>
        <p:nvCxnSpPr>
          <p:cNvPr id="100" name="AutoShape 82"/>
          <p:cNvCxnSpPr>
            <a:cxnSpLocks noChangeShapeType="1"/>
            <a:stCxn id="71" idx="6"/>
            <a:endCxn id="72" idx="2"/>
          </p:cNvCxnSpPr>
          <p:nvPr/>
        </p:nvCxnSpPr>
        <p:spPr bwMode="auto">
          <a:xfrm>
            <a:off x="5112386" y="4869342"/>
            <a:ext cx="359729" cy="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triangle" w="lg" len="lg"/>
          </a:ln>
        </p:spPr>
      </p:cxnSp>
      <p:cxnSp>
        <p:nvCxnSpPr>
          <p:cNvPr id="101" name="AutoShape 82"/>
          <p:cNvCxnSpPr>
            <a:cxnSpLocks noChangeShapeType="1"/>
            <a:stCxn id="73" idx="6"/>
            <a:endCxn id="74" idx="2"/>
          </p:cNvCxnSpPr>
          <p:nvPr/>
        </p:nvCxnSpPr>
        <p:spPr bwMode="auto">
          <a:xfrm>
            <a:off x="6552569" y="4869342"/>
            <a:ext cx="359730" cy="0"/>
          </a:xfrm>
          <a:prstGeom prst="straightConnector1">
            <a:avLst/>
          </a:prstGeom>
          <a:noFill/>
          <a:ln w="19050">
            <a:solidFill>
              <a:srgbClr val="FFC000"/>
            </a:solidFill>
            <a:miter lim="800000"/>
            <a:headEnd/>
            <a:tailEnd type="triangle" w="lg" len="lg"/>
          </a:ln>
        </p:spPr>
      </p:cxnSp>
      <p:cxnSp>
        <p:nvCxnSpPr>
          <p:cNvPr id="102" name="AutoShape 82"/>
          <p:cNvCxnSpPr>
            <a:cxnSpLocks noChangeShapeType="1"/>
            <a:stCxn id="75" idx="6"/>
            <a:endCxn id="76" idx="2"/>
          </p:cNvCxnSpPr>
          <p:nvPr/>
        </p:nvCxnSpPr>
        <p:spPr bwMode="auto">
          <a:xfrm>
            <a:off x="7992753" y="4869342"/>
            <a:ext cx="35973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103" name="AutoShape 82"/>
          <p:cNvCxnSpPr>
            <a:cxnSpLocks noChangeShapeType="1"/>
            <a:stCxn id="97" idx="6"/>
            <a:endCxn id="66" idx="2"/>
          </p:cNvCxnSpPr>
          <p:nvPr/>
        </p:nvCxnSpPr>
        <p:spPr bwMode="auto">
          <a:xfrm flipV="1">
            <a:off x="791833" y="4869342"/>
            <a:ext cx="359730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</p:spPr>
      </p:cxnSp>
      <p:cxnSp>
        <p:nvCxnSpPr>
          <p:cNvPr id="104" name="弧形接點 103"/>
          <p:cNvCxnSpPr>
            <a:stCxn id="66" idx="7"/>
            <a:endCxn id="68" idx="1"/>
          </p:cNvCxnSpPr>
          <p:nvPr/>
        </p:nvCxnSpPr>
        <p:spPr bwMode="auto">
          <a:xfrm rot="5400000" flipH="1" flipV="1">
            <a:off x="2051836" y="4149251"/>
            <a:ext cx="12700" cy="1185369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05" name="弧形接點 104"/>
          <p:cNvCxnSpPr>
            <a:stCxn id="67" idx="7"/>
            <a:endCxn id="69" idx="1"/>
          </p:cNvCxnSpPr>
          <p:nvPr/>
        </p:nvCxnSpPr>
        <p:spPr bwMode="auto">
          <a:xfrm rot="5400000" flipH="1" flipV="1">
            <a:off x="2771928" y="4149251"/>
            <a:ext cx="12700" cy="1185369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06" name="弧形接點 105"/>
          <p:cNvCxnSpPr>
            <a:stCxn id="70" idx="7"/>
            <a:endCxn id="72" idx="1"/>
          </p:cNvCxnSpPr>
          <p:nvPr/>
        </p:nvCxnSpPr>
        <p:spPr bwMode="auto">
          <a:xfrm rot="5400000" flipH="1" flipV="1">
            <a:off x="4932204" y="4149251"/>
            <a:ext cx="12700" cy="1185369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07" name="弧形接點 106"/>
          <p:cNvCxnSpPr>
            <a:stCxn id="71" idx="7"/>
            <a:endCxn id="73" idx="1"/>
          </p:cNvCxnSpPr>
          <p:nvPr/>
        </p:nvCxnSpPr>
        <p:spPr bwMode="auto">
          <a:xfrm rot="5400000" flipH="1" flipV="1">
            <a:off x="5652296" y="4149251"/>
            <a:ext cx="12700" cy="1185369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08" name="弧形接點 107"/>
          <p:cNvCxnSpPr>
            <a:stCxn id="68" idx="7"/>
            <a:endCxn id="70" idx="1"/>
          </p:cNvCxnSpPr>
          <p:nvPr/>
        </p:nvCxnSpPr>
        <p:spPr bwMode="auto">
          <a:xfrm rot="5400000" flipH="1" flipV="1">
            <a:off x="3492020" y="4149251"/>
            <a:ext cx="12700" cy="1185369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09" name="弧形接點 108"/>
          <p:cNvCxnSpPr>
            <a:stCxn id="69" idx="7"/>
            <a:endCxn id="71" idx="1"/>
          </p:cNvCxnSpPr>
          <p:nvPr/>
        </p:nvCxnSpPr>
        <p:spPr bwMode="auto">
          <a:xfrm rot="5400000" flipH="1" flipV="1">
            <a:off x="4212112" y="4149251"/>
            <a:ext cx="12700" cy="1185369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0" name="弧形接點 109"/>
          <p:cNvCxnSpPr>
            <a:stCxn id="72" idx="7"/>
            <a:endCxn id="74" idx="1"/>
          </p:cNvCxnSpPr>
          <p:nvPr/>
        </p:nvCxnSpPr>
        <p:spPr bwMode="auto">
          <a:xfrm rot="5400000" flipH="1" flipV="1">
            <a:off x="6372388" y="4149250"/>
            <a:ext cx="12700" cy="1185370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1" name="弧形接點 110"/>
          <p:cNvCxnSpPr>
            <a:stCxn id="73" idx="7"/>
            <a:endCxn id="75" idx="1"/>
          </p:cNvCxnSpPr>
          <p:nvPr/>
        </p:nvCxnSpPr>
        <p:spPr bwMode="auto">
          <a:xfrm rot="5400000" flipH="1" flipV="1">
            <a:off x="7092480" y="4149250"/>
            <a:ext cx="12700" cy="1185370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2" name="弧形接點 111"/>
          <p:cNvCxnSpPr>
            <a:stCxn id="97" idx="7"/>
            <a:endCxn id="67" idx="1"/>
          </p:cNvCxnSpPr>
          <p:nvPr/>
        </p:nvCxnSpPr>
        <p:spPr bwMode="auto">
          <a:xfrm rot="5400000" flipH="1" flipV="1">
            <a:off x="1331744" y="4149250"/>
            <a:ext cx="12700" cy="1185370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4" name="弧形接點 113"/>
          <p:cNvCxnSpPr>
            <a:stCxn id="74" idx="7"/>
            <a:endCxn id="76" idx="1"/>
          </p:cNvCxnSpPr>
          <p:nvPr/>
        </p:nvCxnSpPr>
        <p:spPr bwMode="auto">
          <a:xfrm rot="5400000" flipH="1" flipV="1">
            <a:off x="7812572" y="4149250"/>
            <a:ext cx="12700" cy="1185370"/>
          </a:xfrm>
          <a:prstGeom prst="curvedConnector3">
            <a:avLst>
              <a:gd name="adj1" fmla="val 2215543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5" name="弧形接點 114"/>
          <p:cNvCxnSpPr/>
          <p:nvPr/>
        </p:nvCxnSpPr>
        <p:spPr bwMode="auto">
          <a:xfrm rot="16200000" flipH="1">
            <a:off x="2405374" y="3975419"/>
            <a:ext cx="12700" cy="2160276"/>
          </a:xfrm>
          <a:prstGeom prst="curvedConnector3">
            <a:avLst>
              <a:gd name="adj1" fmla="val 2745457"/>
            </a:avLst>
          </a:prstGeom>
          <a:solidFill>
            <a:schemeClr val="accent1"/>
          </a:solidFill>
          <a:ln w="190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6" name="弧形接點 115"/>
          <p:cNvCxnSpPr>
            <a:stCxn id="68" idx="4"/>
            <a:endCxn id="71" idx="4"/>
          </p:cNvCxnSpPr>
          <p:nvPr/>
        </p:nvCxnSpPr>
        <p:spPr bwMode="auto">
          <a:xfrm rot="16200000" flipH="1">
            <a:off x="3852067" y="3969385"/>
            <a:ext cx="12700" cy="2160276"/>
          </a:xfrm>
          <a:prstGeom prst="curvedConnector3">
            <a:avLst>
              <a:gd name="adj1" fmla="val 2818181"/>
            </a:avLst>
          </a:prstGeom>
          <a:solidFill>
            <a:schemeClr val="accent1"/>
          </a:solidFill>
          <a:ln w="190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8" name="弧形接點 117"/>
          <p:cNvCxnSpPr>
            <a:stCxn id="70" idx="4"/>
            <a:endCxn id="73" idx="4"/>
          </p:cNvCxnSpPr>
          <p:nvPr/>
        </p:nvCxnSpPr>
        <p:spPr bwMode="auto">
          <a:xfrm rot="16200000" flipH="1">
            <a:off x="5292250" y="3969385"/>
            <a:ext cx="12700" cy="2160275"/>
          </a:xfrm>
          <a:prstGeom prst="curvedConnector3">
            <a:avLst>
              <a:gd name="adj1" fmla="val 2818181"/>
            </a:avLst>
          </a:prstGeom>
          <a:solidFill>
            <a:schemeClr val="accent1"/>
          </a:solidFill>
          <a:ln w="190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  <p:cxnSp>
        <p:nvCxnSpPr>
          <p:cNvPr id="119" name="弧形接點 118"/>
          <p:cNvCxnSpPr>
            <a:stCxn id="72" idx="4"/>
            <a:endCxn id="75" idx="4"/>
          </p:cNvCxnSpPr>
          <p:nvPr/>
        </p:nvCxnSpPr>
        <p:spPr bwMode="auto">
          <a:xfrm rot="16200000" flipH="1">
            <a:off x="6732434" y="3969385"/>
            <a:ext cx="12700" cy="2160276"/>
          </a:xfrm>
          <a:prstGeom prst="curvedConnector3">
            <a:avLst>
              <a:gd name="adj1" fmla="val 2818189"/>
            </a:avLst>
          </a:prstGeom>
          <a:solidFill>
            <a:schemeClr val="accent1"/>
          </a:solidFill>
          <a:ln w="190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96362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shortestPath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topologicalSort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lnSpc>
                <a:spcPct val="50000"/>
              </a:lnSpc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marL="342900" lvl="0" indent="-342900">
              <a:lnSpc>
                <a:spcPct val="50000"/>
              </a:lnSpc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d[ 1 ] = 0;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nodeList.size(); i++ )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lnSpc>
                <a:spcPct val="50000"/>
              </a:lnSpc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nodeList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342900" lvl="0" indent="-342900">
              <a:lnSpc>
                <a:spcPct val="50000"/>
              </a:lnSpc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786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0" name="標題 8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84796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19676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9" name="標題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85556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3179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94380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80428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06569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44748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44464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40180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99589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77781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82026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58701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12213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38755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67992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Greedy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30136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57530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02710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80809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37402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22520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56092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12"/>
          <p:cNvSpPr txBox="1">
            <a:spLocks noChangeArrowheads="1"/>
          </p:cNvSpPr>
          <p:nvPr/>
        </p:nvSpPr>
        <p:spPr bwMode="auto">
          <a:xfrm>
            <a:off x="7632000" y="36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1" name="Text Box 211"/>
          <p:cNvSpPr txBox="1">
            <a:spLocks noChangeArrowheads="1"/>
          </p:cNvSpPr>
          <p:nvPr/>
        </p:nvSpPr>
        <p:spPr bwMode="auto">
          <a:xfrm>
            <a:off x="7632000" y="27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" name="Oval 152"/>
          <p:cNvSpPr>
            <a:spLocks noChangeArrowheads="1"/>
          </p:cNvSpPr>
          <p:nvPr/>
        </p:nvSpPr>
        <p:spPr bwMode="auto">
          <a:xfrm>
            <a:off x="151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" name="Oval 153"/>
          <p:cNvSpPr>
            <a:spLocks noChangeArrowheads="1"/>
          </p:cNvSpPr>
          <p:nvPr/>
        </p:nvSpPr>
        <p:spPr bwMode="auto">
          <a:xfrm>
            <a:off x="151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4" name="AutoShape 154"/>
          <p:cNvCxnSpPr>
            <a:cxnSpLocks noChangeShapeType="1"/>
            <a:stCxn id="3" idx="7"/>
            <a:endCxn id="8" idx="3"/>
          </p:cNvCxnSpPr>
          <p:nvPr/>
        </p:nvCxnSpPr>
        <p:spPr bwMode="auto">
          <a:xfrm flipV="1"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5" name="AutoShape 155"/>
          <p:cNvCxnSpPr>
            <a:cxnSpLocks noChangeShapeType="1"/>
            <a:stCxn id="2" idx="5"/>
            <a:endCxn id="9" idx="1"/>
          </p:cNvCxnSpPr>
          <p:nvPr/>
        </p:nvCxnSpPr>
        <p:spPr bwMode="auto">
          <a:xfrm>
            <a:off x="181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6" name="Line 156"/>
          <p:cNvSpPr>
            <a:spLocks noChangeShapeType="1"/>
          </p:cNvSpPr>
          <p:nvPr/>
        </p:nvSpPr>
        <p:spPr bwMode="auto">
          <a:xfrm flipV="1">
            <a:off x="187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157"/>
          <p:cNvSpPr>
            <a:spLocks noChangeShapeType="1"/>
          </p:cNvSpPr>
          <p:nvPr/>
        </p:nvSpPr>
        <p:spPr bwMode="auto">
          <a:xfrm>
            <a:off x="187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158"/>
          <p:cNvSpPr>
            <a:spLocks noChangeArrowheads="1"/>
          </p:cNvSpPr>
          <p:nvPr/>
        </p:nvSpPr>
        <p:spPr bwMode="auto">
          <a:xfrm>
            <a:off x="295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22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" name="Oval 159"/>
          <p:cNvSpPr>
            <a:spLocks noChangeArrowheads="1"/>
          </p:cNvSpPr>
          <p:nvPr/>
        </p:nvSpPr>
        <p:spPr bwMode="auto">
          <a:xfrm>
            <a:off x="295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16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0" name="AutoShape 160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1" name="AutoShape 161"/>
          <p:cNvCxnSpPr>
            <a:cxnSpLocks noChangeShapeType="1"/>
            <a:stCxn id="8" idx="5"/>
            <a:endCxn id="15" idx="1"/>
          </p:cNvCxnSpPr>
          <p:nvPr/>
        </p:nvCxnSpPr>
        <p:spPr bwMode="auto">
          <a:xfrm>
            <a:off x="325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2" name="Line 162"/>
          <p:cNvSpPr>
            <a:spLocks noChangeShapeType="1"/>
          </p:cNvSpPr>
          <p:nvPr/>
        </p:nvSpPr>
        <p:spPr bwMode="auto">
          <a:xfrm flipV="1">
            <a:off x="3312362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163"/>
          <p:cNvSpPr>
            <a:spLocks noChangeShapeType="1"/>
          </p:cNvSpPr>
          <p:nvPr/>
        </p:nvSpPr>
        <p:spPr bwMode="auto">
          <a:xfrm>
            <a:off x="3312362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164"/>
          <p:cNvSpPr>
            <a:spLocks noChangeArrowheads="1"/>
          </p:cNvSpPr>
          <p:nvPr/>
        </p:nvSpPr>
        <p:spPr bwMode="auto">
          <a:xfrm>
            <a:off x="4392000" y="252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65"/>
          <p:cNvSpPr>
            <a:spLocks noChangeArrowheads="1"/>
          </p:cNvSpPr>
          <p:nvPr/>
        </p:nvSpPr>
        <p:spPr bwMode="auto">
          <a:xfrm>
            <a:off x="4392000" y="3969000"/>
            <a:ext cx="360363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AutoShape 166"/>
          <p:cNvCxnSpPr>
            <a:cxnSpLocks noChangeShapeType="1"/>
            <a:stCxn id="15" idx="7"/>
            <a:endCxn id="20" idx="3"/>
          </p:cNvCxnSpPr>
          <p:nvPr/>
        </p:nvCxnSpPr>
        <p:spPr bwMode="auto">
          <a:xfrm flipV="1"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17" name="AutoShape 167"/>
          <p:cNvCxnSpPr>
            <a:cxnSpLocks noChangeShapeType="1"/>
            <a:stCxn id="14" idx="5"/>
            <a:endCxn id="21" idx="1"/>
          </p:cNvCxnSpPr>
          <p:nvPr/>
        </p:nvCxnSpPr>
        <p:spPr bwMode="auto">
          <a:xfrm>
            <a:off x="4699589" y="2836588"/>
            <a:ext cx="1185185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18" name="Line 168"/>
          <p:cNvSpPr>
            <a:spLocks noChangeShapeType="1"/>
          </p:cNvSpPr>
          <p:nvPr/>
        </p:nvSpPr>
        <p:spPr bwMode="auto">
          <a:xfrm flipV="1">
            <a:off x="4752363" y="2708999"/>
            <a:ext cx="1079637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4752363" y="4148386"/>
            <a:ext cx="1079637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170"/>
          <p:cNvSpPr>
            <a:spLocks noChangeArrowheads="1"/>
          </p:cNvSpPr>
          <p:nvPr/>
        </p:nvSpPr>
        <p:spPr bwMode="auto">
          <a:xfrm>
            <a:off x="583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1" name="Oval 171"/>
          <p:cNvSpPr>
            <a:spLocks noChangeArrowheads="1"/>
          </p:cNvSpPr>
          <p:nvPr/>
        </p:nvSpPr>
        <p:spPr bwMode="auto">
          <a:xfrm>
            <a:off x="583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25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2" name="AutoShape 172"/>
          <p:cNvCxnSpPr>
            <a:cxnSpLocks noChangeShapeType="1"/>
            <a:stCxn id="21" idx="7"/>
            <a:endCxn id="32" idx="3"/>
          </p:cNvCxnSpPr>
          <p:nvPr/>
        </p:nvCxnSpPr>
        <p:spPr bwMode="auto">
          <a:xfrm flipV="1"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23" name="AutoShape 173"/>
          <p:cNvCxnSpPr>
            <a:cxnSpLocks noChangeShapeType="1"/>
            <a:stCxn id="20" idx="5"/>
            <a:endCxn id="33" idx="1"/>
          </p:cNvCxnSpPr>
          <p:nvPr/>
        </p:nvCxnSpPr>
        <p:spPr bwMode="auto">
          <a:xfrm>
            <a:off x="6139588" y="2836588"/>
            <a:ext cx="1185186" cy="118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24" name="Line 174"/>
          <p:cNvSpPr>
            <a:spLocks noChangeShapeType="1"/>
          </p:cNvSpPr>
          <p:nvPr/>
        </p:nvSpPr>
        <p:spPr bwMode="auto">
          <a:xfrm flipV="1">
            <a:off x="6192362" y="2708999"/>
            <a:ext cx="1079638" cy="975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Line 175"/>
          <p:cNvSpPr>
            <a:spLocks noChangeShapeType="1"/>
          </p:cNvSpPr>
          <p:nvPr/>
        </p:nvSpPr>
        <p:spPr bwMode="auto">
          <a:xfrm>
            <a:off x="6192362" y="4148386"/>
            <a:ext cx="1079638" cy="61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Oval 182"/>
          <p:cNvSpPr>
            <a:spLocks noChangeArrowheads="1"/>
          </p:cNvSpPr>
          <p:nvPr/>
        </p:nvSpPr>
        <p:spPr bwMode="auto">
          <a:xfrm>
            <a:off x="7272000" y="252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30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3" name="Oval 183"/>
          <p:cNvSpPr>
            <a:spLocks noChangeArrowheads="1"/>
          </p:cNvSpPr>
          <p:nvPr/>
        </p:nvSpPr>
        <p:spPr bwMode="auto">
          <a:xfrm>
            <a:off x="7272000" y="3969000"/>
            <a:ext cx="360362" cy="3603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29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34" name="Oval 184"/>
          <p:cNvSpPr>
            <a:spLocks noChangeArrowheads="1"/>
          </p:cNvSpPr>
          <p:nvPr/>
        </p:nvSpPr>
        <p:spPr bwMode="auto">
          <a:xfrm>
            <a:off x="79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31</a:t>
            </a:r>
            <a:endParaRPr kumimoji="1" lang="zh-TW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35" name="AutoShape 185"/>
          <p:cNvCxnSpPr>
            <a:cxnSpLocks noChangeShapeType="1"/>
            <a:stCxn id="33" idx="7"/>
            <a:endCxn id="34" idx="3"/>
          </p:cNvCxnSpPr>
          <p:nvPr/>
        </p:nvCxnSpPr>
        <p:spPr bwMode="auto">
          <a:xfrm flipV="1">
            <a:off x="757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6" name="AutoShape 186"/>
          <p:cNvCxnSpPr>
            <a:cxnSpLocks noChangeShapeType="1"/>
            <a:stCxn id="32" idx="5"/>
            <a:endCxn id="34" idx="1"/>
          </p:cNvCxnSpPr>
          <p:nvPr/>
        </p:nvCxnSpPr>
        <p:spPr bwMode="auto">
          <a:xfrm>
            <a:off x="757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7" name="AutoShape 187"/>
          <p:cNvCxnSpPr>
            <a:cxnSpLocks noChangeShapeType="1"/>
            <a:stCxn id="63" idx="7"/>
            <a:endCxn id="2" idx="3"/>
          </p:cNvCxnSpPr>
          <p:nvPr/>
        </p:nvCxnSpPr>
        <p:spPr bwMode="auto">
          <a:xfrm flipV="1">
            <a:off x="1099588" y="2836588"/>
            <a:ext cx="465186" cy="465186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cxnSp>
        <p:nvCxnSpPr>
          <p:cNvPr id="38" name="AutoShape 188"/>
          <p:cNvCxnSpPr>
            <a:cxnSpLocks noChangeShapeType="1"/>
            <a:stCxn id="63" idx="5"/>
            <a:endCxn id="3" idx="1"/>
          </p:cNvCxnSpPr>
          <p:nvPr/>
        </p:nvCxnSpPr>
        <p:spPr bwMode="auto">
          <a:xfrm>
            <a:off x="1099588" y="3556589"/>
            <a:ext cx="465186" cy="46518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arrow" w="lg" len="lg"/>
          </a:ln>
        </p:spPr>
      </p:cxnSp>
      <p:sp>
        <p:nvSpPr>
          <p:cNvPr id="39" name="Text Box 189"/>
          <p:cNvSpPr txBox="1">
            <a:spLocks noChangeArrowheads="1"/>
          </p:cNvSpPr>
          <p:nvPr/>
        </p:nvSpPr>
        <p:spPr bwMode="auto">
          <a:xfrm>
            <a:off x="972000" y="2709000"/>
            <a:ext cx="540000" cy="54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0" name="Text Box 190"/>
          <p:cNvSpPr txBox="1">
            <a:spLocks noChangeArrowheads="1"/>
          </p:cNvSpPr>
          <p:nvPr/>
        </p:nvSpPr>
        <p:spPr bwMode="auto">
          <a:xfrm>
            <a:off x="972000" y="36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Text Box 191"/>
          <p:cNvSpPr txBox="1">
            <a:spLocks noChangeArrowheads="1"/>
          </p:cNvSpPr>
          <p:nvPr/>
        </p:nvSpPr>
        <p:spPr bwMode="auto">
          <a:xfrm>
            <a:off x="223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Text Box 192"/>
          <p:cNvSpPr txBox="1">
            <a:spLocks noChangeArrowheads="1"/>
          </p:cNvSpPr>
          <p:nvPr/>
        </p:nvSpPr>
        <p:spPr bwMode="auto">
          <a:xfrm>
            <a:off x="367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43" name="Text Box 193"/>
          <p:cNvSpPr txBox="1">
            <a:spLocks noChangeArrowheads="1"/>
          </p:cNvSpPr>
          <p:nvPr/>
        </p:nvSpPr>
        <p:spPr bwMode="auto">
          <a:xfrm>
            <a:off x="5112000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194"/>
          <p:cNvSpPr txBox="1">
            <a:spLocks noChangeArrowheads="1"/>
          </p:cNvSpPr>
          <p:nvPr/>
        </p:nvSpPr>
        <p:spPr bwMode="auto">
          <a:xfrm>
            <a:off x="6553587" y="23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Text Box 196"/>
          <p:cNvSpPr txBox="1">
            <a:spLocks noChangeArrowheads="1"/>
          </p:cNvSpPr>
          <p:nvPr/>
        </p:nvSpPr>
        <p:spPr bwMode="auto">
          <a:xfrm>
            <a:off x="223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47" name="Text Box 19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Text Box 198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9" name="Text Box 199"/>
          <p:cNvSpPr txBox="1">
            <a:spLocks noChangeArrowheads="1"/>
          </p:cNvSpPr>
          <p:nvPr/>
        </p:nvSpPr>
        <p:spPr bwMode="auto">
          <a:xfrm>
            <a:off x="6553587" y="4149000"/>
            <a:ext cx="3600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1" name="Text Box 201"/>
          <p:cNvSpPr txBox="1">
            <a:spLocks noChangeArrowheads="1"/>
          </p:cNvSpPr>
          <p:nvPr/>
        </p:nvSpPr>
        <p:spPr bwMode="auto">
          <a:xfrm>
            <a:off x="205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52" name="Text Box 202"/>
          <p:cNvSpPr txBox="1">
            <a:spLocks noChangeArrowheads="1"/>
          </p:cNvSpPr>
          <p:nvPr/>
        </p:nvSpPr>
        <p:spPr bwMode="auto">
          <a:xfrm>
            <a:off x="349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53" name="Text Box 203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54" name="Text Box 204"/>
          <p:cNvSpPr txBox="1">
            <a:spLocks noChangeArrowheads="1"/>
          </p:cNvSpPr>
          <p:nvPr/>
        </p:nvSpPr>
        <p:spPr bwMode="auto">
          <a:xfrm>
            <a:off x="6373587" y="288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56" name="Text Box 206"/>
          <p:cNvSpPr txBox="1">
            <a:spLocks noChangeArrowheads="1"/>
          </p:cNvSpPr>
          <p:nvPr/>
        </p:nvSpPr>
        <p:spPr bwMode="auto">
          <a:xfrm>
            <a:off x="205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57" name="Text Box 207"/>
          <p:cNvSpPr txBox="1">
            <a:spLocks noChangeArrowheads="1"/>
          </p:cNvSpPr>
          <p:nvPr/>
        </p:nvSpPr>
        <p:spPr bwMode="auto">
          <a:xfrm>
            <a:off x="349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58" name="Text Box 208"/>
          <p:cNvSpPr txBox="1">
            <a:spLocks noChangeArrowheads="1"/>
          </p:cNvSpPr>
          <p:nvPr/>
        </p:nvSpPr>
        <p:spPr bwMode="auto">
          <a:xfrm>
            <a:off x="4932000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59" name="Text Box 209"/>
          <p:cNvSpPr txBox="1">
            <a:spLocks noChangeArrowheads="1"/>
          </p:cNvSpPr>
          <p:nvPr/>
        </p:nvSpPr>
        <p:spPr bwMode="auto">
          <a:xfrm>
            <a:off x="6373587" y="3609000"/>
            <a:ext cx="360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63" name="Oval 213"/>
          <p:cNvSpPr>
            <a:spLocks noChangeArrowheads="1"/>
          </p:cNvSpPr>
          <p:nvPr/>
        </p:nvSpPr>
        <p:spPr bwMode="auto">
          <a:xfrm>
            <a:off x="792000" y="3249000"/>
            <a:ext cx="360362" cy="36036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0</a:t>
            </a:r>
            <a:endParaRPr kumimoji="1" lang="zh-TW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7" name="標題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21996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Oval 2"/>
          <p:cNvSpPr>
            <a:spLocks noChangeArrowheads="1"/>
          </p:cNvSpPr>
          <p:nvPr/>
        </p:nvSpPr>
        <p:spPr bwMode="auto">
          <a:xfrm>
            <a:off x="971550" y="908050"/>
            <a:ext cx="360363" cy="360363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8787" name="Oval 3"/>
          <p:cNvSpPr>
            <a:spLocks noChangeArrowheads="1"/>
          </p:cNvSpPr>
          <p:nvPr/>
        </p:nvSpPr>
        <p:spPr bwMode="auto">
          <a:xfrm>
            <a:off x="971550" y="2259013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18788" name="Oval 4"/>
          <p:cNvSpPr>
            <a:spLocks noChangeArrowheads="1"/>
          </p:cNvSpPr>
          <p:nvPr/>
        </p:nvSpPr>
        <p:spPr bwMode="auto">
          <a:xfrm>
            <a:off x="1420813" y="1808163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8789" name="Oval 5"/>
          <p:cNvSpPr>
            <a:spLocks noChangeArrowheads="1"/>
          </p:cNvSpPr>
          <p:nvPr/>
        </p:nvSpPr>
        <p:spPr bwMode="auto">
          <a:xfrm>
            <a:off x="1420813" y="1358900"/>
            <a:ext cx="360362" cy="360363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8790" name="Oval 6"/>
          <p:cNvSpPr>
            <a:spLocks noChangeArrowheads="1"/>
          </p:cNvSpPr>
          <p:nvPr/>
        </p:nvSpPr>
        <p:spPr bwMode="auto">
          <a:xfrm>
            <a:off x="520700" y="1808163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791" name="Oval 7"/>
          <p:cNvSpPr>
            <a:spLocks noChangeArrowheads="1"/>
          </p:cNvSpPr>
          <p:nvPr/>
        </p:nvSpPr>
        <p:spPr bwMode="auto">
          <a:xfrm>
            <a:off x="520700" y="1358900"/>
            <a:ext cx="360363" cy="360363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118792" name="AutoShape 8"/>
          <p:cNvCxnSpPr>
            <a:cxnSpLocks noChangeShapeType="1"/>
            <a:stCxn id="118787" idx="7"/>
            <a:endCxn id="118788" idx="3"/>
          </p:cNvCxnSpPr>
          <p:nvPr/>
        </p:nvCxnSpPr>
        <p:spPr bwMode="auto">
          <a:xfrm flipV="1">
            <a:off x="1279525" y="2125663"/>
            <a:ext cx="193675" cy="17621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793" name="AutoShape 9"/>
          <p:cNvCxnSpPr>
            <a:cxnSpLocks noChangeShapeType="1"/>
            <a:stCxn id="118788" idx="7"/>
          </p:cNvCxnSpPr>
          <p:nvPr/>
        </p:nvCxnSpPr>
        <p:spPr bwMode="auto">
          <a:xfrm flipV="1">
            <a:off x="1728788" y="1225550"/>
            <a:ext cx="644525" cy="62547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794" name="AutoShape 10"/>
          <p:cNvCxnSpPr>
            <a:cxnSpLocks noChangeShapeType="1"/>
            <a:stCxn id="118786" idx="5"/>
            <a:endCxn id="118789" idx="1"/>
          </p:cNvCxnSpPr>
          <p:nvPr/>
        </p:nvCxnSpPr>
        <p:spPr bwMode="auto">
          <a:xfrm>
            <a:off x="1279525" y="1225550"/>
            <a:ext cx="193675" cy="176213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795" name="AutoShape 11"/>
          <p:cNvCxnSpPr>
            <a:cxnSpLocks noChangeShapeType="1"/>
            <a:stCxn id="118789" idx="5"/>
          </p:cNvCxnSpPr>
          <p:nvPr/>
        </p:nvCxnSpPr>
        <p:spPr bwMode="auto">
          <a:xfrm>
            <a:off x="1728788" y="1676400"/>
            <a:ext cx="644525" cy="625475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sp>
        <p:nvSpPr>
          <p:cNvPr id="118796" name="Line 12"/>
          <p:cNvSpPr>
            <a:spLocks noChangeShapeType="1"/>
          </p:cNvSpPr>
          <p:nvPr/>
        </p:nvSpPr>
        <p:spPr bwMode="auto">
          <a:xfrm>
            <a:off x="1331913" y="1089025"/>
            <a:ext cx="9890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797" name="Line 13"/>
          <p:cNvSpPr>
            <a:spLocks noChangeShapeType="1"/>
          </p:cNvSpPr>
          <p:nvPr/>
        </p:nvSpPr>
        <p:spPr bwMode="auto">
          <a:xfrm>
            <a:off x="1331913" y="2438400"/>
            <a:ext cx="9890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798" name="Oval 14"/>
          <p:cNvSpPr>
            <a:spLocks noChangeArrowheads="1"/>
          </p:cNvSpPr>
          <p:nvPr/>
        </p:nvSpPr>
        <p:spPr bwMode="auto">
          <a:xfrm>
            <a:off x="2320925" y="90805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8799" name="Oval 15"/>
          <p:cNvSpPr>
            <a:spLocks noChangeArrowheads="1"/>
          </p:cNvSpPr>
          <p:nvPr/>
        </p:nvSpPr>
        <p:spPr bwMode="auto">
          <a:xfrm>
            <a:off x="2320925" y="2259013"/>
            <a:ext cx="360363" cy="360362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8800" name="Oval 16"/>
          <p:cNvSpPr>
            <a:spLocks noChangeArrowheads="1"/>
          </p:cNvSpPr>
          <p:nvPr/>
        </p:nvSpPr>
        <p:spPr bwMode="auto">
          <a:xfrm>
            <a:off x="2770188" y="1808163"/>
            <a:ext cx="360362" cy="360362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18801" name="Oval 17"/>
          <p:cNvSpPr>
            <a:spLocks noChangeArrowheads="1"/>
          </p:cNvSpPr>
          <p:nvPr/>
        </p:nvSpPr>
        <p:spPr bwMode="auto">
          <a:xfrm>
            <a:off x="2770188" y="13589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18802" name="AutoShape 18"/>
          <p:cNvCxnSpPr>
            <a:cxnSpLocks noChangeShapeType="1"/>
            <a:stCxn id="118799" idx="7"/>
            <a:endCxn id="118800" idx="3"/>
          </p:cNvCxnSpPr>
          <p:nvPr/>
        </p:nvCxnSpPr>
        <p:spPr bwMode="auto">
          <a:xfrm flipV="1">
            <a:off x="2628900" y="2125663"/>
            <a:ext cx="193675" cy="176212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03" name="AutoShape 19"/>
          <p:cNvCxnSpPr>
            <a:cxnSpLocks noChangeShapeType="1"/>
            <a:stCxn id="118800" idx="7"/>
          </p:cNvCxnSpPr>
          <p:nvPr/>
        </p:nvCxnSpPr>
        <p:spPr bwMode="auto">
          <a:xfrm flipV="1">
            <a:off x="3078163" y="1225550"/>
            <a:ext cx="644525" cy="625475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04" name="AutoShape 20"/>
          <p:cNvCxnSpPr>
            <a:cxnSpLocks noChangeShapeType="1"/>
            <a:stCxn id="118798" idx="5"/>
            <a:endCxn id="118801" idx="1"/>
          </p:cNvCxnSpPr>
          <p:nvPr/>
        </p:nvCxnSpPr>
        <p:spPr bwMode="auto">
          <a:xfrm>
            <a:off x="2628900" y="1225550"/>
            <a:ext cx="193675" cy="17621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05" name="AutoShape 21"/>
          <p:cNvCxnSpPr>
            <a:cxnSpLocks noChangeShapeType="1"/>
            <a:stCxn id="118801" idx="5"/>
          </p:cNvCxnSpPr>
          <p:nvPr/>
        </p:nvCxnSpPr>
        <p:spPr bwMode="auto">
          <a:xfrm>
            <a:off x="3078163" y="1676400"/>
            <a:ext cx="644525" cy="62547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806" name="Line 22"/>
          <p:cNvSpPr>
            <a:spLocks noChangeShapeType="1"/>
          </p:cNvSpPr>
          <p:nvPr/>
        </p:nvSpPr>
        <p:spPr bwMode="auto">
          <a:xfrm>
            <a:off x="2681288" y="1089025"/>
            <a:ext cx="9890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07" name="Line 23"/>
          <p:cNvSpPr>
            <a:spLocks noChangeShapeType="1"/>
          </p:cNvSpPr>
          <p:nvPr/>
        </p:nvSpPr>
        <p:spPr bwMode="auto">
          <a:xfrm>
            <a:off x="2681288" y="2438400"/>
            <a:ext cx="9890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08" name="Oval 24"/>
          <p:cNvSpPr>
            <a:spLocks noChangeArrowheads="1"/>
          </p:cNvSpPr>
          <p:nvPr/>
        </p:nvSpPr>
        <p:spPr bwMode="auto">
          <a:xfrm>
            <a:off x="3671888" y="908050"/>
            <a:ext cx="360362" cy="360363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8809" name="Oval 25"/>
          <p:cNvSpPr>
            <a:spLocks noChangeArrowheads="1"/>
          </p:cNvSpPr>
          <p:nvPr/>
        </p:nvSpPr>
        <p:spPr bwMode="auto">
          <a:xfrm>
            <a:off x="3671888" y="2259013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118810" name="Oval 26"/>
          <p:cNvSpPr>
            <a:spLocks noChangeArrowheads="1"/>
          </p:cNvSpPr>
          <p:nvPr/>
        </p:nvSpPr>
        <p:spPr bwMode="auto">
          <a:xfrm>
            <a:off x="4121150" y="1808163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8811" name="Oval 27"/>
          <p:cNvSpPr>
            <a:spLocks noChangeArrowheads="1"/>
          </p:cNvSpPr>
          <p:nvPr/>
        </p:nvSpPr>
        <p:spPr bwMode="auto">
          <a:xfrm>
            <a:off x="4121150" y="1358900"/>
            <a:ext cx="360363" cy="360363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cxnSp>
        <p:nvCxnSpPr>
          <p:cNvPr id="118812" name="AutoShape 28"/>
          <p:cNvCxnSpPr>
            <a:cxnSpLocks noChangeShapeType="1"/>
            <a:stCxn id="118809" idx="7"/>
            <a:endCxn id="118810" idx="3"/>
          </p:cNvCxnSpPr>
          <p:nvPr/>
        </p:nvCxnSpPr>
        <p:spPr bwMode="auto">
          <a:xfrm flipV="1">
            <a:off x="3979863" y="2125663"/>
            <a:ext cx="193675" cy="17621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13" name="AutoShape 29"/>
          <p:cNvCxnSpPr>
            <a:cxnSpLocks noChangeShapeType="1"/>
            <a:stCxn id="118810" idx="7"/>
          </p:cNvCxnSpPr>
          <p:nvPr/>
        </p:nvCxnSpPr>
        <p:spPr bwMode="auto">
          <a:xfrm flipV="1">
            <a:off x="4429125" y="1225550"/>
            <a:ext cx="644525" cy="62547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14" name="AutoShape 30"/>
          <p:cNvCxnSpPr>
            <a:cxnSpLocks noChangeShapeType="1"/>
            <a:stCxn id="118808" idx="5"/>
            <a:endCxn id="118811" idx="1"/>
          </p:cNvCxnSpPr>
          <p:nvPr/>
        </p:nvCxnSpPr>
        <p:spPr bwMode="auto">
          <a:xfrm>
            <a:off x="3979863" y="1225550"/>
            <a:ext cx="193675" cy="176213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15" name="AutoShape 31"/>
          <p:cNvCxnSpPr>
            <a:cxnSpLocks noChangeShapeType="1"/>
            <a:stCxn id="118811" idx="5"/>
          </p:cNvCxnSpPr>
          <p:nvPr/>
        </p:nvCxnSpPr>
        <p:spPr bwMode="auto">
          <a:xfrm>
            <a:off x="4429125" y="1676400"/>
            <a:ext cx="644525" cy="625475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sp>
        <p:nvSpPr>
          <p:cNvPr id="118816" name="Line 32"/>
          <p:cNvSpPr>
            <a:spLocks noChangeShapeType="1"/>
          </p:cNvSpPr>
          <p:nvPr/>
        </p:nvSpPr>
        <p:spPr bwMode="auto">
          <a:xfrm>
            <a:off x="4032250" y="1089025"/>
            <a:ext cx="9890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17" name="Line 33"/>
          <p:cNvSpPr>
            <a:spLocks noChangeShapeType="1"/>
          </p:cNvSpPr>
          <p:nvPr/>
        </p:nvSpPr>
        <p:spPr bwMode="auto">
          <a:xfrm>
            <a:off x="4032250" y="2438400"/>
            <a:ext cx="9890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18" name="Oval 34"/>
          <p:cNvSpPr>
            <a:spLocks noChangeArrowheads="1"/>
          </p:cNvSpPr>
          <p:nvPr/>
        </p:nvSpPr>
        <p:spPr bwMode="auto">
          <a:xfrm>
            <a:off x="5022850" y="90805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819" name="Oval 35"/>
          <p:cNvSpPr>
            <a:spLocks noChangeArrowheads="1"/>
          </p:cNvSpPr>
          <p:nvPr/>
        </p:nvSpPr>
        <p:spPr bwMode="auto">
          <a:xfrm>
            <a:off x="5022850" y="2259013"/>
            <a:ext cx="360363" cy="360362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820" name="Oval 36"/>
          <p:cNvSpPr>
            <a:spLocks noChangeArrowheads="1"/>
          </p:cNvSpPr>
          <p:nvPr/>
        </p:nvSpPr>
        <p:spPr bwMode="auto">
          <a:xfrm>
            <a:off x="5472113" y="1808163"/>
            <a:ext cx="360362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8821" name="Oval 37"/>
          <p:cNvSpPr>
            <a:spLocks noChangeArrowheads="1"/>
          </p:cNvSpPr>
          <p:nvPr/>
        </p:nvSpPr>
        <p:spPr bwMode="auto">
          <a:xfrm>
            <a:off x="5472113" y="13589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18822" name="AutoShape 38"/>
          <p:cNvCxnSpPr>
            <a:cxnSpLocks noChangeShapeType="1"/>
            <a:stCxn id="118819" idx="7"/>
            <a:endCxn id="118820" idx="3"/>
          </p:cNvCxnSpPr>
          <p:nvPr/>
        </p:nvCxnSpPr>
        <p:spPr bwMode="auto">
          <a:xfrm flipV="1">
            <a:off x="5330825" y="2125663"/>
            <a:ext cx="193675" cy="17621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23" name="AutoShape 39"/>
          <p:cNvCxnSpPr>
            <a:cxnSpLocks noChangeShapeType="1"/>
            <a:stCxn id="118820" idx="7"/>
          </p:cNvCxnSpPr>
          <p:nvPr/>
        </p:nvCxnSpPr>
        <p:spPr bwMode="auto">
          <a:xfrm flipV="1">
            <a:off x="5780088" y="1225550"/>
            <a:ext cx="644525" cy="62547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24" name="AutoShape 40"/>
          <p:cNvCxnSpPr>
            <a:cxnSpLocks noChangeShapeType="1"/>
            <a:stCxn id="118818" idx="5"/>
            <a:endCxn id="118821" idx="1"/>
          </p:cNvCxnSpPr>
          <p:nvPr/>
        </p:nvCxnSpPr>
        <p:spPr bwMode="auto">
          <a:xfrm>
            <a:off x="5330825" y="1225550"/>
            <a:ext cx="193675" cy="17621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25" name="AutoShape 41"/>
          <p:cNvCxnSpPr>
            <a:cxnSpLocks noChangeShapeType="1"/>
            <a:stCxn id="118821" idx="5"/>
          </p:cNvCxnSpPr>
          <p:nvPr/>
        </p:nvCxnSpPr>
        <p:spPr bwMode="auto">
          <a:xfrm>
            <a:off x="5780088" y="1676400"/>
            <a:ext cx="644525" cy="62547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826" name="Line 42"/>
          <p:cNvSpPr>
            <a:spLocks noChangeShapeType="1"/>
          </p:cNvSpPr>
          <p:nvPr/>
        </p:nvSpPr>
        <p:spPr bwMode="auto">
          <a:xfrm>
            <a:off x="5383213" y="1089025"/>
            <a:ext cx="9890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27" name="Line 43"/>
          <p:cNvSpPr>
            <a:spLocks noChangeShapeType="1"/>
          </p:cNvSpPr>
          <p:nvPr/>
        </p:nvSpPr>
        <p:spPr bwMode="auto">
          <a:xfrm>
            <a:off x="5383213" y="2438400"/>
            <a:ext cx="989012" cy="0"/>
          </a:xfrm>
          <a:prstGeom prst="line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28" name="Oval 44"/>
          <p:cNvSpPr>
            <a:spLocks noChangeArrowheads="1"/>
          </p:cNvSpPr>
          <p:nvPr/>
        </p:nvSpPr>
        <p:spPr bwMode="auto">
          <a:xfrm>
            <a:off x="6372225" y="908050"/>
            <a:ext cx="360363" cy="3603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18829" name="Oval 45"/>
          <p:cNvSpPr>
            <a:spLocks noChangeArrowheads="1"/>
          </p:cNvSpPr>
          <p:nvPr/>
        </p:nvSpPr>
        <p:spPr bwMode="auto">
          <a:xfrm>
            <a:off x="6372225" y="2259013"/>
            <a:ext cx="360363" cy="360362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8830" name="Oval 46"/>
          <p:cNvSpPr>
            <a:spLocks noChangeArrowheads="1"/>
          </p:cNvSpPr>
          <p:nvPr/>
        </p:nvSpPr>
        <p:spPr bwMode="auto">
          <a:xfrm>
            <a:off x="6821488" y="1808163"/>
            <a:ext cx="360362" cy="360362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18831" name="Oval 47"/>
          <p:cNvSpPr>
            <a:spLocks noChangeArrowheads="1"/>
          </p:cNvSpPr>
          <p:nvPr/>
        </p:nvSpPr>
        <p:spPr bwMode="auto">
          <a:xfrm>
            <a:off x="6821488" y="1358900"/>
            <a:ext cx="360362" cy="360363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18832" name="AutoShape 48"/>
          <p:cNvCxnSpPr>
            <a:cxnSpLocks noChangeShapeType="1"/>
            <a:stCxn id="118829" idx="7"/>
            <a:endCxn id="118830" idx="3"/>
          </p:cNvCxnSpPr>
          <p:nvPr/>
        </p:nvCxnSpPr>
        <p:spPr bwMode="auto">
          <a:xfrm flipV="1">
            <a:off x="6680200" y="2125663"/>
            <a:ext cx="193675" cy="176212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33" name="AutoShape 49"/>
          <p:cNvCxnSpPr>
            <a:cxnSpLocks noChangeShapeType="1"/>
            <a:stCxn id="118830" idx="7"/>
          </p:cNvCxnSpPr>
          <p:nvPr/>
        </p:nvCxnSpPr>
        <p:spPr bwMode="auto">
          <a:xfrm flipV="1">
            <a:off x="7129463" y="1225550"/>
            <a:ext cx="644525" cy="625475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34" name="AutoShape 50"/>
          <p:cNvCxnSpPr>
            <a:cxnSpLocks noChangeShapeType="1"/>
            <a:stCxn id="118828" idx="5"/>
            <a:endCxn id="118831" idx="1"/>
          </p:cNvCxnSpPr>
          <p:nvPr/>
        </p:nvCxnSpPr>
        <p:spPr bwMode="auto">
          <a:xfrm>
            <a:off x="6680200" y="1225550"/>
            <a:ext cx="193675" cy="176213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35" name="AutoShape 51"/>
          <p:cNvCxnSpPr>
            <a:cxnSpLocks noChangeShapeType="1"/>
            <a:stCxn id="118831" idx="5"/>
          </p:cNvCxnSpPr>
          <p:nvPr/>
        </p:nvCxnSpPr>
        <p:spPr bwMode="auto">
          <a:xfrm>
            <a:off x="7129463" y="1676400"/>
            <a:ext cx="644525" cy="62547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836" name="Line 52"/>
          <p:cNvSpPr>
            <a:spLocks noChangeShapeType="1"/>
          </p:cNvSpPr>
          <p:nvPr/>
        </p:nvSpPr>
        <p:spPr bwMode="auto">
          <a:xfrm>
            <a:off x="6732588" y="1089025"/>
            <a:ext cx="9890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37" name="Line 53"/>
          <p:cNvSpPr>
            <a:spLocks noChangeShapeType="1"/>
          </p:cNvSpPr>
          <p:nvPr/>
        </p:nvSpPr>
        <p:spPr bwMode="auto">
          <a:xfrm>
            <a:off x="6732588" y="2438400"/>
            <a:ext cx="9890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38" name="Oval 54"/>
          <p:cNvSpPr>
            <a:spLocks noChangeArrowheads="1"/>
          </p:cNvSpPr>
          <p:nvPr/>
        </p:nvSpPr>
        <p:spPr bwMode="auto">
          <a:xfrm>
            <a:off x="7723188" y="908050"/>
            <a:ext cx="360362" cy="360363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839" name="Oval 55"/>
          <p:cNvSpPr>
            <a:spLocks noChangeArrowheads="1"/>
          </p:cNvSpPr>
          <p:nvPr/>
        </p:nvSpPr>
        <p:spPr bwMode="auto">
          <a:xfrm>
            <a:off x="7723188" y="2259013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8840" name="Oval 56"/>
          <p:cNvSpPr>
            <a:spLocks noChangeArrowheads="1"/>
          </p:cNvSpPr>
          <p:nvPr/>
        </p:nvSpPr>
        <p:spPr bwMode="auto">
          <a:xfrm>
            <a:off x="8172450" y="1808163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8841" name="Oval 57"/>
          <p:cNvSpPr>
            <a:spLocks noChangeArrowheads="1"/>
          </p:cNvSpPr>
          <p:nvPr/>
        </p:nvSpPr>
        <p:spPr bwMode="auto">
          <a:xfrm>
            <a:off x="8172450" y="1358900"/>
            <a:ext cx="360363" cy="360363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18842" name="AutoShape 58"/>
          <p:cNvCxnSpPr>
            <a:cxnSpLocks noChangeShapeType="1"/>
            <a:stCxn id="118839" idx="7"/>
            <a:endCxn id="118840" idx="3"/>
          </p:cNvCxnSpPr>
          <p:nvPr/>
        </p:nvCxnSpPr>
        <p:spPr bwMode="auto">
          <a:xfrm flipV="1">
            <a:off x="8031163" y="2125663"/>
            <a:ext cx="193675" cy="17621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43" name="AutoShape 59"/>
          <p:cNvCxnSpPr>
            <a:cxnSpLocks noChangeShapeType="1"/>
            <a:stCxn id="118838" idx="5"/>
            <a:endCxn id="118841" idx="1"/>
          </p:cNvCxnSpPr>
          <p:nvPr/>
        </p:nvCxnSpPr>
        <p:spPr bwMode="auto">
          <a:xfrm>
            <a:off x="8031163" y="1225550"/>
            <a:ext cx="193675" cy="176213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44" name="AutoShape 60"/>
          <p:cNvCxnSpPr>
            <a:cxnSpLocks noChangeShapeType="1"/>
            <a:stCxn id="118791" idx="7"/>
            <a:endCxn id="118786" idx="3"/>
          </p:cNvCxnSpPr>
          <p:nvPr/>
        </p:nvCxnSpPr>
        <p:spPr bwMode="auto">
          <a:xfrm flipV="1">
            <a:off x="828675" y="1225550"/>
            <a:ext cx="195263" cy="176213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45" name="AutoShape 61"/>
          <p:cNvCxnSpPr>
            <a:cxnSpLocks noChangeShapeType="1"/>
            <a:stCxn id="118790" idx="5"/>
            <a:endCxn id="118787" idx="1"/>
          </p:cNvCxnSpPr>
          <p:nvPr/>
        </p:nvCxnSpPr>
        <p:spPr bwMode="auto">
          <a:xfrm>
            <a:off x="828675" y="2125663"/>
            <a:ext cx="195263" cy="17621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846" name="Text Box 62"/>
          <p:cNvSpPr txBox="1">
            <a:spLocks noChangeArrowheads="1"/>
          </p:cNvSpPr>
          <p:nvPr/>
        </p:nvSpPr>
        <p:spPr bwMode="auto">
          <a:xfrm>
            <a:off x="855663" y="36830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1,1</a:t>
            </a:r>
          </a:p>
        </p:txBody>
      </p:sp>
      <p:sp>
        <p:nvSpPr>
          <p:cNvPr id="118847" name="Text Box 63"/>
          <p:cNvSpPr txBox="1">
            <a:spLocks noChangeArrowheads="1"/>
          </p:cNvSpPr>
          <p:nvPr/>
        </p:nvSpPr>
        <p:spPr bwMode="auto">
          <a:xfrm>
            <a:off x="2206625" y="36830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1,2</a:t>
            </a:r>
          </a:p>
        </p:txBody>
      </p:sp>
      <p:sp>
        <p:nvSpPr>
          <p:cNvPr id="118848" name="Text Box 64"/>
          <p:cNvSpPr txBox="1">
            <a:spLocks noChangeArrowheads="1"/>
          </p:cNvSpPr>
          <p:nvPr/>
        </p:nvSpPr>
        <p:spPr bwMode="auto">
          <a:xfrm>
            <a:off x="3556000" y="36830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1,3</a:t>
            </a:r>
          </a:p>
        </p:txBody>
      </p:sp>
      <p:sp>
        <p:nvSpPr>
          <p:cNvPr id="118849" name="Text Box 65"/>
          <p:cNvSpPr txBox="1">
            <a:spLocks noChangeArrowheads="1"/>
          </p:cNvSpPr>
          <p:nvPr/>
        </p:nvSpPr>
        <p:spPr bwMode="auto">
          <a:xfrm>
            <a:off x="4906963" y="36830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1,4</a:t>
            </a:r>
          </a:p>
        </p:txBody>
      </p:sp>
      <p:sp>
        <p:nvSpPr>
          <p:cNvPr id="118850" name="Text Box 66"/>
          <p:cNvSpPr txBox="1">
            <a:spLocks noChangeArrowheads="1"/>
          </p:cNvSpPr>
          <p:nvPr/>
        </p:nvSpPr>
        <p:spPr bwMode="auto">
          <a:xfrm>
            <a:off x="6256338" y="36830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1,5</a:t>
            </a:r>
          </a:p>
        </p:txBody>
      </p:sp>
      <p:sp>
        <p:nvSpPr>
          <p:cNvPr id="118851" name="Text Box 67"/>
          <p:cNvSpPr txBox="1">
            <a:spLocks noChangeArrowheads="1"/>
          </p:cNvSpPr>
          <p:nvPr/>
        </p:nvSpPr>
        <p:spPr bwMode="auto">
          <a:xfrm>
            <a:off x="7607300" y="36830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1,6</a:t>
            </a:r>
          </a:p>
        </p:txBody>
      </p:sp>
      <p:sp>
        <p:nvSpPr>
          <p:cNvPr id="118852" name="Text Box 68"/>
          <p:cNvSpPr txBox="1">
            <a:spLocks noChangeArrowheads="1"/>
          </p:cNvSpPr>
          <p:nvPr/>
        </p:nvSpPr>
        <p:spPr bwMode="auto">
          <a:xfrm>
            <a:off x="855663" y="26130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2,1</a:t>
            </a:r>
          </a:p>
        </p:txBody>
      </p:sp>
      <p:sp>
        <p:nvSpPr>
          <p:cNvPr id="118853" name="Text Box 69"/>
          <p:cNvSpPr txBox="1">
            <a:spLocks noChangeArrowheads="1"/>
          </p:cNvSpPr>
          <p:nvPr/>
        </p:nvSpPr>
        <p:spPr bwMode="auto">
          <a:xfrm>
            <a:off x="2206625" y="26130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2,2</a:t>
            </a:r>
          </a:p>
        </p:txBody>
      </p:sp>
      <p:sp>
        <p:nvSpPr>
          <p:cNvPr id="118854" name="Text Box 70"/>
          <p:cNvSpPr txBox="1">
            <a:spLocks noChangeArrowheads="1"/>
          </p:cNvSpPr>
          <p:nvPr/>
        </p:nvSpPr>
        <p:spPr bwMode="auto">
          <a:xfrm>
            <a:off x="3556000" y="26130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2,3</a:t>
            </a:r>
          </a:p>
        </p:txBody>
      </p:sp>
      <p:sp>
        <p:nvSpPr>
          <p:cNvPr id="118855" name="Text Box 71"/>
          <p:cNvSpPr txBox="1">
            <a:spLocks noChangeArrowheads="1"/>
          </p:cNvSpPr>
          <p:nvPr/>
        </p:nvSpPr>
        <p:spPr bwMode="auto">
          <a:xfrm>
            <a:off x="4906963" y="26130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2,4</a:t>
            </a:r>
          </a:p>
        </p:txBody>
      </p:sp>
      <p:sp>
        <p:nvSpPr>
          <p:cNvPr id="118856" name="Text Box 72"/>
          <p:cNvSpPr txBox="1">
            <a:spLocks noChangeArrowheads="1"/>
          </p:cNvSpPr>
          <p:nvPr/>
        </p:nvSpPr>
        <p:spPr bwMode="auto">
          <a:xfrm>
            <a:off x="6256338" y="26130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2,5</a:t>
            </a:r>
          </a:p>
        </p:txBody>
      </p:sp>
      <p:sp>
        <p:nvSpPr>
          <p:cNvPr id="118857" name="Text Box 73"/>
          <p:cNvSpPr txBox="1">
            <a:spLocks noChangeArrowheads="1"/>
          </p:cNvSpPr>
          <p:nvPr/>
        </p:nvSpPr>
        <p:spPr bwMode="auto">
          <a:xfrm>
            <a:off x="7607300" y="26130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2,6</a:t>
            </a:r>
          </a:p>
        </p:txBody>
      </p:sp>
      <p:sp>
        <p:nvSpPr>
          <p:cNvPr id="118858" name="Text Box 74"/>
          <p:cNvSpPr txBox="1">
            <a:spLocks noChangeArrowheads="1"/>
          </p:cNvSpPr>
          <p:nvPr/>
        </p:nvSpPr>
        <p:spPr bwMode="auto">
          <a:xfrm>
            <a:off x="161925" y="936625"/>
            <a:ext cx="5699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1</a:t>
            </a:r>
          </a:p>
        </p:txBody>
      </p:sp>
      <p:sp>
        <p:nvSpPr>
          <p:cNvPr id="118859" name="Text Box 75"/>
          <p:cNvSpPr txBox="1">
            <a:spLocks noChangeArrowheads="1"/>
          </p:cNvSpPr>
          <p:nvPr/>
        </p:nvSpPr>
        <p:spPr bwMode="auto">
          <a:xfrm>
            <a:off x="161925" y="2287588"/>
            <a:ext cx="5699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line </a:t>
            </a: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60" name="Line 76"/>
          <p:cNvSpPr>
            <a:spLocks noChangeShapeType="1"/>
          </p:cNvSpPr>
          <p:nvPr/>
        </p:nvSpPr>
        <p:spPr bwMode="auto">
          <a:xfrm>
            <a:off x="73025" y="1763713"/>
            <a:ext cx="450850" cy="0"/>
          </a:xfrm>
          <a:prstGeom prst="line">
            <a:avLst/>
          </a:prstGeom>
          <a:noFill/>
          <a:ln w="76200">
            <a:solidFill>
              <a:srgbClr val="00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61" name="Line 77"/>
          <p:cNvSpPr>
            <a:spLocks noChangeShapeType="1"/>
          </p:cNvSpPr>
          <p:nvPr/>
        </p:nvSpPr>
        <p:spPr bwMode="auto">
          <a:xfrm>
            <a:off x="8534400" y="1763713"/>
            <a:ext cx="450850" cy="0"/>
          </a:xfrm>
          <a:prstGeom prst="line">
            <a:avLst/>
          </a:prstGeom>
          <a:noFill/>
          <a:ln w="76200">
            <a:solidFill>
              <a:srgbClr val="00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62" name="Text Box 78"/>
          <p:cNvSpPr txBox="1">
            <a:spLocks noChangeArrowheads="1"/>
          </p:cNvSpPr>
          <p:nvPr/>
        </p:nvSpPr>
        <p:spPr bwMode="auto">
          <a:xfrm>
            <a:off x="1125538" y="37814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1,1</a:t>
            </a:r>
          </a:p>
        </p:txBody>
      </p:sp>
      <p:sp>
        <p:nvSpPr>
          <p:cNvPr id="118863" name="Text Box 79"/>
          <p:cNvSpPr txBox="1">
            <a:spLocks noChangeArrowheads="1"/>
          </p:cNvSpPr>
          <p:nvPr/>
        </p:nvSpPr>
        <p:spPr bwMode="auto">
          <a:xfrm>
            <a:off x="2386013" y="37814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1,2</a:t>
            </a:r>
          </a:p>
        </p:txBody>
      </p:sp>
      <p:sp>
        <p:nvSpPr>
          <p:cNvPr id="118864" name="Text Box 80"/>
          <p:cNvSpPr txBox="1">
            <a:spLocks noChangeArrowheads="1"/>
          </p:cNvSpPr>
          <p:nvPr/>
        </p:nvSpPr>
        <p:spPr bwMode="auto">
          <a:xfrm>
            <a:off x="3646488" y="37814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1,3</a:t>
            </a:r>
          </a:p>
        </p:txBody>
      </p:sp>
      <p:sp>
        <p:nvSpPr>
          <p:cNvPr id="118865" name="Text Box 81"/>
          <p:cNvSpPr txBox="1">
            <a:spLocks noChangeArrowheads="1"/>
          </p:cNvSpPr>
          <p:nvPr/>
        </p:nvSpPr>
        <p:spPr bwMode="auto">
          <a:xfrm>
            <a:off x="4906963" y="37814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1,4</a:t>
            </a:r>
          </a:p>
        </p:txBody>
      </p:sp>
      <p:sp>
        <p:nvSpPr>
          <p:cNvPr id="118866" name="Text Box 82"/>
          <p:cNvSpPr txBox="1">
            <a:spLocks noChangeArrowheads="1"/>
          </p:cNvSpPr>
          <p:nvPr/>
        </p:nvSpPr>
        <p:spPr bwMode="auto">
          <a:xfrm>
            <a:off x="6167438" y="37814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1,5</a:t>
            </a:r>
          </a:p>
        </p:txBody>
      </p:sp>
      <p:sp>
        <p:nvSpPr>
          <p:cNvPr id="118867" name="Text Box 83"/>
          <p:cNvSpPr txBox="1">
            <a:spLocks noChangeArrowheads="1"/>
          </p:cNvSpPr>
          <p:nvPr/>
        </p:nvSpPr>
        <p:spPr bwMode="auto">
          <a:xfrm>
            <a:off x="7426325" y="3781425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1,6</a:t>
            </a:r>
          </a:p>
        </p:txBody>
      </p:sp>
      <p:sp>
        <p:nvSpPr>
          <p:cNvPr id="118868" name="Text Box 84"/>
          <p:cNvSpPr txBox="1">
            <a:spLocks noChangeArrowheads="1"/>
          </p:cNvSpPr>
          <p:nvPr/>
        </p:nvSpPr>
        <p:spPr bwMode="auto">
          <a:xfrm>
            <a:off x="1125538" y="594995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2,1</a:t>
            </a:r>
          </a:p>
        </p:txBody>
      </p:sp>
      <p:sp>
        <p:nvSpPr>
          <p:cNvPr id="118869" name="Text Box 85"/>
          <p:cNvSpPr txBox="1">
            <a:spLocks noChangeArrowheads="1"/>
          </p:cNvSpPr>
          <p:nvPr/>
        </p:nvSpPr>
        <p:spPr bwMode="auto">
          <a:xfrm>
            <a:off x="2386013" y="594995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2,2</a:t>
            </a:r>
          </a:p>
        </p:txBody>
      </p:sp>
      <p:sp>
        <p:nvSpPr>
          <p:cNvPr id="118870" name="Text Box 86"/>
          <p:cNvSpPr txBox="1">
            <a:spLocks noChangeArrowheads="1"/>
          </p:cNvSpPr>
          <p:nvPr/>
        </p:nvSpPr>
        <p:spPr bwMode="auto">
          <a:xfrm>
            <a:off x="3646488" y="594995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2,3</a:t>
            </a:r>
          </a:p>
        </p:txBody>
      </p:sp>
      <p:sp>
        <p:nvSpPr>
          <p:cNvPr id="118871" name="Text Box 87"/>
          <p:cNvSpPr txBox="1">
            <a:spLocks noChangeArrowheads="1"/>
          </p:cNvSpPr>
          <p:nvPr/>
        </p:nvSpPr>
        <p:spPr bwMode="auto">
          <a:xfrm>
            <a:off x="4906963" y="594995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2,4</a:t>
            </a:r>
          </a:p>
        </p:txBody>
      </p:sp>
      <p:sp>
        <p:nvSpPr>
          <p:cNvPr id="118872" name="Text Box 88"/>
          <p:cNvSpPr txBox="1">
            <a:spLocks noChangeArrowheads="1"/>
          </p:cNvSpPr>
          <p:nvPr/>
        </p:nvSpPr>
        <p:spPr bwMode="auto">
          <a:xfrm>
            <a:off x="6167438" y="594995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2,5</a:t>
            </a:r>
          </a:p>
        </p:txBody>
      </p:sp>
      <p:sp>
        <p:nvSpPr>
          <p:cNvPr id="118873" name="Text Box 89"/>
          <p:cNvSpPr txBox="1">
            <a:spLocks noChangeArrowheads="1"/>
          </p:cNvSpPr>
          <p:nvPr/>
        </p:nvSpPr>
        <p:spPr bwMode="auto">
          <a:xfrm>
            <a:off x="7426325" y="594995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r>
              <a:rPr kumimoji="1" lang="en-US" altLang="zh-TW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2,6</a:t>
            </a:r>
          </a:p>
        </p:txBody>
      </p:sp>
      <p:sp>
        <p:nvSpPr>
          <p:cNvPr id="118874" name="Oval 90"/>
          <p:cNvSpPr>
            <a:spLocks noChangeArrowheads="1"/>
          </p:cNvSpPr>
          <p:nvPr/>
        </p:nvSpPr>
        <p:spPr bwMode="auto">
          <a:xfrm>
            <a:off x="1241425" y="4329113"/>
            <a:ext cx="360363" cy="360362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18875" name="Oval 91"/>
          <p:cNvSpPr>
            <a:spLocks noChangeArrowheads="1"/>
          </p:cNvSpPr>
          <p:nvPr/>
        </p:nvSpPr>
        <p:spPr bwMode="auto">
          <a:xfrm>
            <a:off x="1241425" y="5589588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18876" name="AutoShape 92"/>
          <p:cNvCxnSpPr>
            <a:cxnSpLocks noChangeShapeType="1"/>
            <a:stCxn id="118875" idx="7"/>
            <a:endCxn id="118880" idx="3"/>
          </p:cNvCxnSpPr>
          <p:nvPr/>
        </p:nvCxnSpPr>
        <p:spPr bwMode="auto">
          <a:xfrm flipV="1">
            <a:off x="1549400" y="4646613"/>
            <a:ext cx="1004888" cy="98583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77" name="AutoShape 93"/>
          <p:cNvCxnSpPr>
            <a:cxnSpLocks noChangeShapeType="1"/>
            <a:stCxn id="118874" idx="5"/>
            <a:endCxn id="118881" idx="1"/>
          </p:cNvCxnSpPr>
          <p:nvPr/>
        </p:nvCxnSpPr>
        <p:spPr bwMode="auto">
          <a:xfrm>
            <a:off x="1549400" y="4646613"/>
            <a:ext cx="1004888" cy="985837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sp>
        <p:nvSpPr>
          <p:cNvPr id="118878" name="Line 94"/>
          <p:cNvSpPr>
            <a:spLocks noChangeShapeType="1"/>
          </p:cNvSpPr>
          <p:nvPr/>
        </p:nvSpPr>
        <p:spPr bwMode="auto">
          <a:xfrm flipV="1">
            <a:off x="1601788" y="4508500"/>
            <a:ext cx="900112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79" name="Line 95"/>
          <p:cNvSpPr>
            <a:spLocks noChangeShapeType="1"/>
          </p:cNvSpPr>
          <p:nvPr/>
        </p:nvSpPr>
        <p:spPr bwMode="auto">
          <a:xfrm>
            <a:off x="1601788" y="5768975"/>
            <a:ext cx="9001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80" name="Oval 96"/>
          <p:cNvSpPr>
            <a:spLocks noChangeArrowheads="1"/>
          </p:cNvSpPr>
          <p:nvPr/>
        </p:nvSpPr>
        <p:spPr bwMode="auto">
          <a:xfrm>
            <a:off x="2501900" y="4329113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18881" name="Oval 97"/>
          <p:cNvSpPr>
            <a:spLocks noChangeArrowheads="1"/>
          </p:cNvSpPr>
          <p:nvPr/>
        </p:nvSpPr>
        <p:spPr bwMode="auto">
          <a:xfrm>
            <a:off x="2501900" y="5589588"/>
            <a:ext cx="360363" cy="360362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18882" name="AutoShape 98"/>
          <p:cNvCxnSpPr>
            <a:cxnSpLocks noChangeShapeType="1"/>
            <a:stCxn id="118881" idx="7"/>
            <a:endCxn id="118886" idx="3"/>
          </p:cNvCxnSpPr>
          <p:nvPr/>
        </p:nvCxnSpPr>
        <p:spPr bwMode="auto">
          <a:xfrm flipV="1">
            <a:off x="2809875" y="4646613"/>
            <a:ext cx="1004888" cy="985837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883" name="AutoShape 99"/>
          <p:cNvCxnSpPr>
            <a:cxnSpLocks noChangeShapeType="1"/>
            <a:stCxn id="118880" idx="5"/>
            <a:endCxn id="118887" idx="1"/>
          </p:cNvCxnSpPr>
          <p:nvPr/>
        </p:nvCxnSpPr>
        <p:spPr bwMode="auto">
          <a:xfrm>
            <a:off x="2809875" y="4646613"/>
            <a:ext cx="1004888" cy="98583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884" name="Line 100"/>
          <p:cNvSpPr>
            <a:spLocks noChangeShapeType="1"/>
          </p:cNvSpPr>
          <p:nvPr/>
        </p:nvSpPr>
        <p:spPr bwMode="auto">
          <a:xfrm flipV="1">
            <a:off x="2862263" y="4508500"/>
            <a:ext cx="900112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85" name="Line 101"/>
          <p:cNvSpPr>
            <a:spLocks noChangeShapeType="1"/>
          </p:cNvSpPr>
          <p:nvPr/>
        </p:nvSpPr>
        <p:spPr bwMode="auto">
          <a:xfrm>
            <a:off x="2862263" y="5768975"/>
            <a:ext cx="900112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86" name="Oval 102"/>
          <p:cNvSpPr>
            <a:spLocks noChangeArrowheads="1"/>
          </p:cNvSpPr>
          <p:nvPr/>
        </p:nvSpPr>
        <p:spPr bwMode="auto">
          <a:xfrm>
            <a:off x="3762375" y="4329113"/>
            <a:ext cx="360363" cy="360362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18887" name="Oval 103"/>
          <p:cNvSpPr>
            <a:spLocks noChangeArrowheads="1"/>
          </p:cNvSpPr>
          <p:nvPr/>
        </p:nvSpPr>
        <p:spPr bwMode="auto">
          <a:xfrm>
            <a:off x="3762375" y="5589588"/>
            <a:ext cx="360363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8888" name="AutoShape 104"/>
          <p:cNvCxnSpPr>
            <a:cxnSpLocks noChangeShapeType="1"/>
            <a:stCxn id="118887" idx="7"/>
            <a:endCxn id="118892" idx="3"/>
          </p:cNvCxnSpPr>
          <p:nvPr/>
        </p:nvCxnSpPr>
        <p:spPr bwMode="auto">
          <a:xfrm flipV="1">
            <a:off x="4070350" y="4646613"/>
            <a:ext cx="1003300" cy="98583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89" name="AutoShape 105"/>
          <p:cNvCxnSpPr>
            <a:cxnSpLocks noChangeShapeType="1"/>
            <a:stCxn id="118886" idx="5"/>
            <a:endCxn id="118893" idx="1"/>
          </p:cNvCxnSpPr>
          <p:nvPr/>
        </p:nvCxnSpPr>
        <p:spPr bwMode="auto">
          <a:xfrm>
            <a:off x="4070350" y="4646613"/>
            <a:ext cx="1003300" cy="985837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sp>
        <p:nvSpPr>
          <p:cNvPr id="118890" name="Line 106"/>
          <p:cNvSpPr>
            <a:spLocks noChangeShapeType="1"/>
          </p:cNvSpPr>
          <p:nvPr/>
        </p:nvSpPr>
        <p:spPr bwMode="auto">
          <a:xfrm flipV="1">
            <a:off x="4122738" y="4508500"/>
            <a:ext cx="898525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91" name="Line 107"/>
          <p:cNvSpPr>
            <a:spLocks noChangeShapeType="1"/>
          </p:cNvSpPr>
          <p:nvPr/>
        </p:nvSpPr>
        <p:spPr bwMode="auto">
          <a:xfrm>
            <a:off x="4122738" y="5768975"/>
            <a:ext cx="89852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92" name="Oval 108"/>
          <p:cNvSpPr>
            <a:spLocks noChangeArrowheads="1"/>
          </p:cNvSpPr>
          <p:nvPr/>
        </p:nvSpPr>
        <p:spPr bwMode="auto">
          <a:xfrm>
            <a:off x="5021263" y="4329113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18893" name="Oval 109"/>
          <p:cNvSpPr>
            <a:spLocks noChangeArrowheads="1"/>
          </p:cNvSpPr>
          <p:nvPr/>
        </p:nvSpPr>
        <p:spPr bwMode="auto">
          <a:xfrm>
            <a:off x="5021263" y="5589588"/>
            <a:ext cx="360362" cy="360362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  <a:sym typeface="Symbol" pitchFamily="18" charset="2"/>
              </a:rPr>
              <a:t></a:t>
            </a:r>
          </a:p>
        </p:txBody>
      </p:sp>
      <p:cxnSp>
        <p:nvCxnSpPr>
          <p:cNvPr id="118894" name="AutoShape 110"/>
          <p:cNvCxnSpPr>
            <a:cxnSpLocks noChangeShapeType="1"/>
            <a:stCxn id="118893" idx="7"/>
            <a:endCxn id="118898" idx="3"/>
          </p:cNvCxnSpPr>
          <p:nvPr/>
        </p:nvCxnSpPr>
        <p:spPr bwMode="auto">
          <a:xfrm flipV="1">
            <a:off x="5329238" y="4646613"/>
            <a:ext cx="1004887" cy="98583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895" name="AutoShape 111"/>
          <p:cNvCxnSpPr>
            <a:cxnSpLocks noChangeShapeType="1"/>
            <a:stCxn id="118892" idx="5"/>
            <a:endCxn id="118899" idx="1"/>
          </p:cNvCxnSpPr>
          <p:nvPr/>
        </p:nvCxnSpPr>
        <p:spPr bwMode="auto">
          <a:xfrm>
            <a:off x="5329238" y="4646613"/>
            <a:ext cx="1004887" cy="98583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896" name="Line 112"/>
          <p:cNvSpPr>
            <a:spLocks noChangeShapeType="1"/>
          </p:cNvSpPr>
          <p:nvPr/>
        </p:nvSpPr>
        <p:spPr bwMode="auto">
          <a:xfrm flipV="1">
            <a:off x="5381625" y="4508500"/>
            <a:ext cx="900113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97" name="Line 113"/>
          <p:cNvSpPr>
            <a:spLocks noChangeShapeType="1"/>
          </p:cNvSpPr>
          <p:nvPr/>
        </p:nvSpPr>
        <p:spPr bwMode="auto">
          <a:xfrm>
            <a:off x="5381625" y="5768975"/>
            <a:ext cx="900113" cy="0"/>
          </a:xfrm>
          <a:prstGeom prst="line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898" name="Oval 114"/>
          <p:cNvSpPr>
            <a:spLocks noChangeArrowheads="1"/>
          </p:cNvSpPr>
          <p:nvPr/>
        </p:nvSpPr>
        <p:spPr bwMode="auto">
          <a:xfrm>
            <a:off x="6281738" y="4329113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18899" name="Oval 115"/>
          <p:cNvSpPr>
            <a:spLocks noChangeArrowheads="1"/>
          </p:cNvSpPr>
          <p:nvPr/>
        </p:nvSpPr>
        <p:spPr bwMode="auto">
          <a:xfrm>
            <a:off x="6281738" y="5589588"/>
            <a:ext cx="360362" cy="360362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18900" name="AutoShape 116"/>
          <p:cNvCxnSpPr>
            <a:cxnSpLocks noChangeShapeType="1"/>
            <a:stCxn id="118899" idx="7"/>
            <a:endCxn id="118904" idx="3"/>
          </p:cNvCxnSpPr>
          <p:nvPr/>
        </p:nvCxnSpPr>
        <p:spPr bwMode="auto">
          <a:xfrm flipV="1">
            <a:off x="6589713" y="4646613"/>
            <a:ext cx="1004887" cy="985837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901" name="AutoShape 117"/>
          <p:cNvCxnSpPr>
            <a:cxnSpLocks noChangeShapeType="1"/>
            <a:stCxn id="118898" idx="5"/>
            <a:endCxn id="118905" idx="1"/>
          </p:cNvCxnSpPr>
          <p:nvPr/>
        </p:nvCxnSpPr>
        <p:spPr bwMode="auto">
          <a:xfrm>
            <a:off x="6589713" y="4646613"/>
            <a:ext cx="1004887" cy="985837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902" name="Line 118"/>
          <p:cNvSpPr>
            <a:spLocks noChangeShapeType="1"/>
          </p:cNvSpPr>
          <p:nvPr/>
        </p:nvSpPr>
        <p:spPr bwMode="auto">
          <a:xfrm flipV="1">
            <a:off x="6642100" y="4508500"/>
            <a:ext cx="900113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903" name="Line 119"/>
          <p:cNvSpPr>
            <a:spLocks noChangeShapeType="1"/>
          </p:cNvSpPr>
          <p:nvPr/>
        </p:nvSpPr>
        <p:spPr bwMode="auto">
          <a:xfrm>
            <a:off x="6642100" y="5768975"/>
            <a:ext cx="900113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8904" name="Oval 120"/>
          <p:cNvSpPr>
            <a:spLocks noChangeArrowheads="1"/>
          </p:cNvSpPr>
          <p:nvPr/>
        </p:nvSpPr>
        <p:spPr bwMode="auto">
          <a:xfrm>
            <a:off x="7542213" y="4329113"/>
            <a:ext cx="360362" cy="360362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18905" name="Oval 121"/>
          <p:cNvSpPr>
            <a:spLocks noChangeArrowheads="1"/>
          </p:cNvSpPr>
          <p:nvPr/>
        </p:nvSpPr>
        <p:spPr bwMode="auto">
          <a:xfrm>
            <a:off x="7542213" y="5589588"/>
            <a:ext cx="360362" cy="3603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18906" name="Oval 122"/>
          <p:cNvSpPr>
            <a:spLocks noChangeArrowheads="1"/>
          </p:cNvSpPr>
          <p:nvPr/>
        </p:nvSpPr>
        <p:spPr bwMode="auto">
          <a:xfrm>
            <a:off x="8170863" y="4959350"/>
            <a:ext cx="360362" cy="360363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118907" name="AutoShape 123"/>
          <p:cNvCxnSpPr>
            <a:cxnSpLocks noChangeShapeType="1"/>
            <a:stCxn id="118905" idx="7"/>
            <a:endCxn id="118906" idx="3"/>
          </p:cNvCxnSpPr>
          <p:nvPr/>
        </p:nvCxnSpPr>
        <p:spPr bwMode="auto">
          <a:xfrm flipV="1">
            <a:off x="7850188" y="5276850"/>
            <a:ext cx="373062" cy="3556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18908" name="AutoShape 124"/>
          <p:cNvCxnSpPr>
            <a:cxnSpLocks noChangeShapeType="1"/>
            <a:stCxn id="118904" idx="5"/>
            <a:endCxn id="118906" idx="1"/>
          </p:cNvCxnSpPr>
          <p:nvPr/>
        </p:nvCxnSpPr>
        <p:spPr bwMode="auto">
          <a:xfrm>
            <a:off x="7850188" y="4646613"/>
            <a:ext cx="373062" cy="355600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909" name="AutoShape 125"/>
          <p:cNvCxnSpPr>
            <a:cxnSpLocks noChangeShapeType="1"/>
            <a:endCxn id="118874" idx="3"/>
          </p:cNvCxnSpPr>
          <p:nvPr/>
        </p:nvCxnSpPr>
        <p:spPr bwMode="auto">
          <a:xfrm flipV="1">
            <a:off x="919163" y="4646613"/>
            <a:ext cx="374650" cy="355600"/>
          </a:xfrm>
          <a:prstGeom prst="straightConnector1">
            <a:avLst/>
          </a:prstGeom>
          <a:noFill/>
          <a:ln w="19050">
            <a:solidFill>
              <a:srgbClr val="00B0F0"/>
            </a:solidFill>
            <a:miter lim="800000"/>
            <a:headEnd/>
            <a:tailEnd type="triangle" w="med" len="med"/>
          </a:ln>
        </p:spPr>
      </p:cxnSp>
      <p:cxnSp>
        <p:nvCxnSpPr>
          <p:cNvPr id="118910" name="AutoShape 126"/>
          <p:cNvCxnSpPr>
            <a:cxnSpLocks noChangeShapeType="1"/>
            <a:endCxn id="118875" idx="1"/>
          </p:cNvCxnSpPr>
          <p:nvPr/>
        </p:nvCxnSpPr>
        <p:spPr bwMode="auto">
          <a:xfrm>
            <a:off x="919163" y="5276850"/>
            <a:ext cx="374650" cy="3556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18911" name="Text Box 127"/>
          <p:cNvSpPr txBox="1">
            <a:spLocks noChangeArrowheads="1"/>
          </p:cNvSpPr>
          <p:nvPr/>
        </p:nvSpPr>
        <p:spPr bwMode="auto">
          <a:xfrm>
            <a:off x="849313" y="4567238"/>
            <a:ext cx="269875" cy="360362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8912" name="Text Box 128"/>
          <p:cNvSpPr txBox="1">
            <a:spLocks noChangeArrowheads="1"/>
          </p:cNvSpPr>
          <p:nvPr/>
        </p:nvSpPr>
        <p:spPr bwMode="auto">
          <a:xfrm>
            <a:off x="841375" y="537527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18913" name="Text Box 129"/>
          <p:cNvSpPr txBox="1">
            <a:spLocks noChangeArrowheads="1"/>
          </p:cNvSpPr>
          <p:nvPr/>
        </p:nvSpPr>
        <p:spPr bwMode="auto">
          <a:xfrm>
            <a:off x="1916113" y="414972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8914" name="Text Box 130"/>
          <p:cNvSpPr txBox="1">
            <a:spLocks noChangeArrowheads="1"/>
          </p:cNvSpPr>
          <p:nvPr/>
        </p:nvSpPr>
        <p:spPr bwMode="auto">
          <a:xfrm>
            <a:off x="3176588" y="414972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8915" name="Text Box 131"/>
          <p:cNvSpPr txBox="1">
            <a:spLocks noChangeArrowheads="1"/>
          </p:cNvSpPr>
          <p:nvPr/>
        </p:nvSpPr>
        <p:spPr bwMode="auto">
          <a:xfrm>
            <a:off x="4437063" y="414972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916" name="Text Box 132"/>
          <p:cNvSpPr txBox="1">
            <a:spLocks noChangeArrowheads="1"/>
          </p:cNvSpPr>
          <p:nvPr/>
        </p:nvSpPr>
        <p:spPr bwMode="auto">
          <a:xfrm>
            <a:off x="5697538" y="414972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18917" name="Text Box 133"/>
          <p:cNvSpPr txBox="1">
            <a:spLocks noChangeArrowheads="1"/>
          </p:cNvSpPr>
          <p:nvPr/>
        </p:nvSpPr>
        <p:spPr bwMode="auto">
          <a:xfrm>
            <a:off x="6958013" y="414972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918" name="Text Box 134"/>
          <p:cNvSpPr txBox="1">
            <a:spLocks noChangeArrowheads="1"/>
          </p:cNvSpPr>
          <p:nvPr/>
        </p:nvSpPr>
        <p:spPr bwMode="auto">
          <a:xfrm>
            <a:off x="1916113" y="576897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8919" name="Text Box 135"/>
          <p:cNvSpPr txBox="1">
            <a:spLocks noChangeArrowheads="1"/>
          </p:cNvSpPr>
          <p:nvPr/>
        </p:nvSpPr>
        <p:spPr bwMode="auto">
          <a:xfrm>
            <a:off x="3176588" y="576897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118920" name="Text Box 136"/>
          <p:cNvSpPr txBox="1">
            <a:spLocks noChangeArrowheads="1"/>
          </p:cNvSpPr>
          <p:nvPr/>
        </p:nvSpPr>
        <p:spPr bwMode="auto">
          <a:xfrm>
            <a:off x="4437063" y="576897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921" name="Text Box 137"/>
          <p:cNvSpPr txBox="1">
            <a:spLocks noChangeArrowheads="1"/>
          </p:cNvSpPr>
          <p:nvPr/>
        </p:nvSpPr>
        <p:spPr bwMode="auto">
          <a:xfrm>
            <a:off x="5697538" y="5768975"/>
            <a:ext cx="269875" cy="36036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8922" name="Text Box 138"/>
          <p:cNvSpPr txBox="1">
            <a:spLocks noChangeArrowheads="1"/>
          </p:cNvSpPr>
          <p:nvPr/>
        </p:nvSpPr>
        <p:spPr bwMode="auto">
          <a:xfrm>
            <a:off x="6958013" y="5768975"/>
            <a:ext cx="269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8923" name="Text Box 139"/>
          <p:cNvSpPr txBox="1">
            <a:spLocks noChangeArrowheads="1"/>
          </p:cNvSpPr>
          <p:nvPr/>
        </p:nvSpPr>
        <p:spPr bwMode="auto">
          <a:xfrm>
            <a:off x="1781175" y="4598988"/>
            <a:ext cx="269875" cy="360362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8924" name="Text Box 140"/>
          <p:cNvSpPr txBox="1">
            <a:spLocks noChangeArrowheads="1"/>
          </p:cNvSpPr>
          <p:nvPr/>
        </p:nvSpPr>
        <p:spPr bwMode="auto">
          <a:xfrm>
            <a:off x="3041650" y="4598988"/>
            <a:ext cx="2698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8925" name="Text Box 141"/>
          <p:cNvSpPr txBox="1">
            <a:spLocks noChangeArrowheads="1"/>
          </p:cNvSpPr>
          <p:nvPr/>
        </p:nvSpPr>
        <p:spPr bwMode="auto">
          <a:xfrm>
            <a:off x="4302125" y="4598988"/>
            <a:ext cx="269875" cy="360362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8926" name="Text Box 142"/>
          <p:cNvSpPr txBox="1">
            <a:spLocks noChangeArrowheads="1"/>
          </p:cNvSpPr>
          <p:nvPr/>
        </p:nvSpPr>
        <p:spPr bwMode="auto">
          <a:xfrm>
            <a:off x="5562600" y="4598988"/>
            <a:ext cx="2698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18927" name="Text Box 143"/>
          <p:cNvSpPr txBox="1">
            <a:spLocks noChangeArrowheads="1"/>
          </p:cNvSpPr>
          <p:nvPr/>
        </p:nvSpPr>
        <p:spPr bwMode="auto">
          <a:xfrm>
            <a:off x="6823075" y="4598988"/>
            <a:ext cx="2698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118928" name="Text Box 144"/>
          <p:cNvSpPr txBox="1">
            <a:spLocks noChangeArrowheads="1"/>
          </p:cNvSpPr>
          <p:nvPr/>
        </p:nvSpPr>
        <p:spPr bwMode="auto">
          <a:xfrm>
            <a:off x="1781175" y="5319713"/>
            <a:ext cx="2698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118929" name="Text Box 145"/>
          <p:cNvSpPr txBox="1">
            <a:spLocks noChangeArrowheads="1"/>
          </p:cNvSpPr>
          <p:nvPr/>
        </p:nvSpPr>
        <p:spPr bwMode="auto">
          <a:xfrm>
            <a:off x="3041650" y="5319713"/>
            <a:ext cx="269875" cy="360362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18930" name="Text Box 146"/>
          <p:cNvSpPr txBox="1">
            <a:spLocks noChangeArrowheads="1"/>
          </p:cNvSpPr>
          <p:nvPr/>
        </p:nvSpPr>
        <p:spPr bwMode="auto">
          <a:xfrm>
            <a:off x="4302125" y="5319713"/>
            <a:ext cx="2698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118931" name="Text Box 147"/>
          <p:cNvSpPr txBox="1">
            <a:spLocks noChangeArrowheads="1"/>
          </p:cNvSpPr>
          <p:nvPr/>
        </p:nvSpPr>
        <p:spPr bwMode="auto">
          <a:xfrm>
            <a:off x="5562600" y="5319713"/>
            <a:ext cx="2698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118932" name="Text Box 148"/>
          <p:cNvSpPr txBox="1">
            <a:spLocks noChangeArrowheads="1"/>
          </p:cNvSpPr>
          <p:nvPr/>
        </p:nvSpPr>
        <p:spPr bwMode="auto">
          <a:xfrm>
            <a:off x="6823075" y="5319713"/>
            <a:ext cx="269875" cy="360362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8933" name="Text Box 149"/>
          <p:cNvSpPr txBox="1">
            <a:spLocks noChangeArrowheads="1"/>
          </p:cNvSpPr>
          <p:nvPr/>
        </p:nvSpPr>
        <p:spPr bwMode="auto">
          <a:xfrm>
            <a:off x="7993063" y="4508500"/>
            <a:ext cx="269875" cy="36036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8934" name="Text Box 150"/>
          <p:cNvSpPr txBox="1">
            <a:spLocks noChangeArrowheads="1"/>
          </p:cNvSpPr>
          <p:nvPr/>
        </p:nvSpPr>
        <p:spPr bwMode="auto">
          <a:xfrm>
            <a:off x="7993063" y="5408613"/>
            <a:ext cx="2698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8935" name="Oval 151"/>
          <p:cNvSpPr>
            <a:spLocks noChangeArrowheads="1"/>
          </p:cNvSpPr>
          <p:nvPr/>
        </p:nvSpPr>
        <p:spPr bwMode="auto">
          <a:xfrm>
            <a:off x="611188" y="4959350"/>
            <a:ext cx="360362" cy="360363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7968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20098</TotalTime>
  <Words>6078</Words>
  <Application>Microsoft Office PowerPoint</Application>
  <PresentationFormat>如螢幕大小 (4:3)</PresentationFormat>
  <Paragraphs>2495</Paragraphs>
  <Slides>78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78</vt:i4>
      </vt:variant>
    </vt:vector>
  </HeadingPairs>
  <TitlesOfParts>
    <vt:vector size="90" baseType="lpstr">
      <vt:lpstr>細明體</vt:lpstr>
      <vt:lpstr>新細明體</vt:lpstr>
      <vt:lpstr>標楷體</vt:lpstr>
      <vt:lpstr>Arial</vt:lpstr>
      <vt:lpstr>Cambria Math</vt:lpstr>
      <vt:lpstr>Lucida Console</vt:lpstr>
      <vt:lpstr>MT Extra</vt:lpstr>
      <vt:lpstr>Symbol</vt:lpstr>
      <vt:lpstr>Tahoma</vt:lpstr>
      <vt:lpstr>Times New Roman</vt:lpstr>
      <vt:lpstr>Wingdings</vt:lpstr>
      <vt:lpstr>Blends</vt:lpstr>
      <vt:lpstr>Dynamic Programming</vt:lpstr>
      <vt:lpstr>Assembly-line scheduling</vt:lpstr>
      <vt:lpstr>Assembly-line Scheduling</vt:lpstr>
      <vt:lpstr>Assembly-line Scheduling</vt:lpstr>
      <vt:lpstr>Step1: The structure of the fastest way  through the factory</vt:lpstr>
      <vt:lpstr>PowerPoint 簡報</vt:lpstr>
      <vt:lpstr>PowerPoint 簡報</vt:lpstr>
      <vt:lpstr>Step 2:  A recursive solution</vt:lpstr>
      <vt:lpstr>PowerPoint 簡報</vt:lpstr>
      <vt:lpstr>Step 3: Computing the fastest times</vt:lpstr>
      <vt:lpstr>PowerPoint 簡報</vt:lpstr>
      <vt:lpstr>PowerPoint 簡報</vt:lpstr>
      <vt:lpstr>PowerPoint 簡報</vt:lpstr>
      <vt:lpstr>PowerPoint 簡報</vt:lpstr>
      <vt:lpstr>PowerPoint 簡報</vt:lpstr>
      <vt:lpstr>Why so inefficient?</vt:lpstr>
      <vt:lpstr>PowerPoint 簡報</vt:lpstr>
      <vt:lpstr>Recursive Algorithm with Memoization</vt:lpstr>
      <vt:lpstr>Recursive Algorithm with Memoization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Recursive Algorithm with Memoization</vt:lpstr>
      <vt:lpstr>Iterative Algorithm</vt:lpstr>
      <vt:lpstr>Iterative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Iterative Algorithm</vt:lpstr>
      <vt:lpstr>Iterative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Step 4: Constructing the fastest  way through the factory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Greedy Algorithm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980</cp:revision>
  <dcterms:created xsi:type="dcterms:W3CDTF">2001-09-06T13:56:50Z</dcterms:created>
  <dcterms:modified xsi:type="dcterms:W3CDTF">2025-09-06T14:41:18Z</dcterms:modified>
</cp:coreProperties>
</file>